
<file path=[Content_Types].xml><?xml version="1.0" encoding="utf-8"?>
<Types xmlns="http://schemas.openxmlformats.org/package/2006/content-types">
  <Default Extension="png" ContentType="image/png"/>
  <Default Extension="gif" ContentType="image/gi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00.xml" ContentType="application/vnd.openxmlformats-officedocument.presentationml.slideLayout+xml"/>
  <Override PartName="/ppt/slideLayouts/slideLayout1001.xml" ContentType="application/vnd.openxmlformats-officedocument.presentationml.slideLayout+xml"/>
  <Override PartName="/ppt/slideLayouts/slideLayout1002.xml" ContentType="application/vnd.openxmlformats-officedocument.presentationml.slideLayout+xml"/>
  <Override PartName="/ppt/slideLayouts/slideLayout1003.xml" ContentType="application/vnd.openxmlformats-officedocument.presentationml.slideLayout+xml"/>
  <Override PartName="/ppt/slideLayouts/slideLayout1004.xml" ContentType="application/vnd.openxmlformats-officedocument.presentationml.slideLayout+xml"/>
  <Override PartName="/ppt/slideLayouts/slideLayout1005.xml" ContentType="application/vnd.openxmlformats-officedocument.presentationml.slideLayout+xml"/>
  <Override PartName="/ppt/slideLayouts/slideLayout1006.xml" ContentType="application/vnd.openxmlformats-officedocument.presentationml.slideLayout+xml"/>
  <Override PartName="/ppt/slideLayouts/slideLayout1007.xml" ContentType="application/vnd.openxmlformats-officedocument.presentationml.slideLayout+xml"/>
  <Override PartName="/ppt/slideLayouts/slideLayout1008.xml" ContentType="application/vnd.openxmlformats-officedocument.presentationml.slideLayout+xml"/>
  <Override PartName="/ppt/slideLayouts/slideLayout1009.xml" ContentType="application/vnd.openxmlformats-officedocument.presentationml.slideLayout+xml"/>
  <Override PartName="/ppt/slideLayouts/slideLayout101.xml" ContentType="application/vnd.openxmlformats-officedocument.presentationml.slideLayout+xml"/>
  <Override PartName="/ppt/slideLayouts/slideLayout1010.xml" ContentType="application/vnd.openxmlformats-officedocument.presentationml.slideLayout+xml"/>
  <Override PartName="/ppt/slideLayouts/slideLayout1011.xml" ContentType="application/vnd.openxmlformats-officedocument.presentationml.slideLayout+xml"/>
  <Override PartName="/ppt/slideLayouts/slideLayout1012.xml" ContentType="application/vnd.openxmlformats-officedocument.presentationml.slideLayout+xml"/>
  <Override PartName="/ppt/slideLayouts/slideLayout1013.xml" ContentType="application/vnd.openxmlformats-officedocument.presentationml.slideLayout+xml"/>
  <Override PartName="/ppt/slideLayouts/slideLayout1014.xml" ContentType="application/vnd.openxmlformats-officedocument.presentationml.slideLayout+xml"/>
  <Override PartName="/ppt/slideLayouts/slideLayout1015.xml" ContentType="application/vnd.openxmlformats-officedocument.presentationml.slideLayout+xml"/>
  <Override PartName="/ppt/slideLayouts/slideLayout1016.xml" ContentType="application/vnd.openxmlformats-officedocument.presentationml.slideLayout+xml"/>
  <Override PartName="/ppt/slideLayouts/slideLayout1017.xml" ContentType="application/vnd.openxmlformats-officedocument.presentationml.slideLayout+xml"/>
  <Override PartName="/ppt/slideLayouts/slideLayout1018.xml" ContentType="application/vnd.openxmlformats-officedocument.presentationml.slideLayout+xml"/>
  <Override PartName="/ppt/slideLayouts/slideLayout1019.xml" ContentType="application/vnd.openxmlformats-officedocument.presentationml.slideLayout+xml"/>
  <Override PartName="/ppt/slideLayouts/slideLayout102.xml" ContentType="application/vnd.openxmlformats-officedocument.presentationml.slideLayout+xml"/>
  <Override PartName="/ppt/slideLayouts/slideLayout1020.xml" ContentType="application/vnd.openxmlformats-officedocument.presentationml.slideLayout+xml"/>
  <Override PartName="/ppt/slideLayouts/slideLayout1021.xml" ContentType="application/vnd.openxmlformats-officedocument.presentationml.slideLayout+xml"/>
  <Override PartName="/ppt/slideLayouts/slideLayout1022.xml" ContentType="application/vnd.openxmlformats-officedocument.presentationml.slideLayout+xml"/>
  <Override PartName="/ppt/slideLayouts/slideLayout1023.xml" ContentType="application/vnd.openxmlformats-officedocument.presentationml.slideLayout+xml"/>
  <Override PartName="/ppt/slideLayouts/slideLayout1024.xml" ContentType="application/vnd.openxmlformats-officedocument.presentationml.slideLayout+xml"/>
  <Override PartName="/ppt/slideLayouts/slideLayout1025.xml" ContentType="application/vnd.openxmlformats-officedocument.presentationml.slideLayout+xml"/>
  <Override PartName="/ppt/slideLayouts/slideLayout1026.xml" ContentType="application/vnd.openxmlformats-officedocument.presentationml.slideLayout+xml"/>
  <Override PartName="/ppt/slideLayouts/slideLayout1027.xml" ContentType="application/vnd.openxmlformats-officedocument.presentationml.slideLayout+xml"/>
  <Override PartName="/ppt/slideLayouts/slideLayout1028.xml" ContentType="application/vnd.openxmlformats-officedocument.presentationml.slideLayout+xml"/>
  <Override PartName="/ppt/slideLayouts/slideLayout1029.xml" ContentType="application/vnd.openxmlformats-officedocument.presentationml.slideLayout+xml"/>
  <Override PartName="/ppt/slideLayouts/slideLayout103.xml" ContentType="application/vnd.openxmlformats-officedocument.presentationml.slideLayout+xml"/>
  <Override PartName="/ppt/slideLayouts/slideLayout1030.xml" ContentType="application/vnd.openxmlformats-officedocument.presentationml.slideLayout+xml"/>
  <Override PartName="/ppt/slideLayouts/slideLayout1031.xml" ContentType="application/vnd.openxmlformats-officedocument.presentationml.slideLayout+xml"/>
  <Override PartName="/ppt/slideLayouts/slideLayout1032.xml" ContentType="application/vnd.openxmlformats-officedocument.presentationml.slideLayout+xml"/>
  <Override PartName="/ppt/slideLayouts/slideLayout1033.xml" ContentType="application/vnd.openxmlformats-officedocument.presentationml.slideLayout+xml"/>
  <Override PartName="/ppt/slideLayouts/slideLayout1034.xml" ContentType="application/vnd.openxmlformats-officedocument.presentationml.slideLayout+xml"/>
  <Override PartName="/ppt/slideLayouts/slideLayout1035.xml" ContentType="application/vnd.openxmlformats-officedocument.presentationml.slideLayout+xml"/>
  <Override PartName="/ppt/slideLayouts/slideLayout1036.xml" ContentType="application/vnd.openxmlformats-officedocument.presentationml.slideLayout+xml"/>
  <Override PartName="/ppt/slideLayouts/slideLayout1037.xml" ContentType="application/vnd.openxmlformats-officedocument.presentationml.slideLayout+xml"/>
  <Override PartName="/ppt/slideLayouts/slideLayout1038.xml" ContentType="application/vnd.openxmlformats-officedocument.presentationml.slideLayout+xml"/>
  <Override PartName="/ppt/slideLayouts/slideLayout1039.xml" ContentType="application/vnd.openxmlformats-officedocument.presentationml.slideLayout+xml"/>
  <Override PartName="/ppt/slideLayouts/slideLayout104.xml" ContentType="application/vnd.openxmlformats-officedocument.presentationml.slideLayout+xml"/>
  <Override PartName="/ppt/slideLayouts/slideLayout1040.xml" ContentType="application/vnd.openxmlformats-officedocument.presentationml.slideLayout+xml"/>
  <Override PartName="/ppt/slideLayouts/slideLayout1041.xml" ContentType="application/vnd.openxmlformats-officedocument.presentationml.slideLayout+xml"/>
  <Override PartName="/ppt/slideLayouts/slideLayout1042.xml" ContentType="application/vnd.openxmlformats-officedocument.presentationml.slideLayout+xml"/>
  <Override PartName="/ppt/slideLayouts/slideLayout1043.xml" ContentType="application/vnd.openxmlformats-officedocument.presentationml.slideLayout+xml"/>
  <Override PartName="/ppt/slideLayouts/slideLayout1044.xml" ContentType="application/vnd.openxmlformats-officedocument.presentationml.slideLayout+xml"/>
  <Override PartName="/ppt/slideLayouts/slideLayout1045.xml" ContentType="application/vnd.openxmlformats-officedocument.presentationml.slideLayout+xml"/>
  <Override PartName="/ppt/slideLayouts/slideLayout1046.xml" ContentType="application/vnd.openxmlformats-officedocument.presentationml.slideLayout+xml"/>
  <Override PartName="/ppt/slideLayouts/slideLayout1047.xml" ContentType="application/vnd.openxmlformats-officedocument.presentationml.slideLayout+xml"/>
  <Override PartName="/ppt/slideLayouts/slideLayout1048.xml" ContentType="application/vnd.openxmlformats-officedocument.presentationml.slideLayout+xml"/>
  <Override PartName="/ppt/slideLayouts/slideLayout1049.xml" ContentType="application/vnd.openxmlformats-officedocument.presentationml.slideLayout+xml"/>
  <Override PartName="/ppt/slideLayouts/slideLayout105.xml" ContentType="application/vnd.openxmlformats-officedocument.presentationml.slideLayout+xml"/>
  <Override PartName="/ppt/slideLayouts/slideLayout1050.xml" ContentType="application/vnd.openxmlformats-officedocument.presentationml.slideLayout+xml"/>
  <Override PartName="/ppt/slideLayouts/slideLayout1051.xml" ContentType="application/vnd.openxmlformats-officedocument.presentationml.slideLayout+xml"/>
  <Override PartName="/ppt/slideLayouts/slideLayout1052.xml" ContentType="application/vnd.openxmlformats-officedocument.presentationml.slideLayout+xml"/>
  <Override PartName="/ppt/slideLayouts/slideLayout1053.xml" ContentType="application/vnd.openxmlformats-officedocument.presentationml.slideLayout+xml"/>
  <Override PartName="/ppt/slideLayouts/slideLayout1054.xml" ContentType="application/vnd.openxmlformats-officedocument.presentationml.slideLayout+xml"/>
  <Override PartName="/ppt/slideLayouts/slideLayout1055.xml" ContentType="application/vnd.openxmlformats-officedocument.presentationml.slideLayout+xml"/>
  <Override PartName="/ppt/slideLayouts/slideLayout1056.xml" ContentType="application/vnd.openxmlformats-officedocument.presentationml.slideLayout+xml"/>
  <Override PartName="/ppt/slideLayouts/slideLayout1057.xml" ContentType="application/vnd.openxmlformats-officedocument.presentationml.slideLayout+xml"/>
  <Override PartName="/ppt/slideLayouts/slideLayout1058.xml" ContentType="application/vnd.openxmlformats-officedocument.presentationml.slideLayout+xml"/>
  <Override PartName="/ppt/slideLayouts/slideLayout1059.xml" ContentType="application/vnd.openxmlformats-officedocument.presentationml.slideLayout+xml"/>
  <Override PartName="/ppt/slideLayouts/slideLayout106.xml" ContentType="application/vnd.openxmlformats-officedocument.presentationml.slideLayout+xml"/>
  <Override PartName="/ppt/slideLayouts/slideLayout1060.xml" ContentType="application/vnd.openxmlformats-officedocument.presentationml.slideLayout+xml"/>
  <Override PartName="/ppt/slideLayouts/slideLayout1061.xml" ContentType="application/vnd.openxmlformats-officedocument.presentationml.slideLayout+xml"/>
  <Override PartName="/ppt/slideLayouts/slideLayout1062.xml" ContentType="application/vnd.openxmlformats-officedocument.presentationml.slideLayout+xml"/>
  <Override PartName="/ppt/slideLayouts/slideLayout1063.xml" ContentType="application/vnd.openxmlformats-officedocument.presentationml.slideLayout+xml"/>
  <Override PartName="/ppt/slideLayouts/slideLayout1064.xml" ContentType="application/vnd.openxmlformats-officedocument.presentationml.slideLayout+xml"/>
  <Override PartName="/ppt/slideLayouts/slideLayout1065.xml" ContentType="application/vnd.openxmlformats-officedocument.presentationml.slideLayout+xml"/>
  <Override PartName="/ppt/slideLayouts/slideLayout1066.xml" ContentType="application/vnd.openxmlformats-officedocument.presentationml.slideLayout+xml"/>
  <Override PartName="/ppt/slideLayouts/slideLayout1067.xml" ContentType="application/vnd.openxmlformats-officedocument.presentationml.slideLayout+xml"/>
  <Override PartName="/ppt/slideLayouts/slideLayout1068.xml" ContentType="application/vnd.openxmlformats-officedocument.presentationml.slideLayout+xml"/>
  <Override PartName="/ppt/slideLayouts/slideLayout1069.xml" ContentType="application/vnd.openxmlformats-officedocument.presentationml.slideLayout+xml"/>
  <Override PartName="/ppt/slideLayouts/slideLayout107.xml" ContentType="application/vnd.openxmlformats-officedocument.presentationml.slideLayout+xml"/>
  <Override PartName="/ppt/slideLayouts/slideLayout1070.xml" ContentType="application/vnd.openxmlformats-officedocument.presentationml.slideLayout+xml"/>
  <Override PartName="/ppt/slideLayouts/slideLayout1071.xml" ContentType="application/vnd.openxmlformats-officedocument.presentationml.slideLayout+xml"/>
  <Override PartName="/ppt/slideLayouts/slideLayout1072.xml" ContentType="application/vnd.openxmlformats-officedocument.presentationml.slideLayout+xml"/>
  <Override PartName="/ppt/slideLayouts/slideLayout1073.xml" ContentType="application/vnd.openxmlformats-officedocument.presentationml.slideLayout+xml"/>
  <Override PartName="/ppt/slideLayouts/slideLayout1074.xml" ContentType="application/vnd.openxmlformats-officedocument.presentationml.slideLayout+xml"/>
  <Override PartName="/ppt/slideLayouts/slideLayout1075.xml" ContentType="application/vnd.openxmlformats-officedocument.presentationml.slideLayout+xml"/>
  <Override PartName="/ppt/slideLayouts/slideLayout1076.xml" ContentType="application/vnd.openxmlformats-officedocument.presentationml.slideLayout+xml"/>
  <Override PartName="/ppt/slideLayouts/slideLayout1077.xml" ContentType="application/vnd.openxmlformats-officedocument.presentationml.slideLayout+xml"/>
  <Override PartName="/ppt/slideLayouts/slideLayout1078.xml" ContentType="application/vnd.openxmlformats-officedocument.presentationml.slideLayout+xml"/>
  <Override PartName="/ppt/slideLayouts/slideLayout1079.xml" ContentType="application/vnd.openxmlformats-officedocument.presentationml.slideLayout+xml"/>
  <Override PartName="/ppt/slideLayouts/slideLayout108.xml" ContentType="application/vnd.openxmlformats-officedocument.presentationml.slideLayout+xml"/>
  <Override PartName="/ppt/slideLayouts/slideLayout1080.xml" ContentType="application/vnd.openxmlformats-officedocument.presentationml.slideLayout+xml"/>
  <Override PartName="/ppt/slideLayouts/slideLayout1081.xml" ContentType="application/vnd.openxmlformats-officedocument.presentationml.slideLayout+xml"/>
  <Override PartName="/ppt/slideLayouts/slideLayout1082.xml" ContentType="application/vnd.openxmlformats-officedocument.presentationml.slideLayout+xml"/>
  <Override PartName="/ppt/slideLayouts/slideLayout1083.xml" ContentType="application/vnd.openxmlformats-officedocument.presentationml.slideLayout+xml"/>
  <Override PartName="/ppt/slideLayouts/slideLayout1084.xml" ContentType="application/vnd.openxmlformats-officedocument.presentationml.slideLayout+xml"/>
  <Override PartName="/ppt/slideLayouts/slideLayout1085.xml" ContentType="application/vnd.openxmlformats-officedocument.presentationml.slideLayout+xml"/>
  <Override PartName="/ppt/slideLayouts/slideLayout1086.xml" ContentType="application/vnd.openxmlformats-officedocument.presentationml.slideLayout+xml"/>
  <Override PartName="/ppt/slideLayouts/slideLayout1087.xml" ContentType="application/vnd.openxmlformats-officedocument.presentationml.slideLayout+xml"/>
  <Override PartName="/ppt/slideLayouts/slideLayout1088.xml" ContentType="application/vnd.openxmlformats-officedocument.presentationml.slideLayout+xml"/>
  <Override PartName="/ppt/slideLayouts/slideLayout1089.xml" ContentType="application/vnd.openxmlformats-officedocument.presentationml.slideLayout+xml"/>
  <Override PartName="/ppt/slideLayouts/slideLayout109.xml" ContentType="application/vnd.openxmlformats-officedocument.presentationml.slideLayout+xml"/>
  <Override PartName="/ppt/slideLayouts/slideLayout1090.xml" ContentType="application/vnd.openxmlformats-officedocument.presentationml.slideLayout+xml"/>
  <Override PartName="/ppt/slideLayouts/slideLayout1091.xml" ContentType="application/vnd.openxmlformats-officedocument.presentationml.slideLayout+xml"/>
  <Override PartName="/ppt/slideLayouts/slideLayout1092.xml" ContentType="application/vnd.openxmlformats-officedocument.presentationml.slideLayout+xml"/>
  <Override PartName="/ppt/slideLayouts/slideLayout1093.xml" ContentType="application/vnd.openxmlformats-officedocument.presentationml.slideLayout+xml"/>
  <Override PartName="/ppt/slideLayouts/slideLayout1094.xml" ContentType="application/vnd.openxmlformats-officedocument.presentationml.slideLayout+xml"/>
  <Override PartName="/ppt/slideLayouts/slideLayout1095.xml" ContentType="application/vnd.openxmlformats-officedocument.presentationml.slideLayout+xml"/>
  <Override PartName="/ppt/slideLayouts/slideLayout1096.xml" ContentType="application/vnd.openxmlformats-officedocument.presentationml.slideLayout+xml"/>
  <Override PartName="/ppt/slideLayouts/slideLayout1097.xml" ContentType="application/vnd.openxmlformats-officedocument.presentationml.slideLayout+xml"/>
  <Override PartName="/ppt/slideLayouts/slideLayout1098.xml" ContentType="application/vnd.openxmlformats-officedocument.presentationml.slideLayout+xml"/>
  <Override PartName="/ppt/slideLayouts/slideLayout109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00.xml" ContentType="application/vnd.openxmlformats-officedocument.presentationml.slideLayout+xml"/>
  <Override PartName="/ppt/slideLayouts/slideLayout1101.xml" ContentType="application/vnd.openxmlformats-officedocument.presentationml.slideLayout+xml"/>
  <Override PartName="/ppt/slideLayouts/slideLayout1102.xml" ContentType="application/vnd.openxmlformats-officedocument.presentationml.slideLayout+xml"/>
  <Override PartName="/ppt/slideLayouts/slideLayout1103.xml" ContentType="application/vnd.openxmlformats-officedocument.presentationml.slideLayout+xml"/>
  <Override PartName="/ppt/slideLayouts/slideLayout1104.xml" ContentType="application/vnd.openxmlformats-officedocument.presentationml.slideLayout+xml"/>
  <Override PartName="/ppt/slideLayouts/slideLayout1105.xml" ContentType="application/vnd.openxmlformats-officedocument.presentationml.slideLayout+xml"/>
  <Override PartName="/ppt/slideLayouts/slideLayout1106.xml" ContentType="application/vnd.openxmlformats-officedocument.presentationml.slideLayout+xml"/>
  <Override PartName="/ppt/slideLayouts/slideLayout1107.xml" ContentType="application/vnd.openxmlformats-officedocument.presentationml.slideLayout+xml"/>
  <Override PartName="/ppt/slideLayouts/slideLayout1108.xml" ContentType="application/vnd.openxmlformats-officedocument.presentationml.slideLayout+xml"/>
  <Override PartName="/ppt/slideLayouts/slideLayout1109.xml" ContentType="application/vnd.openxmlformats-officedocument.presentationml.slideLayout+xml"/>
  <Override PartName="/ppt/slideLayouts/slideLayout111.xml" ContentType="application/vnd.openxmlformats-officedocument.presentationml.slideLayout+xml"/>
  <Override PartName="/ppt/slideLayouts/slideLayout1110.xml" ContentType="application/vnd.openxmlformats-officedocument.presentationml.slideLayout+xml"/>
  <Override PartName="/ppt/slideLayouts/slideLayout1111.xml" ContentType="application/vnd.openxmlformats-officedocument.presentationml.slideLayout+xml"/>
  <Override PartName="/ppt/slideLayouts/slideLayout1112.xml" ContentType="application/vnd.openxmlformats-officedocument.presentationml.slideLayout+xml"/>
  <Override PartName="/ppt/slideLayouts/slideLayout1113.xml" ContentType="application/vnd.openxmlformats-officedocument.presentationml.slideLayout+xml"/>
  <Override PartName="/ppt/slideLayouts/slideLayout1114.xml" ContentType="application/vnd.openxmlformats-officedocument.presentationml.slideLayout+xml"/>
  <Override PartName="/ppt/slideLayouts/slideLayout1115.xml" ContentType="application/vnd.openxmlformats-officedocument.presentationml.slideLayout+xml"/>
  <Override PartName="/ppt/slideLayouts/slideLayout1116.xml" ContentType="application/vnd.openxmlformats-officedocument.presentationml.slideLayout+xml"/>
  <Override PartName="/ppt/slideLayouts/slideLayout1117.xml" ContentType="application/vnd.openxmlformats-officedocument.presentationml.slideLayout+xml"/>
  <Override PartName="/ppt/slideLayouts/slideLayout1118.xml" ContentType="application/vnd.openxmlformats-officedocument.presentationml.slideLayout+xml"/>
  <Override PartName="/ppt/slideLayouts/slideLayout1119.xml" ContentType="application/vnd.openxmlformats-officedocument.presentationml.slideLayout+xml"/>
  <Override PartName="/ppt/slideLayouts/slideLayout112.xml" ContentType="application/vnd.openxmlformats-officedocument.presentationml.slideLayout+xml"/>
  <Override PartName="/ppt/slideLayouts/slideLayout1120.xml" ContentType="application/vnd.openxmlformats-officedocument.presentationml.slideLayout+xml"/>
  <Override PartName="/ppt/slideLayouts/slideLayout1121.xml" ContentType="application/vnd.openxmlformats-officedocument.presentationml.slideLayout+xml"/>
  <Override PartName="/ppt/slideLayouts/slideLayout1122.xml" ContentType="application/vnd.openxmlformats-officedocument.presentationml.slideLayout+xml"/>
  <Override PartName="/ppt/slideLayouts/slideLayout1123.xml" ContentType="application/vnd.openxmlformats-officedocument.presentationml.slideLayout+xml"/>
  <Override PartName="/ppt/slideLayouts/slideLayout1124.xml" ContentType="application/vnd.openxmlformats-officedocument.presentationml.slideLayout+xml"/>
  <Override PartName="/ppt/slideLayouts/slideLayout1125.xml" ContentType="application/vnd.openxmlformats-officedocument.presentationml.slideLayout+xml"/>
  <Override PartName="/ppt/slideLayouts/slideLayout1126.xml" ContentType="application/vnd.openxmlformats-officedocument.presentationml.slideLayout+xml"/>
  <Override PartName="/ppt/slideLayouts/slideLayout1127.xml" ContentType="application/vnd.openxmlformats-officedocument.presentationml.slideLayout+xml"/>
  <Override PartName="/ppt/slideLayouts/slideLayout1128.xml" ContentType="application/vnd.openxmlformats-officedocument.presentationml.slideLayout+xml"/>
  <Override PartName="/ppt/slideLayouts/slideLayout1129.xml" ContentType="application/vnd.openxmlformats-officedocument.presentationml.slideLayout+xml"/>
  <Override PartName="/ppt/slideLayouts/slideLayout113.xml" ContentType="application/vnd.openxmlformats-officedocument.presentationml.slideLayout+xml"/>
  <Override PartName="/ppt/slideLayouts/slideLayout1130.xml" ContentType="application/vnd.openxmlformats-officedocument.presentationml.slideLayout+xml"/>
  <Override PartName="/ppt/slideLayouts/slideLayout1131.xml" ContentType="application/vnd.openxmlformats-officedocument.presentationml.slideLayout+xml"/>
  <Override PartName="/ppt/slideLayouts/slideLayout1132.xml" ContentType="application/vnd.openxmlformats-officedocument.presentationml.slideLayout+xml"/>
  <Override PartName="/ppt/slideLayouts/slideLayout1133.xml" ContentType="application/vnd.openxmlformats-officedocument.presentationml.slideLayout+xml"/>
  <Override PartName="/ppt/slideLayouts/slideLayout1134.xml" ContentType="application/vnd.openxmlformats-officedocument.presentationml.slideLayout+xml"/>
  <Override PartName="/ppt/slideLayouts/slideLayout1135.xml" ContentType="application/vnd.openxmlformats-officedocument.presentationml.slideLayout+xml"/>
  <Override PartName="/ppt/slideLayouts/slideLayout1136.xml" ContentType="application/vnd.openxmlformats-officedocument.presentationml.slideLayout+xml"/>
  <Override PartName="/ppt/slideLayouts/slideLayout1137.xml" ContentType="application/vnd.openxmlformats-officedocument.presentationml.slideLayout+xml"/>
  <Override PartName="/ppt/slideLayouts/slideLayout1138.xml" ContentType="application/vnd.openxmlformats-officedocument.presentationml.slideLayout+xml"/>
  <Override PartName="/ppt/slideLayouts/slideLayout1139.xml" ContentType="application/vnd.openxmlformats-officedocument.presentationml.slideLayout+xml"/>
  <Override PartName="/ppt/slideLayouts/slideLayout114.xml" ContentType="application/vnd.openxmlformats-officedocument.presentationml.slideLayout+xml"/>
  <Override PartName="/ppt/slideLayouts/slideLayout1140.xml" ContentType="application/vnd.openxmlformats-officedocument.presentationml.slideLayout+xml"/>
  <Override PartName="/ppt/slideLayouts/slideLayout1141.xml" ContentType="application/vnd.openxmlformats-officedocument.presentationml.slideLayout+xml"/>
  <Override PartName="/ppt/slideLayouts/slideLayout1142.xml" ContentType="application/vnd.openxmlformats-officedocument.presentationml.slideLayout+xml"/>
  <Override PartName="/ppt/slideLayouts/slideLayout1143.xml" ContentType="application/vnd.openxmlformats-officedocument.presentationml.slideLayout+xml"/>
  <Override PartName="/ppt/slideLayouts/slideLayout1144.xml" ContentType="application/vnd.openxmlformats-officedocument.presentationml.slideLayout+xml"/>
  <Override PartName="/ppt/slideLayouts/slideLayout1145.xml" ContentType="application/vnd.openxmlformats-officedocument.presentationml.slideLayout+xml"/>
  <Override PartName="/ppt/slideLayouts/slideLayout1146.xml" ContentType="application/vnd.openxmlformats-officedocument.presentationml.slideLayout+xml"/>
  <Override PartName="/ppt/slideLayouts/slideLayout1147.xml" ContentType="application/vnd.openxmlformats-officedocument.presentationml.slideLayout+xml"/>
  <Override PartName="/ppt/slideLayouts/slideLayout1148.xml" ContentType="application/vnd.openxmlformats-officedocument.presentationml.slideLayout+xml"/>
  <Override PartName="/ppt/slideLayouts/slideLayout1149.xml" ContentType="application/vnd.openxmlformats-officedocument.presentationml.slideLayout+xml"/>
  <Override PartName="/ppt/slideLayouts/slideLayout115.xml" ContentType="application/vnd.openxmlformats-officedocument.presentationml.slideLayout+xml"/>
  <Override PartName="/ppt/slideLayouts/slideLayout1150.xml" ContentType="application/vnd.openxmlformats-officedocument.presentationml.slideLayout+xml"/>
  <Override PartName="/ppt/slideLayouts/slideLayout1151.xml" ContentType="application/vnd.openxmlformats-officedocument.presentationml.slideLayout+xml"/>
  <Override PartName="/ppt/slideLayouts/slideLayout1152.xml" ContentType="application/vnd.openxmlformats-officedocument.presentationml.slideLayout+xml"/>
  <Override PartName="/ppt/slideLayouts/slideLayout1153.xml" ContentType="application/vnd.openxmlformats-officedocument.presentationml.slideLayout+xml"/>
  <Override PartName="/ppt/slideLayouts/slideLayout1154.xml" ContentType="application/vnd.openxmlformats-officedocument.presentationml.slideLayout+xml"/>
  <Override PartName="/ppt/slideLayouts/slideLayout1155.xml" ContentType="application/vnd.openxmlformats-officedocument.presentationml.slideLayout+xml"/>
  <Override PartName="/ppt/slideLayouts/slideLayout1156.xml" ContentType="application/vnd.openxmlformats-officedocument.presentationml.slideLayout+xml"/>
  <Override PartName="/ppt/slideLayouts/slideLayout1157.xml" ContentType="application/vnd.openxmlformats-officedocument.presentationml.slideLayout+xml"/>
  <Override PartName="/ppt/slideLayouts/slideLayout1158.xml" ContentType="application/vnd.openxmlformats-officedocument.presentationml.slideLayout+xml"/>
  <Override PartName="/ppt/slideLayouts/slideLayout1159.xml" ContentType="application/vnd.openxmlformats-officedocument.presentationml.slideLayout+xml"/>
  <Override PartName="/ppt/slideLayouts/slideLayout116.xml" ContentType="application/vnd.openxmlformats-officedocument.presentationml.slideLayout+xml"/>
  <Override PartName="/ppt/slideLayouts/slideLayout1160.xml" ContentType="application/vnd.openxmlformats-officedocument.presentationml.slideLayout+xml"/>
  <Override PartName="/ppt/slideLayouts/slideLayout1161.xml" ContentType="application/vnd.openxmlformats-officedocument.presentationml.slideLayout+xml"/>
  <Override PartName="/ppt/slideLayouts/slideLayout1162.xml" ContentType="application/vnd.openxmlformats-officedocument.presentationml.slideLayout+xml"/>
  <Override PartName="/ppt/slideLayouts/slideLayout1163.xml" ContentType="application/vnd.openxmlformats-officedocument.presentationml.slideLayout+xml"/>
  <Override PartName="/ppt/slideLayouts/slideLayout1164.xml" ContentType="application/vnd.openxmlformats-officedocument.presentationml.slideLayout+xml"/>
  <Override PartName="/ppt/slideLayouts/slideLayout1165.xml" ContentType="application/vnd.openxmlformats-officedocument.presentationml.slideLayout+xml"/>
  <Override PartName="/ppt/slideLayouts/slideLayout1166.xml" ContentType="application/vnd.openxmlformats-officedocument.presentationml.slideLayout+xml"/>
  <Override PartName="/ppt/slideLayouts/slideLayout1167.xml" ContentType="application/vnd.openxmlformats-officedocument.presentationml.slideLayout+xml"/>
  <Override PartName="/ppt/slideLayouts/slideLayout1168.xml" ContentType="application/vnd.openxmlformats-officedocument.presentationml.slideLayout+xml"/>
  <Override PartName="/ppt/slideLayouts/slideLayout1169.xml" ContentType="application/vnd.openxmlformats-officedocument.presentationml.slideLayout+xml"/>
  <Override PartName="/ppt/slideLayouts/slideLayout117.xml" ContentType="application/vnd.openxmlformats-officedocument.presentationml.slideLayout+xml"/>
  <Override PartName="/ppt/slideLayouts/slideLayout1170.xml" ContentType="application/vnd.openxmlformats-officedocument.presentationml.slideLayout+xml"/>
  <Override PartName="/ppt/slideLayouts/slideLayout1171.xml" ContentType="application/vnd.openxmlformats-officedocument.presentationml.slideLayout+xml"/>
  <Override PartName="/ppt/slideLayouts/slideLayout1172.xml" ContentType="application/vnd.openxmlformats-officedocument.presentationml.slideLayout+xml"/>
  <Override PartName="/ppt/slideLayouts/slideLayout1173.xml" ContentType="application/vnd.openxmlformats-officedocument.presentationml.slideLayout+xml"/>
  <Override PartName="/ppt/slideLayouts/slideLayout1174.xml" ContentType="application/vnd.openxmlformats-officedocument.presentationml.slideLayout+xml"/>
  <Override PartName="/ppt/slideLayouts/slideLayout1175.xml" ContentType="application/vnd.openxmlformats-officedocument.presentationml.slideLayout+xml"/>
  <Override PartName="/ppt/slideLayouts/slideLayout1176.xml" ContentType="application/vnd.openxmlformats-officedocument.presentationml.slideLayout+xml"/>
  <Override PartName="/ppt/slideLayouts/slideLayout1177.xml" ContentType="application/vnd.openxmlformats-officedocument.presentationml.slideLayout+xml"/>
  <Override PartName="/ppt/slideLayouts/slideLayout1178.xml" ContentType="application/vnd.openxmlformats-officedocument.presentationml.slideLayout+xml"/>
  <Override PartName="/ppt/slideLayouts/slideLayout1179.xml" ContentType="application/vnd.openxmlformats-officedocument.presentationml.slideLayout+xml"/>
  <Override PartName="/ppt/slideLayouts/slideLayout118.xml" ContentType="application/vnd.openxmlformats-officedocument.presentationml.slideLayout+xml"/>
  <Override PartName="/ppt/slideLayouts/slideLayout1180.xml" ContentType="application/vnd.openxmlformats-officedocument.presentationml.slideLayout+xml"/>
  <Override PartName="/ppt/slideLayouts/slideLayout1181.xml" ContentType="application/vnd.openxmlformats-officedocument.presentationml.slideLayout+xml"/>
  <Override PartName="/ppt/slideLayouts/slideLayout1182.xml" ContentType="application/vnd.openxmlformats-officedocument.presentationml.slideLayout+xml"/>
  <Override PartName="/ppt/slideLayouts/slideLayout1183.xml" ContentType="application/vnd.openxmlformats-officedocument.presentationml.slideLayout+xml"/>
  <Override PartName="/ppt/slideLayouts/slideLayout1184.xml" ContentType="application/vnd.openxmlformats-officedocument.presentationml.slideLayout+xml"/>
  <Override PartName="/ppt/slideLayouts/slideLayout1185.xml" ContentType="application/vnd.openxmlformats-officedocument.presentationml.slideLayout+xml"/>
  <Override PartName="/ppt/slideLayouts/slideLayout1186.xml" ContentType="application/vnd.openxmlformats-officedocument.presentationml.slideLayout+xml"/>
  <Override PartName="/ppt/slideLayouts/slideLayout1187.xml" ContentType="application/vnd.openxmlformats-officedocument.presentationml.slideLayout+xml"/>
  <Override PartName="/ppt/slideLayouts/slideLayout1188.xml" ContentType="application/vnd.openxmlformats-officedocument.presentationml.slideLayout+xml"/>
  <Override PartName="/ppt/slideLayouts/slideLayout1189.xml" ContentType="application/vnd.openxmlformats-officedocument.presentationml.slideLayout+xml"/>
  <Override PartName="/ppt/slideLayouts/slideLayout119.xml" ContentType="application/vnd.openxmlformats-officedocument.presentationml.slideLayout+xml"/>
  <Override PartName="/ppt/slideLayouts/slideLayout1190.xml" ContentType="application/vnd.openxmlformats-officedocument.presentationml.slideLayout+xml"/>
  <Override PartName="/ppt/slideLayouts/slideLayout1191.xml" ContentType="application/vnd.openxmlformats-officedocument.presentationml.slideLayout+xml"/>
  <Override PartName="/ppt/slideLayouts/slideLayout1192.xml" ContentType="application/vnd.openxmlformats-officedocument.presentationml.slideLayout+xml"/>
  <Override PartName="/ppt/slideLayouts/slideLayout1193.xml" ContentType="application/vnd.openxmlformats-officedocument.presentationml.slideLayout+xml"/>
  <Override PartName="/ppt/slideLayouts/slideLayout1194.xml" ContentType="application/vnd.openxmlformats-officedocument.presentationml.slideLayout+xml"/>
  <Override PartName="/ppt/slideLayouts/slideLayout1195.xml" ContentType="application/vnd.openxmlformats-officedocument.presentationml.slideLayout+xml"/>
  <Override PartName="/ppt/slideLayouts/slideLayout1196.xml" ContentType="application/vnd.openxmlformats-officedocument.presentationml.slideLayout+xml"/>
  <Override PartName="/ppt/slideLayouts/slideLayout1197.xml" ContentType="application/vnd.openxmlformats-officedocument.presentationml.slideLayout+xml"/>
  <Override PartName="/ppt/slideLayouts/slideLayout1198.xml" ContentType="application/vnd.openxmlformats-officedocument.presentationml.slideLayout+xml"/>
  <Override PartName="/ppt/slideLayouts/slideLayout119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00.xml" ContentType="application/vnd.openxmlformats-officedocument.presentationml.slideLayout+xml"/>
  <Override PartName="/ppt/slideLayouts/slideLayout1201.xml" ContentType="application/vnd.openxmlformats-officedocument.presentationml.slideLayout+xml"/>
  <Override PartName="/ppt/slideLayouts/slideLayout1202.xml" ContentType="application/vnd.openxmlformats-officedocument.presentationml.slideLayout+xml"/>
  <Override PartName="/ppt/slideLayouts/slideLayout1203.xml" ContentType="application/vnd.openxmlformats-officedocument.presentationml.slideLayout+xml"/>
  <Override PartName="/ppt/slideLayouts/slideLayout1204.xml" ContentType="application/vnd.openxmlformats-officedocument.presentationml.slideLayout+xml"/>
  <Override PartName="/ppt/slideLayouts/slideLayout1205.xml" ContentType="application/vnd.openxmlformats-officedocument.presentationml.slideLayout+xml"/>
  <Override PartName="/ppt/slideLayouts/slideLayout1206.xml" ContentType="application/vnd.openxmlformats-officedocument.presentationml.slideLayout+xml"/>
  <Override PartName="/ppt/slideLayouts/slideLayout1207.xml" ContentType="application/vnd.openxmlformats-officedocument.presentationml.slideLayout+xml"/>
  <Override PartName="/ppt/slideLayouts/slideLayout1208.xml" ContentType="application/vnd.openxmlformats-officedocument.presentationml.slideLayout+xml"/>
  <Override PartName="/ppt/slideLayouts/slideLayout1209.xml" ContentType="application/vnd.openxmlformats-officedocument.presentationml.slideLayout+xml"/>
  <Override PartName="/ppt/slideLayouts/slideLayout121.xml" ContentType="application/vnd.openxmlformats-officedocument.presentationml.slideLayout+xml"/>
  <Override PartName="/ppt/slideLayouts/slideLayout1210.xml" ContentType="application/vnd.openxmlformats-officedocument.presentationml.slideLayout+xml"/>
  <Override PartName="/ppt/slideLayouts/slideLayout1211.xml" ContentType="application/vnd.openxmlformats-officedocument.presentationml.slideLayout+xml"/>
  <Override PartName="/ppt/slideLayouts/slideLayout1212.xml" ContentType="application/vnd.openxmlformats-officedocument.presentationml.slideLayout+xml"/>
  <Override PartName="/ppt/slideLayouts/slideLayout1213.xml" ContentType="application/vnd.openxmlformats-officedocument.presentationml.slideLayout+xml"/>
  <Override PartName="/ppt/slideLayouts/slideLayout1214.xml" ContentType="application/vnd.openxmlformats-officedocument.presentationml.slideLayout+xml"/>
  <Override PartName="/ppt/slideLayouts/slideLayout1215.xml" ContentType="application/vnd.openxmlformats-officedocument.presentationml.slideLayout+xml"/>
  <Override PartName="/ppt/slideLayouts/slideLayout1216.xml" ContentType="application/vnd.openxmlformats-officedocument.presentationml.slideLayout+xml"/>
  <Override PartName="/ppt/slideLayouts/slideLayout1217.xml" ContentType="application/vnd.openxmlformats-officedocument.presentationml.slideLayout+xml"/>
  <Override PartName="/ppt/slideLayouts/slideLayout1218.xml" ContentType="application/vnd.openxmlformats-officedocument.presentationml.slideLayout+xml"/>
  <Override PartName="/ppt/slideLayouts/slideLayout1219.xml" ContentType="application/vnd.openxmlformats-officedocument.presentationml.slideLayout+xml"/>
  <Override PartName="/ppt/slideLayouts/slideLayout122.xml" ContentType="application/vnd.openxmlformats-officedocument.presentationml.slideLayout+xml"/>
  <Override PartName="/ppt/slideLayouts/slideLayout1220.xml" ContentType="application/vnd.openxmlformats-officedocument.presentationml.slideLayout+xml"/>
  <Override PartName="/ppt/slideLayouts/slideLayout1221.xml" ContentType="application/vnd.openxmlformats-officedocument.presentationml.slideLayout+xml"/>
  <Override PartName="/ppt/slideLayouts/slideLayout1222.xml" ContentType="application/vnd.openxmlformats-officedocument.presentationml.slideLayout+xml"/>
  <Override PartName="/ppt/slideLayouts/slideLayout1223.xml" ContentType="application/vnd.openxmlformats-officedocument.presentationml.slideLayout+xml"/>
  <Override PartName="/ppt/slideLayouts/slideLayout1224.xml" ContentType="application/vnd.openxmlformats-officedocument.presentationml.slideLayout+xml"/>
  <Override PartName="/ppt/slideLayouts/slideLayout1225.xml" ContentType="application/vnd.openxmlformats-officedocument.presentationml.slideLayout+xml"/>
  <Override PartName="/ppt/slideLayouts/slideLayout1226.xml" ContentType="application/vnd.openxmlformats-officedocument.presentationml.slideLayout+xml"/>
  <Override PartName="/ppt/slideLayouts/slideLayout1227.xml" ContentType="application/vnd.openxmlformats-officedocument.presentationml.slideLayout+xml"/>
  <Override PartName="/ppt/slideLayouts/slideLayout1228.xml" ContentType="application/vnd.openxmlformats-officedocument.presentationml.slideLayout+xml"/>
  <Override PartName="/ppt/slideLayouts/slideLayout1229.xml" ContentType="application/vnd.openxmlformats-officedocument.presentationml.slideLayout+xml"/>
  <Override PartName="/ppt/slideLayouts/slideLayout123.xml" ContentType="application/vnd.openxmlformats-officedocument.presentationml.slideLayout+xml"/>
  <Override PartName="/ppt/slideLayouts/slideLayout1230.xml" ContentType="application/vnd.openxmlformats-officedocument.presentationml.slideLayout+xml"/>
  <Override PartName="/ppt/slideLayouts/slideLayout1231.xml" ContentType="application/vnd.openxmlformats-officedocument.presentationml.slideLayout+xml"/>
  <Override PartName="/ppt/slideLayouts/slideLayout1232.xml" ContentType="application/vnd.openxmlformats-officedocument.presentationml.slideLayout+xml"/>
  <Override PartName="/ppt/slideLayouts/slideLayout1233.xml" ContentType="application/vnd.openxmlformats-officedocument.presentationml.slideLayout+xml"/>
  <Override PartName="/ppt/slideLayouts/slideLayout1234.xml" ContentType="application/vnd.openxmlformats-officedocument.presentationml.slideLayout+xml"/>
  <Override PartName="/ppt/slideLayouts/slideLayout1235.xml" ContentType="application/vnd.openxmlformats-officedocument.presentationml.slideLayout+xml"/>
  <Override PartName="/ppt/slideLayouts/slideLayout1236.xml" ContentType="application/vnd.openxmlformats-officedocument.presentationml.slideLayout+xml"/>
  <Override PartName="/ppt/slideLayouts/slideLayout1237.xml" ContentType="application/vnd.openxmlformats-officedocument.presentationml.slideLayout+xml"/>
  <Override PartName="/ppt/slideLayouts/slideLayout1238.xml" ContentType="application/vnd.openxmlformats-officedocument.presentationml.slideLayout+xml"/>
  <Override PartName="/ppt/slideLayouts/slideLayout1239.xml" ContentType="application/vnd.openxmlformats-officedocument.presentationml.slideLayout+xml"/>
  <Override PartName="/ppt/slideLayouts/slideLayout124.xml" ContentType="application/vnd.openxmlformats-officedocument.presentationml.slideLayout+xml"/>
  <Override PartName="/ppt/slideLayouts/slideLayout1240.xml" ContentType="application/vnd.openxmlformats-officedocument.presentationml.slideLayout+xml"/>
  <Override PartName="/ppt/slideLayouts/slideLayout1241.xml" ContentType="application/vnd.openxmlformats-officedocument.presentationml.slideLayout+xml"/>
  <Override PartName="/ppt/slideLayouts/slideLayout1242.xml" ContentType="application/vnd.openxmlformats-officedocument.presentationml.slideLayout+xml"/>
  <Override PartName="/ppt/slideLayouts/slideLayout1243.xml" ContentType="application/vnd.openxmlformats-officedocument.presentationml.slideLayout+xml"/>
  <Override PartName="/ppt/slideLayouts/slideLayout1244.xml" ContentType="application/vnd.openxmlformats-officedocument.presentationml.slideLayout+xml"/>
  <Override PartName="/ppt/slideLayouts/slideLayout1245.xml" ContentType="application/vnd.openxmlformats-officedocument.presentationml.slideLayout+xml"/>
  <Override PartName="/ppt/slideLayouts/slideLayout1246.xml" ContentType="application/vnd.openxmlformats-officedocument.presentationml.slideLayout+xml"/>
  <Override PartName="/ppt/slideLayouts/slideLayout1247.xml" ContentType="application/vnd.openxmlformats-officedocument.presentationml.slideLayout+xml"/>
  <Override PartName="/ppt/slideLayouts/slideLayout1248.xml" ContentType="application/vnd.openxmlformats-officedocument.presentationml.slideLayout+xml"/>
  <Override PartName="/ppt/slideLayouts/slideLayout1249.xml" ContentType="application/vnd.openxmlformats-officedocument.presentationml.slideLayout+xml"/>
  <Override PartName="/ppt/slideLayouts/slideLayout125.xml" ContentType="application/vnd.openxmlformats-officedocument.presentationml.slideLayout+xml"/>
  <Override PartName="/ppt/slideLayouts/slideLayout1250.xml" ContentType="application/vnd.openxmlformats-officedocument.presentationml.slideLayout+xml"/>
  <Override PartName="/ppt/slideLayouts/slideLayout1251.xml" ContentType="application/vnd.openxmlformats-officedocument.presentationml.slideLayout+xml"/>
  <Override PartName="/ppt/slideLayouts/slideLayout1252.xml" ContentType="application/vnd.openxmlformats-officedocument.presentationml.slideLayout+xml"/>
  <Override PartName="/ppt/slideLayouts/slideLayout1253.xml" ContentType="application/vnd.openxmlformats-officedocument.presentationml.slideLayout+xml"/>
  <Override PartName="/ppt/slideLayouts/slideLayout1254.xml" ContentType="application/vnd.openxmlformats-officedocument.presentationml.slideLayout+xml"/>
  <Override PartName="/ppt/slideLayouts/slideLayout1255.xml" ContentType="application/vnd.openxmlformats-officedocument.presentationml.slideLayout+xml"/>
  <Override PartName="/ppt/slideLayouts/slideLayout1256.xml" ContentType="application/vnd.openxmlformats-officedocument.presentationml.slideLayout+xml"/>
  <Override PartName="/ppt/slideLayouts/slideLayout1257.xml" ContentType="application/vnd.openxmlformats-officedocument.presentationml.slideLayout+xml"/>
  <Override PartName="/ppt/slideLayouts/slideLayout1258.xml" ContentType="application/vnd.openxmlformats-officedocument.presentationml.slideLayout+xml"/>
  <Override PartName="/ppt/slideLayouts/slideLayout1259.xml" ContentType="application/vnd.openxmlformats-officedocument.presentationml.slideLayout+xml"/>
  <Override PartName="/ppt/slideLayouts/slideLayout126.xml" ContentType="application/vnd.openxmlformats-officedocument.presentationml.slideLayout+xml"/>
  <Override PartName="/ppt/slideLayouts/slideLayout1260.xml" ContentType="application/vnd.openxmlformats-officedocument.presentationml.slideLayout+xml"/>
  <Override PartName="/ppt/slideLayouts/slideLayout1261.xml" ContentType="application/vnd.openxmlformats-officedocument.presentationml.slideLayout+xml"/>
  <Override PartName="/ppt/slideLayouts/slideLayout1262.xml" ContentType="application/vnd.openxmlformats-officedocument.presentationml.slideLayout+xml"/>
  <Override PartName="/ppt/slideLayouts/slideLayout1263.xml" ContentType="application/vnd.openxmlformats-officedocument.presentationml.slideLayout+xml"/>
  <Override PartName="/ppt/slideLayouts/slideLayout1264.xml" ContentType="application/vnd.openxmlformats-officedocument.presentationml.slideLayout+xml"/>
  <Override PartName="/ppt/slideLayouts/slideLayout1265.xml" ContentType="application/vnd.openxmlformats-officedocument.presentationml.slideLayout+xml"/>
  <Override PartName="/ppt/slideLayouts/slideLayout1266.xml" ContentType="application/vnd.openxmlformats-officedocument.presentationml.slideLayout+xml"/>
  <Override PartName="/ppt/slideLayouts/slideLayout1267.xml" ContentType="application/vnd.openxmlformats-officedocument.presentationml.slideLayout+xml"/>
  <Override PartName="/ppt/slideLayouts/slideLayout1268.xml" ContentType="application/vnd.openxmlformats-officedocument.presentationml.slideLayout+xml"/>
  <Override PartName="/ppt/slideLayouts/slideLayout1269.xml" ContentType="application/vnd.openxmlformats-officedocument.presentationml.slideLayout+xml"/>
  <Override PartName="/ppt/slideLayouts/slideLayout127.xml" ContentType="application/vnd.openxmlformats-officedocument.presentationml.slideLayout+xml"/>
  <Override PartName="/ppt/slideLayouts/slideLayout1270.xml" ContentType="application/vnd.openxmlformats-officedocument.presentationml.slideLayout+xml"/>
  <Override PartName="/ppt/slideLayouts/slideLayout1271.xml" ContentType="application/vnd.openxmlformats-officedocument.presentationml.slideLayout+xml"/>
  <Override PartName="/ppt/slideLayouts/slideLayout1272.xml" ContentType="application/vnd.openxmlformats-officedocument.presentationml.slideLayout+xml"/>
  <Override PartName="/ppt/slideLayouts/slideLayout1273.xml" ContentType="application/vnd.openxmlformats-officedocument.presentationml.slideLayout+xml"/>
  <Override PartName="/ppt/slideLayouts/slideLayout1274.xml" ContentType="application/vnd.openxmlformats-officedocument.presentationml.slideLayout+xml"/>
  <Override PartName="/ppt/slideLayouts/slideLayout1275.xml" ContentType="application/vnd.openxmlformats-officedocument.presentationml.slideLayout+xml"/>
  <Override PartName="/ppt/slideLayouts/slideLayout1276.xml" ContentType="application/vnd.openxmlformats-officedocument.presentationml.slideLayout+xml"/>
  <Override PartName="/ppt/slideLayouts/slideLayout1277.xml" ContentType="application/vnd.openxmlformats-officedocument.presentationml.slideLayout+xml"/>
  <Override PartName="/ppt/slideLayouts/slideLayout1278.xml" ContentType="application/vnd.openxmlformats-officedocument.presentationml.slideLayout+xml"/>
  <Override PartName="/ppt/slideLayouts/slideLayout1279.xml" ContentType="application/vnd.openxmlformats-officedocument.presentationml.slideLayout+xml"/>
  <Override PartName="/ppt/slideLayouts/slideLayout128.xml" ContentType="application/vnd.openxmlformats-officedocument.presentationml.slideLayout+xml"/>
  <Override PartName="/ppt/slideLayouts/slideLayout1280.xml" ContentType="application/vnd.openxmlformats-officedocument.presentationml.slideLayout+xml"/>
  <Override PartName="/ppt/slideLayouts/slideLayout1281.xml" ContentType="application/vnd.openxmlformats-officedocument.presentationml.slideLayout+xml"/>
  <Override PartName="/ppt/slideLayouts/slideLayout1282.xml" ContentType="application/vnd.openxmlformats-officedocument.presentationml.slideLayout+xml"/>
  <Override PartName="/ppt/slideLayouts/slideLayout1283.xml" ContentType="application/vnd.openxmlformats-officedocument.presentationml.slideLayout+xml"/>
  <Override PartName="/ppt/slideLayouts/slideLayout1284.xml" ContentType="application/vnd.openxmlformats-officedocument.presentationml.slideLayout+xml"/>
  <Override PartName="/ppt/slideLayouts/slideLayout1285.xml" ContentType="application/vnd.openxmlformats-officedocument.presentationml.slideLayout+xml"/>
  <Override PartName="/ppt/slideLayouts/slideLayout1286.xml" ContentType="application/vnd.openxmlformats-officedocument.presentationml.slideLayout+xml"/>
  <Override PartName="/ppt/slideLayouts/slideLayout1287.xml" ContentType="application/vnd.openxmlformats-officedocument.presentationml.slideLayout+xml"/>
  <Override PartName="/ppt/slideLayouts/slideLayout1288.xml" ContentType="application/vnd.openxmlformats-officedocument.presentationml.slideLayout+xml"/>
  <Override PartName="/ppt/slideLayouts/slideLayout1289.xml" ContentType="application/vnd.openxmlformats-officedocument.presentationml.slideLayout+xml"/>
  <Override PartName="/ppt/slideLayouts/slideLayout129.xml" ContentType="application/vnd.openxmlformats-officedocument.presentationml.slideLayout+xml"/>
  <Override PartName="/ppt/slideLayouts/slideLayout1290.xml" ContentType="application/vnd.openxmlformats-officedocument.presentationml.slideLayout+xml"/>
  <Override PartName="/ppt/slideLayouts/slideLayout1291.xml" ContentType="application/vnd.openxmlformats-officedocument.presentationml.slideLayout+xml"/>
  <Override PartName="/ppt/slideLayouts/slideLayout1292.xml" ContentType="application/vnd.openxmlformats-officedocument.presentationml.slideLayout+xml"/>
  <Override PartName="/ppt/slideLayouts/slideLayout1293.xml" ContentType="application/vnd.openxmlformats-officedocument.presentationml.slideLayout+xml"/>
  <Override PartName="/ppt/slideLayouts/slideLayout1294.xml" ContentType="application/vnd.openxmlformats-officedocument.presentationml.slideLayout+xml"/>
  <Override PartName="/ppt/slideLayouts/slideLayout1295.xml" ContentType="application/vnd.openxmlformats-officedocument.presentationml.slideLayout+xml"/>
  <Override PartName="/ppt/slideLayouts/slideLayout1296.xml" ContentType="application/vnd.openxmlformats-officedocument.presentationml.slideLayout+xml"/>
  <Override PartName="/ppt/slideLayouts/slideLayout1297.xml" ContentType="application/vnd.openxmlformats-officedocument.presentationml.slideLayout+xml"/>
  <Override PartName="/ppt/slideLayouts/slideLayout1298.xml" ContentType="application/vnd.openxmlformats-officedocument.presentationml.slideLayout+xml"/>
  <Override PartName="/ppt/slideLayouts/slideLayout129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00.xml" ContentType="application/vnd.openxmlformats-officedocument.presentationml.slideLayout+xml"/>
  <Override PartName="/ppt/slideLayouts/slideLayout1301.xml" ContentType="application/vnd.openxmlformats-officedocument.presentationml.slideLayout+xml"/>
  <Override PartName="/ppt/slideLayouts/slideLayout1302.xml" ContentType="application/vnd.openxmlformats-officedocument.presentationml.slideLayout+xml"/>
  <Override PartName="/ppt/slideLayouts/slideLayout1303.xml" ContentType="application/vnd.openxmlformats-officedocument.presentationml.slideLayout+xml"/>
  <Override PartName="/ppt/slideLayouts/slideLayout1304.xml" ContentType="application/vnd.openxmlformats-officedocument.presentationml.slideLayout+xml"/>
  <Override PartName="/ppt/slideLayouts/slideLayout1305.xml" ContentType="application/vnd.openxmlformats-officedocument.presentationml.slideLayout+xml"/>
  <Override PartName="/ppt/slideLayouts/slideLayout1306.xml" ContentType="application/vnd.openxmlformats-officedocument.presentationml.slideLayout+xml"/>
  <Override PartName="/ppt/slideLayouts/slideLayout1307.xml" ContentType="application/vnd.openxmlformats-officedocument.presentationml.slideLayout+xml"/>
  <Override PartName="/ppt/slideLayouts/slideLayout1308.xml" ContentType="application/vnd.openxmlformats-officedocument.presentationml.slideLayout+xml"/>
  <Override PartName="/ppt/slideLayouts/slideLayout1309.xml" ContentType="application/vnd.openxmlformats-officedocument.presentationml.slideLayout+xml"/>
  <Override PartName="/ppt/slideLayouts/slideLayout131.xml" ContentType="application/vnd.openxmlformats-officedocument.presentationml.slideLayout+xml"/>
  <Override PartName="/ppt/slideLayouts/slideLayout1310.xml" ContentType="application/vnd.openxmlformats-officedocument.presentationml.slideLayout+xml"/>
  <Override PartName="/ppt/slideLayouts/slideLayout1311.xml" ContentType="application/vnd.openxmlformats-officedocument.presentationml.slideLayout+xml"/>
  <Override PartName="/ppt/slideLayouts/slideLayout1312.xml" ContentType="application/vnd.openxmlformats-officedocument.presentationml.slideLayout+xml"/>
  <Override PartName="/ppt/slideLayouts/slideLayout1313.xml" ContentType="application/vnd.openxmlformats-officedocument.presentationml.slideLayout+xml"/>
  <Override PartName="/ppt/slideLayouts/slideLayout1314.xml" ContentType="application/vnd.openxmlformats-officedocument.presentationml.slideLayout+xml"/>
  <Override PartName="/ppt/slideLayouts/slideLayout1315.xml" ContentType="application/vnd.openxmlformats-officedocument.presentationml.slideLayout+xml"/>
  <Override PartName="/ppt/slideLayouts/slideLayout1316.xml" ContentType="application/vnd.openxmlformats-officedocument.presentationml.slideLayout+xml"/>
  <Override PartName="/ppt/slideLayouts/slideLayout1317.xml" ContentType="application/vnd.openxmlformats-officedocument.presentationml.slideLayout+xml"/>
  <Override PartName="/ppt/slideLayouts/slideLayout1318.xml" ContentType="application/vnd.openxmlformats-officedocument.presentationml.slideLayout+xml"/>
  <Override PartName="/ppt/slideLayouts/slideLayout1319.xml" ContentType="application/vnd.openxmlformats-officedocument.presentationml.slideLayout+xml"/>
  <Override PartName="/ppt/slideLayouts/slideLayout132.xml" ContentType="application/vnd.openxmlformats-officedocument.presentationml.slideLayout+xml"/>
  <Override PartName="/ppt/slideLayouts/slideLayout1320.xml" ContentType="application/vnd.openxmlformats-officedocument.presentationml.slideLayout+xml"/>
  <Override PartName="/ppt/slideLayouts/slideLayout1321.xml" ContentType="application/vnd.openxmlformats-officedocument.presentationml.slideLayout+xml"/>
  <Override PartName="/ppt/slideLayouts/slideLayout1322.xml" ContentType="application/vnd.openxmlformats-officedocument.presentationml.slideLayout+xml"/>
  <Override PartName="/ppt/slideLayouts/slideLayout1323.xml" ContentType="application/vnd.openxmlformats-officedocument.presentationml.slideLayout+xml"/>
  <Override PartName="/ppt/slideLayouts/slideLayout1324.xml" ContentType="application/vnd.openxmlformats-officedocument.presentationml.slideLayout+xml"/>
  <Override PartName="/ppt/slideLayouts/slideLayout1325.xml" ContentType="application/vnd.openxmlformats-officedocument.presentationml.slideLayout+xml"/>
  <Override PartName="/ppt/slideLayouts/slideLayout1326.xml" ContentType="application/vnd.openxmlformats-officedocument.presentationml.slideLayout+xml"/>
  <Override PartName="/ppt/slideLayouts/slideLayout1327.xml" ContentType="application/vnd.openxmlformats-officedocument.presentationml.slideLayout+xml"/>
  <Override PartName="/ppt/slideLayouts/slideLayout1328.xml" ContentType="application/vnd.openxmlformats-officedocument.presentationml.slideLayout+xml"/>
  <Override PartName="/ppt/slideLayouts/slideLayout1329.xml" ContentType="application/vnd.openxmlformats-officedocument.presentationml.slideLayout+xml"/>
  <Override PartName="/ppt/slideLayouts/slideLayout133.xml" ContentType="application/vnd.openxmlformats-officedocument.presentationml.slideLayout+xml"/>
  <Override PartName="/ppt/slideLayouts/slideLayout1330.xml" ContentType="application/vnd.openxmlformats-officedocument.presentationml.slideLayout+xml"/>
  <Override PartName="/ppt/slideLayouts/slideLayout1331.xml" ContentType="application/vnd.openxmlformats-officedocument.presentationml.slideLayout+xml"/>
  <Override PartName="/ppt/slideLayouts/slideLayout1332.xml" ContentType="application/vnd.openxmlformats-officedocument.presentationml.slideLayout+xml"/>
  <Override PartName="/ppt/slideLayouts/slideLayout1333.xml" ContentType="application/vnd.openxmlformats-officedocument.presentationml.slideLayout+xml"/>
  <Override PartName="/ppt/slideLayouts/slideLayout1334.xml" ContentType="application/vnd.openxmlformats-officedocument.presentationml.slideLayout+xml"/>
  <Override PartName="/ppt/slideLayouts/slideLayout1335.xml" ContentType="application/vnd.openxmlformats-officedocument.presentationml.slideLayout+xml"/>
  <Override PartName="/ppt/slideLayouts/slideLayout1336.xml" ContentType="application/vnd.openxmlformats-officedocument.presentationml.slideLayout+xml"/>
  <Override PartName="/ppt/slideLayouts/slideLayout1337.xml" ContentType="application/vnd.openxmlformats-officedocument.presentationml.slideLayout+xml"/>
  <Override PartName="/ppt/slideLayouts/slideLayout1338.xml" ContentType="application/vnd.openxmlformats-officedocument.presentationml.slideLayout+xml"/>
  <Override PartName="/ppt/slideLayouts/slideLayout1339.xml" ContentType="application/vnd.openxmlformats-officedocument.presentationml.slideLayout+xml"/>
  <Override PartName="/ppt/slideLayouts/slideLayout134.xml" ContentType="application/vnd.openxmlformats-officedocument.presentationml.slideLayout+xml"/>
  <Override PartName="/ppt/slideLayouts/slideLayout1340.xml" ContentType="application/vnd.openxmlformats-officedocument.presentationml.slideLayout+xml"/>
  <Override PartName="/ppt/slideLayouts/slideLayout1341.xml" ContentType="application/vnd.openxmlformats-officedocument.presentationml.slideLayout+xml"/>
  <Override PartName="/ppt/slideLayouts/slideLayout1342.xml" ContentType="application/vnd.openxmlformats-officedocument.presentationml.slideLayout+xml"/>
  <Override PartName="/ppt/slideLayouts/slideLayout1343.xml" ContentType="application/vnd.openxmlformats-officedocument.presentationml.slideLayout+xml"/>
  <Override PartName="/ppt/slideLayouts/slideLayout1344.xml" ContentType="application/vnd.openxmlformats-officedocument.presentationml.slideLayout+xml"/>
  <Override PartName="/ppt/slideLayouts/slideLayout1345.xml" ContentType="application/vnd.openxmlformats-officedocument.presentationml.slideLayout+xml"/>
  <Override PartName="/ppt/slideLayouts/slideLayout1346.xml" ContentType="application/vnd.openxmlformats-officedocument.presentationml.slideLayout+xml"/>
  <Override PartName="/ppt/slideLayouts/slideLayout1347.xml" ContentType="application/vnd.openxmlformats-officedocument.presentationml.slideLayout+xml"/>
  <Override PartName="/ppt/slideLayouts/slideLayout1348.xml" ContentType="application/vnd.openxmlformats-officedocument.presentationml.slideLayout+xml"/>
  <Override PartName="/ppt/slideLayouts/slideLayout1349.xml" ContentType="application/vnd.openxmlformats-officedocument.presentationml.slideLayout+xml"/>
  <Override PartName="/ppt/slideLayouts/slideLayout135.xml" ContentType="application/vnd.openxmlformats-officedocument.presentationml.slideLayout+xml"/>
  <Override PartName="/ppt/slideLayouts/slideLayout1350.xml" ContentType="application/vnd.openxmlformats-officedocument.presentationml.slideLayout+xml"/>
  <Override PartName="/ppt/slideLayouts/slideLayout1351.xml" ContentType="application/vnd.openxmlformats-officedocument.presentationml.slideLayout+xml"/>
  <Override PartName="/ppt/slideLayouts/slideLayout1352.xml" ContentType="application/vnd.openxmlformats-officedocument.presentationml.slideLayout+xml"/>
  <Override PartName="/ppt/slideLayouts/slideLayout1353.xml" ContentType="application/vnd.openxmlformats-officedocument.presentationml.slideLayout+xml"/>
  <Override PartName="/ppt/slideLayouts/slideLayout1354.xml" ContentType="application/vnd.openxmlformats-officedocument.presentationml.slideLayout+xml"/>
  <Override PartName="/ppt/slideLayouts/slideLayout1355.xml" ContentType="application/vnd.openxmlformats-officedocument.presentationml.slideLayout+xml"/>
  <Override PartName="/ppt/slideLayouts/slideLayout1356.xml" ContentType="application/vnd.openxmlformats-officedocument.presentationml.slideLayout+xml"/>
  <Override PartName="/ppt/slideLayouts/slideLayout1357.xml" ContentType="application/vnd.openxmlformats-officedocument.presentationml.slideLayout+xml"/>
  <Override PartName="/ppt/slideLayouts/slideLayout1358.xml" ContentType="application/vnd.openxmlformats-officedocument.presentationml.slideLayout+xml"/>
  <Override PartName="/ppt/slideLayouts/slideLayout1359.xml" ContentType="application/vnd.openxmlformats-officedocument.presentationml.slideLayout+xml"/>
  <Override PartName="/ppt/slideLayouts/slideLayout136.xml" ContentType="application/vnd.openxmlformats-officedocument.presentationml.slideLayout+xml"/>
  <Override PartName="/ppt/slideLayouts/slideLayout1360.xml" ContentType="application/vnd.openxmlformats-officedocument.presentationml.slideLayout+xml"/>
  <Override PartName="/ppt/slideLayouts/slideLayout1361.xml" ContentType="application/vnd.openxmlformats-officedocument.presentationml.slideLayout+xml"/>
  <Override PartName="/ppt/slideLayouts/slideLayout1362.xml" ContentType="application/vnd.openxmlformats-officedocument.presentationml.slideLayout+xml"/>
  <Override PartName="/ppt/slideLayouts/slideLayout1363.xml" ContentType="application/vnd.openxmlformats-officedocument.presentationml.slideLayout+xml"/>
  <Override PartName="/ppt/slideLayouts/slideLayout1364.xml" ContentType="application/vnd.openxmlformats-officedocument.presentationml.slideLayout+xml"/>
  <Override PartName="/ppt/slideLayouts/slideLayout1365.xml" ContentType="application/vnd.openxmlformats-officedocument.presentationml.slideLayout+xml"/>
  <Override PartName="/ppt/slideLayouts/slideLayout1366.xml" ContentType="application/vnd.openxmlformats-officedocument.presentationml.slideLayout+xml"/>
  <Override PartName="/ppt/slideLayouts/slideLayout1367.xml" ContentType="application/vnd.openxmlformats-officedocument.presentationml.slideLayout+xml"/>
  <Override PartName="/ppt/slideLayouts/slideLayout1368.xml" ContentType="application/vnd.openxmlformats-officedocument.presentationml.slideLayout+xml"/>
  <Override PartName="/ppt/slideLayouts/slideLayout1369.xml" ContentType="application/vnd.openxmlformats-officedocument.presentationml.slideLayout+xml"/>
  <Override PartName="/ppt/slideLayouts/slideLayout137.xml" ContentType="application/vnd.openxmlformats-officedocument.presentationml.slideLayout+xml"/>
  <Override PartName="/ppt/slideLayouts/slideLayout1370.xml" ContentType="application/vnd.openxmlformats-officedocument.presentationml.slideLayout+xml"/>
  <Override PartName="/ppt/slideLayouts/slideLayout1371.xml" ContentType="application/vnd.openxmlformats-officedocument.presentationml.slideLayout+xml"/>
  <Override PartName="/ppt/slideLayouts/slideLayout1372.xml" ContentType="application/vnd.openxmlformats-officedocument.presentationml.slideLayout+xml"/>
  <Override PartName="/ppt/slideLayouts/slideLayout1373.xml" ContentType="application/vnd.openxmlformats-officedocument.presentationml.slideLayout+xml"/>
  <Override PartName="/ppt/slideLayouts/slideLayout1374.xml" ContentType="application/vnd.openxmlformats-officedocument.presentationml.slideLayout+xml"/>
  <Override PartName="/ppt/slideLayouts/slideLayout1375.xml" ContentType="application/vnd.openxmlformats-officedocument.presentationml.slideLayout+xml"/>
  <Override PartName="/ppt/slideLayouts/slideLayout1376.xml" ContentType="application/vnd.openxmlformats-officedocument.presentationml.slideLayout+xml"/>
  <Override PartName="/ppt/slideLayouts/slideLayout1377.xml" ContentType="application/vnd.openxmlformats-officedocument.presentationml.slideLayout+xml"/>
  <Override PartName="/ppt/slideLayouts/slideLayout1378.xml" ContentType="application/vnd.openxmlformats-officedocument.presentationml.slideLayout+xml"/>
  <Override PartName="/ppt/slideLayouts/slideLayout1379.xml" ContentType="application/vnd.openxmlformats-officedocument.presentationml.slideLayout+xml"/>
  <Override PartName="/ppt/slideLayouts/slideLayout138.xml" ContentType="application/vnd.openxmlformats-officedocument.presentationml.slideLayout+xml"/>
  <Override PartName="/ppt/slideLayouts/slideLayout1380.xml" ContentType="application/vnd.openxmlformats-officedocument.presentationml.slideLayout+xml"/>
  <Override PartName="/ppt/slideLayouts/slideLayout1381.xml" ContentType="application/vnd.openxmlformats-officedocument.presentationml.slideLayout+xml"/>
  <Override PartName="/ppt/slideLayouts/slideLayout1382.xml" ContentType="application/vnd.openxmlformats-officedocument.presentationml.slideLayout+xml"/>
  <Override PartName="/ppt/slideLayouts/slideLayout1383.xml" ContentType="application/vnd.openxmlformats-officedocument.presentationml.slideLayout+xml"/>
  <Override PartName="/ppt/slideLayouts/slideLayout1384.xml" ContentType="application/vnd.openxmlformats-officedocument.presentationml.slideLayout+xml"/>
  <Override PartName="/ppt/slideLayouts/slideLayout1385.xml" ContentType="application/vnd.openxmlformats-officedocument.presentationml.slideLayout+xml"/>
  <Override PartName="/ppt/slideLayouts/slideLayout1386.xml" ContentType="application/vnd.openxmlformats-officedocument.presentationml.slideLayout+xml"/>
  <Override PartName="/ppt/slideLayouts/slideLayout1387.xml" ContentType="application/vnd.openxmlformats-officedocument.presentationml.slideLayout+xml"/>
  <Override PartName="/ppt/slideLayouts/slideLayout1388.xml" ContentType="application/vnd.openxmlformats-officedocument.presentationml.slideLayout+xml"/>
  <Override PartName="/ppt/slideLayouts/slideLayout1389.xml" ContentType="application/vnd.openxmlformats-officedocument.presentationml.slideLayout+xml"/>
  <Override PartName="/ppt/slideLayouts/slideLayout139.xml" ContentType="application/vnd.openxmlformats-officedocument.presentationml.slideLayout+xml"/>
  <Override PartName="/ppt/slideLayouts/slideLayout1390.xml" ContentType="application/vnd.openxmlformats-officedocument.presentationml.slideLayout+xml"/>
  <Override PartName="/ppt/slideLayouts/slideLayout1391.xml" ContentType="application/vnd.openxmlformats-officedocument.presentationml.slideLayout+xml"/>
  <Override PartName="/ppt/slideLayouts/slideLayout1392.xml" ContentType="application/vnd.openxmlformats-officedocument.presentationml.slideLayout+xml"/>
  <Override PartName="/ppt/slideLayouts/slideLayout1393.xml" ContentType="application/vnd.openxmlformats-officedocument.presentationml.slideLayout+xml"/>
  <Override PartName="/ppt/slideLayouts/slideLayout1394.xml" ContentType="application/vnd.openxmlformats-officedocument.presentationml.slideLayout+xml"/>
  <Override PartName="/ppt/slideLayouts/slideLayout1395.xml" ContentType="application/vnd.openxmlformats-officedocument.presentationml.slideLayout+xml"/>
  <Override PartName="/ppt/slideLayouts/slideLayout1396.xml" ContentType="application/vnd.openxmlformats-officedocument.presentationml.slideLayout+xml"/>
  <Override PartName="/ppt/slideLayouts/slideLayout1397.xml" ContentType="application/vnd.openxmlformats-officedocument.presentationml.slideLayout+xml"/>
  <Override PartName="/ppt/slideLayouts/slideLayout1398.xml" ContentType="application/vnd.openxmlformats-officedocument.presentationml.slideLayout+xml"/>
  <Override PartName="/ppt/slideLayouts/slideLayout139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00.xml" ContentType="application/vnd.openxmlformats-officedocument.presentationml.slideLayout+xml"/>
  <Override PartName="/ppt/slideLayouts/slideLayout1401.xml" ContentType="application/vnd.openxmlformats-officedocument.presentationml.slideLayout+xml"/>
  <Override PartName="/ppt/slideLayouts/slideLayout1402.xml" ContentType="application/vnd.openxmlformats-officedocument.presentationml.slideLayout+xml"/>
  <Override PartName="/ppt/slideLayouts/slideLayout1403.xml" ContentType="application/vnd.openxmlformats-officedocument.presentationml.slideLayout+xml"/>
  <Override PartName="/ppt/slideLayouts/slideLayout1404.xml" ContentType="application/vnd.openxmlformats-officedocument.presentationml.slideLayout+xml"/>
  <Override PartName="/ppt/slideLayouts/slideLayout1405.xml" ContentType="application/vnd.openxmlformats-officedocument.presentationml.slideLayout+xml"/>
  <Override PartName="/ppt/slideLayouts/slideLayout1406.xml" ContentType="application/vnd.openxmlformats-officedocument.presentationml.slideLayout+xml"/>
  <Override PartName="/ppt/slideLayouts/slideLayout1407.xml" ContentType="application/vnd.openxmlformats-officedocument.presentationml.slideLayout+xml"/>
  <Override PartName="/ppt/slideLayouts/slideLayout1408.xml" ContentType="application/vnd.openxmlformats-officedocument.presentationml.slideLayout+xml"/>
  <Override PartName="/ppt/slideLayouts/slideLayout1409.xml" ContentType="application/vnd.openxmlformats-officedocument.presentationml.slideLayout+xml"/>
  <Override PartName="/ppt/slideLayouts/slideLayout141.xml" ContentType="application/vnd.openxmlformats-officedocument.presentationml.slideLayout+xml"/>
  <Override PartName="/ppt/slideLayouts/slideLayout1410.xml" ContentType="application/vnd.openxmlformats-officedocument.presentationml.slideLayout+xml"/>
  <Override PartName="/ppt/slideLayouts/slideLayout1411.xml" ContentType="application/vnd.openxmlformats-officedocument.presentationml.slideLayout+xml"/>
  <Override PartName="/ppt/slideLayouts/slideLayout1412.xml" ContentType="application/vnd.openxmlformats-officedocument.presentationml.slideLayout+xml"/>
  <Override PartName="/ppt/slideLayouts/slideLayout1413.xml" ContentType="application/vnd.openxmlformats-officedocument.presentationml.slideLayout+xml"/>
  <Override PartName="/ppt/slideLayouts/slideLayout1414.xml" ContentType="application/vnd.openxmlformats-officedocument.presentationml.slideLayout+xml"/>
  <Override PartName="/ppt/slideLayouts/slideLayout1415.xml" ContentType="application/vnd.openxmlformats-officedocument.presentationml.slideLayout+xml"/>
  <Override PartName="/ppt/slideLayouts/slideLayout1416.xml" ContentType="application/vnd.openxmlformats-officedocument.presentationml.slideLayout+xml"/>
  <Override PartName="/ppt/slideLayouts/slideLayout1417.xml" ContentType="application/vnd.openxmlformats-officedocument.presentationml.slideLayout+xml"/>
  <Override PartName="/ppt/slideLayouts/slideLayout1418.xml" ContentType="application/vnd.openxmlformats-officedocument.presentationml.slideLayout+xml"/>
  <Override PartName="/ppt/slideLayouts/slideLayout1419.xml" ContentType="application/vnd.openxmlformats-officedocument.presentationml.slideLayout+xml"/>
  <Override PartName="/ppt/slideLayouts/slideLayout142.xml" ContentType="application/vnd.openxmlformats-officedocument.presentationml.slideLayout+xml"/>
  <Override PartName="/ppt/slideLayouts/slideLayout1420.xml" ContentType="application/vnd.openxmlformats-officedocument.presentationml.slideLayout+xml"/>
  <Override PartName="/ppt/slideLayouts/slideLayout1421.xml" ContentType="application/vnd.openxmlformats-officedocument.presentationml.slideLayout+xml"/>
  <Override PartName="/ppt/slideLayouts/slideLayout1422.xml" ContentType="application/vnd.openxmlformats-officedocument.presentationml.slideLayout+xml"/>
  <Override PartName="/ppt/slideLayouts/slideLayout1423.xml" ContentType="application/vnd.openxmlformats-officedocument.presentationml.slideLayout+xml"/>
  <Override PartName="/ppt/slideLayouts/slideLayout1424.xml" ContentType="application/vnd.openxmlformats-officedocument.presentationml.slideLayout+xml"/>
  <Override PartName="/ppt/slideLayouts/slideLayout1425.xml" ContentType="application/vnd.openxmlformats-officedocument.presentationml.slideLayout+xml"/>
  <Override PartName="/ppt/slideLayouts/slideLayout1426.xml" ContentType="application/vnd.openxmlformats-officedocument.presentationml.slideLayout+xml"/>
  <Override PartName="/ppt/slideLayouts/slideLayout1427.xml" ContentType="application/vnd.openxmlformats-officedocument.presentationml.slideLayout+xml"/>
  <Override PartName="/ppt/slideLayouts/slideLayout1428.xml" ContentType="application/vnd.openxmlformats-officedocument.presentationml.slideLayout+xml"/>
  <Override PartName="/ppt/slideLayouts/slideLayout1429.xml" ContentType="application/vnd.openxmlformats-officedocument.presentationml.slideLayout+xml"/>
  <Override PartName="/ppt/slideLayouts/slideLayout143.xml" ContentType="application/vnd.openxmlformats-officedocument.presentationml.slideLayout+xml"/>
  <Override PartName="/ppt/slideLayouts/slideLayout1430.xml" ContentType="application/vnd.openxmlformats-officedocument.presentationml.slideLayout+xml"/>
  <Override PartName="/ppt/slideLayouts/slideLayout1431.xml" ContentType="application/vnd.openxmlformats-officedocument.presentationml.slideLayout+xml"/>
  <Override PartName="/ppt/slideLayouts/slideLayout1432.xml" ContentType="application/vnd.openxmlformats-officedocument.presentationml.slideLayout+xml"/>
  <Override PartName="/ppt/slideLayouts/slideLayout1433.xml" ContentType="application/vnd.openxmlformats-officedocument.presentationml.slideLayout+xml"/>
  <Override PartName="/ppt/slideLayouts/slideLayout1434.xml" ContentType="application/vnd.openxmlformats-officedocument.presentationml.slideLayout+xml"/>
  <Override PartName="/ppt/slideLayouts/slideLayout1435.xml" ContentType="application/vnd.openxmlformats-officedocument.presentationml.slideLayout+xml"/>
  <Override PartName="/ppt/slideLayouts/slideLayout1436.xml" ContentType="application/vnd.openxmlformats-officedocument.presentationml.slideLayout+xml"/>
  <Override PartName="/ppt/slideLayouts/slideLayout1437.xml" ContentType="application/vnd.openxmlformats-officedocument.presentationml.slideLayout+xml"/>
  <Override PartName="/ppt/slideLayouts/slideLayout1438.xml" ContentType="application/vnd.openxmlformats-officedocument.presentationml.slideLayout+xml"/>
  <Override PartName="/ppt/slideLayouts/slideLayout1439.xml" ContentType="application/vnd.openxmlformats-officedocument.presentationml.slideLayout+xml"/>
  <Override PartName="/ppt/slideLayouts/slideLayout144.xml" ContentType="application/vnd.openxmlformats-officedocument.presentationml.slideLayout+xml"/>
  <Override PartName="/ppt/slideLayouts/slideLayout1440.xml" ContentType="application/vnd.openxmlformats-officedocument.presentationml.slideLayout+xml"/>
  <Override PartName="/ppt/slideLayouts/slideLayout1441.xml" ContentType="application/vnd.openxmlformats-officedocument.presentationml.slideLayout+xml"/>
  <Override PartName="/ppt/slideLayouts/slideLayout1442.xml" ContentType="application/vnd.openxmlformats-officedocument.presentationml.slideLayout+xml"/>
  <Override PartName="/ppt/slideLayouts/slideLayout1443.xml" ContentType="application/vnd.openxmlformats-officedocument.presentationml.slideLayout+xml"/>
  <Override PartName="/ppt/slideLayouts/slideLayout1444.xml" ContentType="application/vnd.openxmlformats-officedocument.presentationml.slideLayout+xml"/>
  <Override PartName="/ppt/slideLayouts/slideLayout1445.xml" ContentType="application/vnd.openxmlformats-officedocument.presentationml.slideLayout+xml"/>
  <Override PartName="/ppt/slideLayouts/slideLayout1446.xml" ContentType="application/vnd.openxmlformats-officedocument.presentationml.slideLayout+xml"/>
  <Override PartName="/ppt/slideLayouts/slideLayout1447.xml" ContentType="application/vnd.openxmlformats-officedocument.presentationml.slideLayout+xml"/>
  <Override PartName="/ppt/slideLayouts/slideLayout1448.xml" ContentType="application/vnd.openxmlformats-officedocument.presentationml.slideLayout+xml"/>
  <Override PartName="/ppt/slideLayouts/slideLayout1449.xml" ContentType="application/vnd.openxmlformats-officedocument.presentationml.slideLayout+xml"/>
  <Override PartName="/ppt/slideLayouts/slideLayout145.xml" ContentType="application/vnd.openxmlformats-officedocument.presentationml.slideLayout+xml"/>
  <Override PartName="/ppt/slideLayouts/slideLayout1450.xml" ContentType="application/vnd.openxmlformats-officedocument.presentationml.slideLayout+xml"/>
  <Override PartName="/ppt/slideLayouts/slideLayout1451.xml" ContentType="application/vnd.openxmlformats-officedocument.presentationml.slideLayout+xml"/>
  <Override PartName="/ppt/slideLayouts/slideLayout1452.xml" ContentType="application/vnd.openxmlformats-officedocument.presentationml.slideLayout+xml"/>
  <Override PartName="/ppt/slideLayouts/slideLayout1453.xml" ContentType="application/vnd.openxmlformats-officedocument.presentationml.slideLayout+xml"/>
  <Override PartName="/ppt/slideLayouts/slideLayout1454.xml" ContentType="application/vnd.openxmlformats-officedocument.presentationml.slideLayout+xml"/>
  <Override PartName="/ppt/slideLayouts/slideLayout1455.xml" ContentType="application/vnd.openxmlformats-officedocument.presentationml.slideLayout+xml"/>
  <Override PartName="/ppt/slideLayouts/slideLayout1456.xml" ContentType="application/vnd.openxmlformats-officedocument.presentationml.slideLayout+xml"/>
  <Override PartName="/ppt/slideLayouts/slideLayout1457.xml" ContentType="application/vnd.openxmlformats-officedocument.presentationml.slideLayout+xml"/>
  <Override PartName="/ppt/slideLayouts/slideLayout1458.xml" ContentType="application/vnd.openxmlformats-officedocument.presentationml.slideLayout+xml"/>
  <Override PartName="/ppt/slideLayouts/slideLayout1459.xml" ContentType="application/vnd.openxmlformats-officedocument.presentationml.slideLayout+xml"/>
  <Override PartName="/ppt/slideLayouts/slideLayout146.xml" ContentType="application/vnd.openxmlformats-officedocument.presentationml.slideLayout+xml"/>
  <Override PartName="/ppt/slideLayouts/slideLayout1460.xml" ContentType="application/vnd.openxmlformats-officedocument.presentationml.slideLayout+xml"/>
  <Override PartName="/ppt/slideLayouts/slideLayout1461.xml" ContentType="application/vnd.openxmlformats-officedocument.presentationml.slideLayout+xml"/>
  <Override PartName="/ppt/slideLayouts/slideLayout1462.xml" ContentType="application/vnd.openxmlformats-officedocument.presentationml.slideLayout+xml"/>
  <Override PartName="/ppt/slideLayouts/slideLayout1463.xml" ContentType="application/vnd.openxmlformats-officedocument.presentationml.slideLayout+xml"/>
  <Override PartName="/ppt/slideLayouts/slideLayout1464.xml" ContentType="application/vnd.openxmlformats-officedocument.presentationml.slideLayout+xml"/>
  <Override PartName="/ppt/slideLayouts/slideLayout1465.xml" ContentType="application/vnd.openxmlformats-officedocument.presentationml.slideLayout+xml"/>
  <Override PartName="/ppt/slideLayouts/slideLayout1466.xml" ContentType="application/vnd.openxmlformats-officedocument.presentationml.slideLayout+xml"/>
  <Override PartName="/ppt/slideLayouts/slideLayout1467.xml" ContentType="application/vnd.openxmlformats-officedocument.presentationml.slideLayout+xml"/>
  <Override PartName="/ppt/slideLayouts/slideLayout1468.xml" ContentType="application/vnd.openxmlformats-officedocument.presentationml.slideLayout+xml"/>
  <Override PartName="/ppt/slideLayouts/slideLayout1469.xml" ContentType="application/vnd.openxmlformats-officedocument.presentationml.slideLayout+xml"/>
  <Override PartName="/ppt/slideLayouts/slideLayout147.xml" ContentType="application/vnd.openxmlformats-officedocument.presentationml.slideLayout+xml"/>
  <Override PartName="/ppt/slideLayouts/slideLayout1470.xml" ContentType="application/vnd.openxmlformats-officedocument.presentationml.slideLayout+xml"/>
  <Override PartName="/ppt/slideLayouts/slideLayout1471.xml" ContentType="application/vnd.openxmlformats-officedocument.presentationml.slideLayout+xml"/>
  <Override PartName="/ppt/slideLayouts/slideLayout1472.xml" ContentType="application/vnd.openxmlformats-officedocument.presentationml.slideLayout+xml"/>
  <Override PartName="/ppt/slideLayouts/slideLayout1473.xml" ContentType="application/vnd.openxmlformats-officedocument.presentationml.slideLayout+xml"/>
  <Override PartName="/ppt/slideLayouts/slideLayout1474.xml" ContentType="application/vnd.openxmlformats-officedocument.presentationml.slideLayout+xml"/>
  <Override PartName="/ppt/slideLayouts/slideLayout1475.xml" ContentType="application/vnd.openxmlformats-officedocument.presentationml.slideLayout+xml"/>
  <Override PartName="/ppt/slideLayouts/slideLayout1476.xml" ContentType="application/vnd.openxmlformats-officedocument.presentationml.slideLayout+xml"/>
  <Override PartName="/ppt/slideLayouts/slideLayout1477.xml" ContentType="application/vnd.openxmlformats-officedocument.presentationml.slideLayout+xml"/>
  <Override PartName="/ppt/slideLayouts/slideLayout1478.xml" ContentType="application/vnd.openxmlformats-officedocument.presentationml.slideLayout+xml"/>
  <Override PartName="/ppt/slideLayouts/slideLayout1479.xml" ContentType="application/vnd.openxmlformats-officedocument.presentationml.slideLayout+xml"/>
  <Override PartName="/ppt/slideLayouts/slideLayout148.xml" ContentType="application/vnd.openxmlformats-officedocument.presentationml.slideLayout+xml"/>
  <Override PartName="/ppt/slideLayouts/slideLayout1480.xml" ContentType="application/vnd.openxmlformats-officedocument.presentationml.slideLayout+xml"/>
  <Override PartName="/ppt/slideLayouts/slideLayout1481.xml" ContentType="application/vnd.openxmlformats-officedocument.presentationml.slideLayout+xml"/>
  <Override PartName="/ppt/slideLayouts/slideLayout1482.xml" ContentType="application/vnd.openxmlformats-officedocument.presentationml.slideLayout+xml"/>
  <Override PartName="/ppt/slideLayouts/slideLayout1483.xml" ContentType="application/vnd.openxmlformats-officedocument.presentationml.slideLayout+xml"/>
  <Override PartName="/ppt/slideLayouts/slideLayout1484.xml" ContentType="application/vnd.openxmlformats-officedocument.presentationml.slideLayout+xml"/>
  <Override PartName="/ppt/slideLayouts/slideLayout1485.xml" ContentType="application/vnd.openxmlformats-officedocument.presentationml.slideLayout+xml"/>
  <Override PartName="/ppt/slideLayouts/slideLayout1486.xml" ContentType="application/vnd.openxmlformats-officedocument.presentationml.slideLayout+xml"/>
  <Override PartName="/ppt/slideLayouts/slideLayout1487.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33.xml" ContentType="application/vnd.openxmlformats-officedocument.presentationml.slideLayout+xml"/>
  <Override PartName="/ppt/slideLayouts/slideLayout434.xml" ContentType="application/vnd.openxmlformats-officedocument.presentationml.slideLayout+xml"/>
  <Override PartName="/ppt/slideLayouts/slideLayout435.xml" ContentType="application/vnd.openxmlformats-officedocument.presentationml.slideLayout+xml"/>
  <Override PartName="/ppt/slideLayouts/slideLayout436.xml" ContentType="application/vnd.openxmlformats-officedocument.presentationml.slideLayout+xml"/>
  <Override PartName="/ppt/slideLayouts/slideLayout437.xml" ContentType="application/vnd.openxmlformats-officedocument.presentationml.slideLayout+xml"/>
  <Override PartName="/ppt/slideLayouts/slideLayout438.xml" ContentType="application/vnd.openxmlformats-officedocument.presentationml.slideLayout+xml"/>
  <Override PartName="/ppt/slideLayouts/slideLayout439.xml" ContentType="application/vnd.openxmlformats-officedocument.presentationml.slideLayout+xml"/>
  <Override PartName="/ppt/slideLayouts/slideLayout44.xml" ContentType="application/vnd.openxmlformats-officedocument.presentationml.slideLayout+xml"/>
  <Override PartName="/ppt/slideLayouts/slideLayout440.xml" ContentType="application/vnd.openxmlformats-officedocument.presentationml.slideLayout+xml"/>
  <Override PartName="/ppt/slideLayouts/slideLayout441.xml" ContentType="application/vnd.openxmlformats-officedocument.presentationml.slideLayout+xml"/>
  <Override PartName="/ppt/slideLayouts/slideLayout442.xml" ContentType="application/vnd.openxmlformats-officedocument.presentationml.slideLayout+xml"/>
  <Override PartName="/ppt/slideLayouts/slideLayout443.xml" ContentType="application/vnd.openxmlformats-officedocument.presentationml.slideLayout+xml"/>
  <Override PartName="/ppt/slideLayouts/slideLayout444.xml" ContentType="application/vnd.openxmlformats-officedocument.presentationml.slideLayout+xml"/>
  <Override PartName="/ppt/slideLayouts/slideLayout445.xml" ContentType="application/vnd.openxmlformats-officedocument.presentationml.slideLayout+xml"/>
  <Override PartName="/ppt/slideLayouts/slideLayout446.xml" ContentType="application/vnd.openxmlformats-officedocument.presentationml.slideLayout+xml"/>
  <Override PartName="/ppt/slideLayouts/slideLayout447.xml" ContentType="application/vnd.openxmlformats-officedocument.presentationml.slideLayout+xml"/>
  <Override PartName="/ppt/slideLayouts/slideLayout448.xml" ContentType="application/vnd.openxmlformats-officedocument.presentationml.slideLayout+xml"/>
  <Override PartName="/ppt/slideLayouts/slideLayout449.xml" ContentType="application/vnd.openxmlformats-officedocument.presentationml.slideLayout+xml"/>
  <Override PartName="/ppt/slideLayouts/slideLayout45.xml" ContentType="application/vnd.openxmlformats-officedocument.presentationml.slideLayout+xml"/>
  <Override PartName="/ppt/slideLayouts/slideLayout450.xml" ContentType="application/vnd.openxmlformats-officedocument.presentationml.slideLayout+xml"/>
  <Override PartName="/ppt/slideLayouts/slideLayout451.xml" ContentType="application/vnd.openxmlformats-officedocument.presentationml.slideLayout+xml"/>
  <Override PartName="/ppt/slideLayouts/slideLayout452.xml" ContentType="application/vnd.openxmlformats-officedocument.presentationml.slideLayout+xml"/>
  <Override PartName="/ppt/slideLayouts/slideLayout453.xml" ContentType="application/vnd.openxmlformats-officedocument.presentationml.slideLayout+xml"/>
  <Override PartName="/ppt/slideLayouts/slideLayout454.xml" ContentType="application/vnd.openxmlformats-officedocument.presentationml.slideLayout+xml"/>
  <Override PartName="/ppt/slideLayouts/slideLayout455.xml" ContentType="application/vnd.openxmlformats-officedocument.presentationml.slideLayout+xml"/>
  <Override PartName="/ppt/slideLayouts/slideLayout456.xml" ContentType="application/vnd.openxmlformats-officedocument.presentationml.slideLayout+xml"/>
  <Override PartName="/ppt/slideLayouts/slideLayout457.xml" ContentType="application/vnd.openxmlformats-officedocument.presentationml.slideLayout+xml"/>
  <Override PartName="/ppt/slideLayouts/slideLayout458.xml" ContentType="application/vnd.openxmlformats-officedocument.presentationml.slideLayout+xml"/>
  <Override PartName="/ppt/slideLayouts/slideLayout459.xml" ContentType="application/vnd.openxmlformats-officedocument.presentationml.slideLayout+xml"/>
  <Override PartName="/ppt/slideLayouts/slideLayout46.xml" ContentType="application/vnd.openxmlformats-officedocument.presentationml.slideLayout+xml"/>
  <Override PartName="/ppt/slideLayouts/slideLayout460.xml" ContentType="application/vnd.openxmlformats-officedocument.presentationml.slideLayout+xml"/>
  <Override PartName="/ppt/slideLayouts/slideLayout461.xml" ContentType="application/vnd.openxmlformats-officedocument.presentationml.slideLayout+xml"/>
  <Override PartName="/ppt/slideLayouts/slideLayout462.xml" ContentType="application/vnd.openxmlformats-officedocument.presentationml.slideLayout+xml"/>
  <Override PartName="/ppt/slideLayouts/slideLayout463.xml" ContentType="application/vnd.openxmlformats-officedocument.presentationml.slideLayout+xml"/>
  <Override PartName="/ppt/slideLayouts/slideLayout464.xml" ContentType="application/vnd.openxmlformats-officedocument.presentationml.slideLayout+xml"/>
  <Override PartName="/ppt/slideLayouts/slideLayout465.xml" ContentType="application/vnd.openxmlformats-officedocument.presentationml.slideLayout+xml"/>
  <Override PartName="/ppt/slideLayouts/slideLayout466.xml" ContentType="application/vnd.openxmlformats-officedocument.presentationml.slideLayout+xml"/>
  <Override PartName="/ppt/slideLayouts/slideLayout467.xml" ContentType="application/vnd.openxmlformats-officedocument.presentationml.slideLayout+xml"/>
  <Override PartName="/ppt/slideLayouts/slideLayout468.xml" ContentType="application/vnd.openxmlformats-officedocument.presentationml.slideLayout+xml"/>
  <Override PartName="/ppt/slideLayouts/slideLayout469.xml" ContentType="application/vnd.openxmlformats-officedocument.presentationml.slideLayout+xml"/>
  <Override PartName="/ppt/slideLayouts/slideLayout47.xml" ContentType="application/vnd.openxmlformats-officedocument.presentationml.slideLayout+xml"/>
  <Override PartName="/ppt/slideLayouts/slideLayout470.xml" ContentType="application/vnd.openxmlformats-officedocument.presentationml.slideLayout+xml"/>
  <Override PartName="/ppt/slideLayouts/slideLayout471.xml" ContentType="application/vnd.openxmlformats-officedocument.presentationml.slideLayout+xml"/>
  <Override PartName="/ppt/slideLayouts/slideLayout472.xml" ContentType="application/vnd.openxmlformats-officedocument.presentationml.slideLayout+xml"/>
  <Override PartName="/ppt/slideLayouts/slideLayout473.xml" ContentType="application/vnd.openxmlformats-officedocument.presentationml.slideLayout+xml"/>
  <Override PartName="/ppt/slideLayouts/slideLayout474.xml" ContentType="application/vnd.openxmlformats-officedocument.presentationml.slideLayout+xml"/>
  <Override PartName="/ppt/slideLayouts/slideLayout475.xml" ContentType="application/vnd.openxmlformats-officedocument.presentationml.slideLayout+xml"/>
  <Override PartName="/ppt/slideLayouts/slideLayout476.xml" ContentType="application/vnd.openxmlformats-officedocument.presentationml.slideLayout+xml"/>
  <Override PartName="/ppt/slideLayouts/slideLayout477.xml" ContentType="application/vnd.openxmlformats-officedocument.presentationml.slideLayout+xml"/>
  <Override PartName="/ppt/slideLayouts/slideLayout478.xml" ContentType="application/vnd.openxmlformats-officedocument.presentationml.slideLayout+xml"/>
  <Override PartName="/ppt/slideLayouts/slideLayout479.xml" ContentType="application/vnd.openxmlformats-officedocument.presentationml.slideLayout+xml"/>
  <Override PartName="/ppt/slideLayouts/slideLayout48.xml" ContentType="application/vnd.openxmlformats-officedocument.presentationml.slideLayout+xml"/>
  <Override PartName="/ppt/slideLayouts/slideLayout480.xml" ContentType="application/vnd.openxmlformats-officedocument.presentationml.slideLayout+xml"/>
  <Override PartName="/ppt/slideLayouts/slideLayout481.xml" ContentType="application/vnd.openxmlformats-officedocument.presentationml.slideLayout+xml"/>
  <Override PartName="/ppt/slideLayouts/slideLayout482.xml" ContentType="application/vnd.openxmlformats-officedocument.presentationml.slideLayout+xml"/>
  <Override PartName="/ppt/slideLayouts/slideLayout483.xml" ContentType="application/vnd.openxmlformats-officedocument.presentationml.slideLayout+xml"/>
  <Override PartName="/ppt/slideLayouts/slideLayout484.xml" ContentType="application/vnd.openxmlformats-officedocument.presentationml.slideLayout+xml"/>
  <Override PartName="/ppt/slideLayouts/slideLayout485.xml" ContentType="application/vnd.openxmlformats-officedocument.presentationml.slideLayout+xml"/>
  <Override PartName="/ppt/slideLayouts/slideLayout486.xml" ContentType="application/vnd.openxmlformats-officedocument.presentationml.slideLayout+xml"/>
  <Override PartName="/ppt/slideLayouts/slideLayout487.xml" ContentType="application/vnd.openxmlformats-officedocument.presentationml.slideLayout+xml"/>
  <Override PartName="/ppt/slideLayouts/slideLayout488.xml" ContentType="application/vnd.openxmlformats-officedocument.presentationml.slideLayout+xml"/>
  <Override PartName="/ppt/slideLayouts/slideLayout489.xml" ContentType="application/vnd.openxmlformats-officedocument.presentationml.slideLayout+xml"/>
  <Override PartName="/ppt/slideLayouts/slideLayout49.xml" ContentType="application/vnd.openxmlformats-officedocument.presentationml.slideLayout+xml"/>
  <Override PartName="/ppt/slideLayouts/slideLayout490.xml" ContentType="application/vnd.openxmlformats-officedocument.presentationml.slideLayout+xml"/>
  <Override PartName="/ppt/slideLayouts/slideLayout491.xml" ContentType="application/vnd.openxmlformats-officedocument.presentationml.slideLayout+xml"/>
  <Override PartName="/ppt/slideLayouts/slideLayout492.xml" ContentType="application/vnd.openxmlformats-officedocument.presentationml.slideLayout+xml"/>
  <Override PartName="/ppt/slideLayouts/slideLayout493.xml" ContentType="application/vnd.openxmlformats-officedocument.presentationml.slideLayout+xml"/>
  <Override PartName="/ppt/slideLayouts/slideLayout494.xml" ContentType="application/vnd.openxmlformats-officedocument.presentationml.slideLayout+xml"/>
  <Override PartName="/ppt/slideLayouts/slideLayout495.xml" ContentType="application/vnd.openxmlformats-officedocument.presentationml.slideLayout+xml"/>
  <Override PartName="/ppt/slideLayouts/slideLayout496.xml" ContentType="application/vnd.openxmlformats-officedocument.presentationml.slideLayout+xml"/>
  <Override PartName="/ppt/slideLayouts/slideLayout497.xml" ContentType="application/vnd.openxmlformats-officedocument.presentationml.slideLayout+xml"/>
  <Override PartName="/ppt/slideLayouts/slideLayout498.xml" ContentType="application/vnd.openxmlformats-officedocument.presentationml.slideLayout+xml"/>
  <Override PartName="/ppt/slideLayouts/slideLayout49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00.xml" ContentType="application/vnd.openxmlformats-officedocument.presentationml.slideLayout+xml"/>
  <Override PartName="/ppt/slideLayouts/slideLayout501.xml" ContentType="application/vnd.openxmlformats-officedocument.presentationml.slideLayout+xml"/>
  <Override PartName="/ppt/slideLayouts/slideLayout502.xml" ContentType="application/vnd.openxmlformats-officedocument.presentationml.slideLayout+xml"/>
  <Override PartName="/ppt/slideLayouts/slideLayout503.xml" ContentType="application/vnd.openxmlformats-officedocument.presentationml.slideLayout+xml"/>
  <Override PartName="/ppt/slideLayouts/slideLayout504.xml" ContentType="application/vnd.openxmlformats-officedocument.presentationml.slideLayout+xml"/>
  <Override PartName="/ppt/slideLayouts/slideLayout505.xml" ContentType="application/vnd.openxmlformats-officedocument.presentationml.slideLayout+xml"/>
  <Override PartName="/ppt/slideLayouts/slideLayout506.xml" ContentType="application/vnd.openxmlformats-officedocument.presentationml.slideLayout+xml"/>
  <Override PartName="/ppt/slideLayouts/slideLayout507.xml" ContentType="application/vnd.openxmlformats-officedocument.presentationml.slideLayout+xml"/>
  <Override PartName="/ppt/slideLayouts/slideLayout508.xml" ContentType="application/vnd.openxmlformats-officedocument.presentationml.slideLayout+xml"/>
  <Override PartName="/ppt/slideLayouts/slideLayout509.xml" ContentType="application/vnd.openxmlformats-officedocument.presentationml.slideLayout+xml"/>
  <Override PartName="/ppt/slideLayouts/slideLayout51.xml" ContentType="application/vnd.openxmlformats-officedocument.presentationml.slideLayout+xml"/>
  <Override PartName="/ppt/slideLayouts/slideLayout510.xml" ContentType="application/vnd.openxmlformats-officedocument.presentationml.slideLayout+xml"/>
  <Override PartName="/ppt/slideLayouts/slideLayout511.xml" ContentType="application/vnd.openxmlformats-officedocument.presentationml.slideLayout+xml"/>
  <Override PartName="/ppt/slideLayouts/slideLayout512.xml" ContentType="application/vnd.openxmlformats-officedocument.presentationml.slideLayout+xml"/>
  <Override PartName="/ppt/slideLayouts/slideLayout513.xml" ContentType="application/vnd.openxmlformats-officedocument.presentationml.slideLayout+xml"/>
  <Override PartName="/ppt/slideLayouts/slideLayout514.xml" ContentType="application/vnd.openxmlformats-officedocument.presentationml.slideLayout+xml"/>
  <Override PartName="/ppt/slideLayouts/slideLayout515.xml" ContentType="application/vnd.openxmlformats-officedocument.presentationml.slideLayout+xml"/>
  <Override PartName="/ppt/slideLayouts/slideLayout516.xml" ContentType="application/vnd.openxmlformats-officedocument.presentationml.slideLayout+xml"/>
  <Override PartName="/ppt/slideLayouts/slideLayout517.xml" ContentType="application/vnd.openxmlformats-officedocument.presentationml.slideLayout+xml"/>
  <Override PartName="/ppt/slideLayouts/slideLayout518.xml" ContentType="application/vnd.openxmlformats-officedocument.presentationml.slideLayout+xml"/>
  <Override PartName="/ppt/slideLayouts/slideLayout519.xml" ContentType="application/vnd.openxmlformats-officedocument.presentationml.slideLayout+xml"/>
  <Override PartName="/ppt/slideLayouts/slideLayout52.xml" ContentType="application/vnd.openxmlformats-officedocument.presentationml.slideLayout+xml"/>
  <Override PartName="/ppt/slideLayouts/slideLayout520.xml" ContentType="application/vnd.openxmlformats-officedocument.presentationml.slideLayout+xml"/>
  <Override PartName="/ppt/slideLayouts/slideLayout521.xml" ContentType="application/vnd.openxmlformats-officedocument.presentationml.slideLayout+xml"/>
  <Override PartName="/ppt/slideLayouts/slideLayout522.xml" ContentType="application/vnd.openxmlformats-officedocument.presentationml.slideLayout+xml"/>
  <Override PartName="/ppt/slideLayouts/slideLayout523.xml" ContentType="application/vnd.openxmlformats-officedocument.presentationml.slideLayout+xml"/>
  <Override PartName="/ppt/slideLayouts/slideLayout524.xml" ContentType="application/vnd.openxmlformats-officedocument.presentationml.slideLayout+xml"/>
  <Override PartName="/ppt/slideLayouts/slideLayout525.xml" ContentType="application/vnd.openxmlformats-officedocument.presentationml.slideLayout+xml"/>
  <Override PartName="/ppt/slideLayouts/slideLayout526.xml" ContentType="application/vnd.openxmlformats-officedocument.presentationml.slideLayout+xml"/>
  <Override PartName="/ppt/slideLayouts/slideLayout527.xml" ContentType="application/vnd.openxmlformats-officedocument.presentationml.slideLayout+xml"/>
  <Override PartName="/ppt/slideLayouts/slideLayout528.xml" ContentType="application/vnd.openxmlformats-officedocument.presentationml.slideLayout+xml"/>
  <Override PartName="/ppt/slideLayouts/slideLayout529.xml" ContentType="application/vnd.openxmlformats-officedocument.presentationml.slideLayout+xml"/>
  <Override PartName="/ppt/slideLayouts/slideLayout53.xml" ContentType="application/vnd.openxmlformats-officedocument.presentationml.slideLayout+xml"/>
  <Override PartName="/ppt/slideLayouts/slideLayout530.xml" ContentType="application/vnd.openxmlformats-officedocument.presentationml.slideLayout+xml"/>
  <Override PartName="/ppt/slideLayouts/slideLayout531.xml" ContentType="application/vnd.openxmlformats-officedocument.presentationml.slideLayout+xml"/>
  <Override PartName="/ppt/slideLayouts/slideLayout532.xml" ContentType="application/vnd.openxmlformats-officedocument.presentationml.slideLayout+xml"/>
  <Override PartName="/ppt/slideLayouts/slideLayout533.xml" ContentType="application/vnd.openxmlformats-officedocument.presentationml.slideLayout+xml"/>
  <Override PartName="/ppt/slideLayouts/slideLayout534.xml" ContentType="application/vnd.openxmlformats-officedocument.presentationml.slideLayout+xml"/>
  <Override PartName="/ppt/slideLayouts/slideLayout535.xml" ContentType="application/vnd.openxmlformats-officedocument.presentationml.slideLayout+xml"/>
  <Override PartName="/ppt/slideLayouts/slideLayout536.xml" ContentType="application/vnd.openxmlformats-officedocument.presentationml.slideLayout+xml"/>
  <Override PartName="/ppt/slideLayouts/slideLayout537.xml" ContentType="application/vnd.openxmlformats-officedocument.presentationml.slideLayout+xml"/>
  <Override PartName="/ppt/slideLayouts/slideLayout538.xml" ContentType="application/vnd.openxmlformats-officedocument.presentationml.slideLayout+xml"/>
  <Override PartName="/ppt/slideLayouts/slideLayout539.xml" ContentType="application/vnd.openxmlformats-officedocument.presentationml.slideLayout+xml"/>
  <Override PartName="/ppt/slideLayouts/slideLayout54.xml" ContentType="application/vnd.openxmlformats-officedocument.presentationml.slideLayout+xml"/>
  <Override PartName="/ppt/slideLayouts/slideLayout540.xml" ContentType="application/vnd.openxmlformats-officedocument.presentationml.slideLayout+xml"/>
  <Override PartName="/ppt/slideLayouts/slideLayout541.xml" ContentType="application/vnd.openxmlformats-officedocument.presentationml.slideLayout+xml"/>
  <Override PartName="/ppt/slideLayouts/slideLayout542.xml" ContentType="application/vnd.openxmlformats-officedocument.presentationml.slideLayout+xml"/>
  <Override PartName="/ppt/slideLayouts/slideLayout543.xml" ContentType="application/vnd.openxmlformats-officedocument.presentationml.slideLayout+xml"/>
  <Override PartName="/ppt/slideLayouts/slideLayout544.xml" ContentType="application/vnd.openxmlformats-officedocument.presentationml.slideLayout+xml"/>
  <Override PartName="/ppt/slideLayouts/slideLayout545.xml" ContentType="application/vnd.openxmlformats-officedocument.presentationml.slideLayout+xml"/>
  <Override PartName="/ppt/slideLayouts/slideLayout546.xml" ContentType="application/vnd.openxmlformats-officedocument.presentationml.slideLayout+xml"/>
  <Override PartName="/ppt/slideLayouts/slideLayout547.xml" ContentType="application/vnd.openxmlformats-officedocument.presentationml.slideLayout+xml"/>
  <Override PartName="/ppt/slideLayouts/slideLayout548.xml" ContentType="application/vnd.openxmlformats-officedocument.presentationml.slideLayout+xml"/>
  <Override PartName="/ppt/slideLayouts/slideLayout549.xml" ContentType="application/vnd.openxmlformats-officedocument.presentationml.slideLayout+xml"/>
  <Override PartName="/ppt/slideLayouts/slideLayout55.xml" ContentType="application/vnd.openxmlformats-officedocument.presentationml.slideLayout+xml"/>
  <Override PartName="/ppt/slideLayouts/slideLayout550.xml" ContentType="application/vnd.openxmlformats-officedocument.presentationml.slideLayout+xml"/>
  <Override PartName="/ppt/slideLayouts/slideLayout551.xml" ContentType="application/vnd.openxmlformats-officedocument.presentationml.slideLayout+xml"/>
  <Override PartName="/ppt/slideLayouts/slideLayout552.xml" ContentType="application/vnd.openxmlformats-officedocument.presentationml.slideLayout+xml"/>
  <Override PartName="/ppt/slideLayouts/slideLayout553.xml" ContentType="application/vnd.openxmlformats-officedocument.presentationml.slideLayout+xml"/>
  <Override PartName="/ppt/slideLayouts/slideLayout554.xml" ContentType="application/vnd.openxmlformats-officedocument.presentationml.slideLayout+xml"/>
  <Override PartName="/ppt/slideLayouts/slideLayout555.xml" ContentType="application/vnd.openxmlformats-officedocument.presentationml.slideLayout+xml"/>
  <Override PartName="/ppt/slideLayouts/slideLayout556.xml" ContentType="application/vnd.openxmlformats-officedocument.presentationml.slideLayout+xml"/>
  <Override PartName="/ppt/slideLayouts/slideLayout557.xml" ContentType="application/vnd.openxmlformats-officedocument.presentationml.slideLayout+xml"/>
  <Override PartName="/ppt/slideLayouts/slideLayout558.xml" ContentType="application/vnd.openxmlformats-officedocument.presentationml.slideLayout+xml"/>
  <Override PartName="/ppt/slideLayouts/slideLayout559.xml" ContentType="application/vnd.openxmlformats-officedocument.presentationml.slideLayout+xml"/>
  <Override PartName="/ppt/slideLayouts/slideLayout56.xml" ContentType="application/vnd.openxmlformats-officedocument.presentationml.slideLayout+xml"/>
  <Override PartName="/ppt/slideLayouts/slideLayout560.xml" ContentType="application/vnd.openxmlformats-officedocument.presentationml.slideLayout+xml"/>
  <Override PartName="/ppt/slideLayouts/slideLayout561.xml" ContentType="application/vnd.openxmlformats-officedocument.presentationml.slideLayout+xml"/>
  <Override PartName="/ppt/slideLayouts/slideLayout562.xml" ContentType="application/vnd.openxmlformats-officedocument.presentationml.slideLayout+xml"/>
  <Override PartName="/ppt/slideLayouts/slideLayout563.xml" ContentType="application/vnd.openxmlformats-officedocument.presentationml.slideLayout+xml"/>
  <Override PartName="/ppt/slideLayouts/slideLayout564.xml" ContentType="application/vnd.openxmlformats-officedocument.presentationml.slideLayout+xml"/>
  <Override PartName="/ppt/slideLayouts/slideLayout565.xml" ContentType="application/vnd.openxmlformats-officedocument.presentationml.slideLayout+xml"/>
  <Override PartName="/ppt/slideLayouts/slideLayout566.xml" ContentType="application/vnd.openxmlformats-officedocument.presentationml.slideLayout+xml"/>
  <Override PartName="/ppt/slideLayouts/slideLayout567.xml" ContentType="application/vnd.openxmlformats-officedocument.presentationml.slideLayout+xml"/>
  <Override PartName="/ppt/slideLayouts/slideLayout568.xml" ContentType="application/vnd.openxmlformats-officedocument.presentationml.slideLayout+xml"/>
  <Override PartName="/ppt/slideLayouts/slideLayout569.xml" ContentType="application/vnd.openxmlformats-officedocument.presentationml.slideLayout+xml"/>
  <Override PartName="/ppt/slideLayouts/slideLayout57.xml" ContentType="application/vnd.openxmlformats-officedocument.presentationml.slideLayout+xml"/>
  <Override PartName="/ppt/slideLayouts/slideLayout570.xml" ContentType="application/vnd.openxmlformats-officedocument.presentationml.slideLayout+xml"/>
  <Override PartName="/ppt/slideLayouts/slideLayout571.xml" ContentType="application/vnd.openxmlformats-officedocument.presentationml.slideLayout+xml"/>
  <Override PartName="/ppt/slideLayouts/slideLayout572.xml" ContentType="application/vnd.openxmlformats-officedocument.presentationml.slideLayout+xml"/>
  <Override PartName="/ppt/slideLayouts/slideLayout573.xml" ContentType="application/vnd.openxmlformats-officedocument.presentationml.slideLayout+xml"/>
  <Override PartName="/ppt/slideLayouts/slideLayout574.xml" ContentType="application/vnd.openxmlformats-officedocument.presentationml.slideLayout+xml"/>
  <Override PartName="/ppt/slideLayouts/slideLayout575.xml" ContentType="application/vnd.openxmlformats-officedocument.presentationml.slideLayout+xml"/>
  <Override PartName="/ppt/slideLayouts/slideLayout576.xml" ContentType="application/vnd.openxmlformats-officedocument.presentationml.slideLayout+xml"/>
  <Override PartName="/ppt/slideLayouts/slideLayout577.xml" ContentType="application/vnd.openxmlformats-officedocument.presentationml.slideLayout+xml"/>
  <Override PartName="/ppt/slideLayouts/slideLayout578.xml" ContentType="application/vnd.openxmlformats-officedocument.presentationml.slideLayout+xml"/>
  <Override PartName="/ppt/slideLayouts/slideLayout579.xml" ContentType="application/vnd.openxmlformats-officedocument.presentationml.slideLayout+xml"/>
  <Override PartName="/ppt/slideLayouts/slideLayout58.xml" ContentType="application/vnd.openxmlformats-officedocument.presentationml.slideLayout+xml"/>
  <Override PartName="/ppt/slideLayouts/slideLayout580.xml" ContentType="application/vnd.openxmlformats-officedocument.presentationml.slideLayout+xml"/>
  <Override PartName="/ppt/slideLayouts/slideLayout581.xml" ContentType="application/vnd.openxmlformats-officedocument.presentationml.slideLayout+xml"/>
  <Override PartName="/ppt/slideLayouts/slideLayout582.xml" ContentType="application/vnd.openxmlformats-officedocument.presentationml.slideLayout+xml"/>
  <Override PartName="/ppt/slideLayouts/slideLayout583.xml" ContentType="application/vnd.openxmlformats-officedocument.presentationml.slideLayout+xml"/>
  <Override PartName="/ppt/slideLayouts/slideLayout584.xml" ContentType="application/vnd.openxmlformats-officedocument.presentationml.slideLayout+xml"/>
  <Override PartName="/ppt/slideLayouts/slideLayout585.xml" ContentType="application/vnd.openxmlformats-officedocument.presentationml.slideLayout+xml"/>
  <Override PartName="/ppt/slideLayouts/slideLayout586.xml" ContentType="application/vnd.openxmlformats-officedocument.presentationml.slideLayout+xml"/>
  <Override PartName="/ppt/slideLayouts/slideLayout587.xml" ContentType="application/vnd.openxmlformats-officedocument.presentationml.slideLayout+xml"/>
  <Override PartName="/ppt/slideLayouts/slideLayout588.xml" ContentType="application/vnd.openxmlformats-officedocument.presentationml.slideLayout+xml"/>
  <Override PartName="/ppt/slideLayouts/slideLayout589.xml" ContentType="application/vnd.openxmlformats-officedocument.presentationml.slideLayout+xml"/>
  <Override PartName="/ppt/slideLayouts/slideLayout59.xml" ContentType="application/vnd.openxmlformats-officedocument.presentationml.slideLayout+xml"/>
  <Override PartName="/ppt/slideLayouts/slideLayout590.xml" ContentType="application/vnd.openxmlformats-officedocument.presentationml.slideLayout+xml"/>
  <Override PartName="/ppt/slideLayouts/slideLayout591.xml" ContentType="application/vnd.openxmlformats-officedocument.presentationml.slideLayout+xml"/>
  <Override PartName="/ppt/slideLayouts/slideLayout592.xml" ContentType="application/vnd.openxmlformats-officedocument.presentationml.slideLayout+xml"/>
  <Override PartName="/ppt/slideLayouts/slideLayout593.xml" ContentType="application/vnd.openxmlformats-officedocument.presentationml.slideLayout+xml"/>
  <Override PartName="/ppt/slideLayouts/slideLayout594.xml" ContentType="application/vnd.openxmlformats-officedocument.presentationml.slideLayout+xml"/>
  <Override PartName="/ppt/slideLayouts/slideLayout595.xml" ContentType="application/vnd.openxmlformats-officedocument.presentationml.slideLayout+xml"/>
  <Override PartName="/ppt/slideLayouts/slideLayout596.xml" ContentType="application/vnd.openxmlformats-officedocument.presentationml.slideLayout+xml"/>
  <Override PartName="/ppt/slideLayouts/slideLayout597.xml" ContentType="application/vnd.openxmlformats-officedocument.presentationml.slideLayout+xml"/>
  <Override PartName="/ppt/slideLayouts/slideLayout598.xml" ContentType="application/vnd.openxmlformats-officedocument.presentationml.slideLayout+xml"/>
  <Override PartName="/ppt/slideLayouts/slideLayout59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00.xml" ContentType="application/vnd.openxmlformats-officedocument.presentationml.slideLayout+xml"/>
  <Override PartName="/ppt/slideLayouts/slideLayout601.xml" ContentType="application/vnd.openxmlformats-officedocument.presentationml.slideLayout+xml"/>
  <Override PartName="/ppt/slideLayouts/slideLayout602.xml" ContentType="application/vnd.openxmlformats-officedocument.presentationml.slideLayout+xml"/>
  <Override PartName="/ppt/slideLayouts/slideLayout603.xml" ContentType="application/vnd.openxmlformats-officedocument.presentationml.slideLayout+xml"/>
  <Override PartName="/ppt/slideLayouts/slideLayout604.xml" ContentType="application/vnd.openxmlformats-officedocument.presentationml.slideLayout+xml"/>
  <Override PartName="/ppt/slideLayouts/slideLayout605.xml" ContentType="application/vnd.openxmlformats-officedocument.presentationml.slideLayout+xml"/>
  <Override PartName="/ppt/slideLayouts/slideLayout606.xml" ContentType="application/vnd.openxmlformats-officedocument.presentationml.slideLayout+xml"/>
  <Override PartName="/ppt/slideLayouts/slideLayout607.xml" ContentType="application/vnd.openxmlformats-officedocument.presentationml.slideLayout+xml"/>
  <Override PartName="/ppt/slideLayouts/slideLayout608.xml" ContentType="application/vnd.openxmlformats-officedocument.presentationml.slideLayout+xml"/>
  <Override PartName="/ppt/slideLayouts/slideLayout609.xml" ContentType="application/vnd.openxmlformats-officedocument.presentationml.slideLayout+xml"/>
  <Override PartName="/ppt/slideLayouts/slideLayout61.xml" ContentType="application/vnd.openxmlformats-officedocument.presentationml.slideLayout+xml"/>
  <Override PartName="/ppt/slideLayouts/slideLayout610.xml" ContentType="application/vnd.openxmlformats-officedocument.presentationml.slideLayout+xml"/>
  <Override PartName="/ppt/slideLayouts/slideLayout611.xml" ContentType="application/vnd.openxmlformats-officedocument.presentationml.slideLayout+xml"/>
  <Override PartName="/ppt/slideLayouts/slideLayout612.xml" ContentType="application/vnd.openxmlformats-officedocument.presentationml.slideLayout+xml"/>
  <Override PartName="/ppt/slideLayouts/slideLayout613.xml" ContentType="application/vnd.openxmlformats-officedocument.presentationml.slideLayout+xml"/>
  <Override PartName="/ppt/slideLayouts/slideLayout614.xml" ContentType="application/vnd.openxmlformats-officedocument.presentationml.slideLayout+xml"/>
  <Override PartName="/ppt/slideLayouts/slideLayout615.xml" ContentType="application/vnd.openxmlformats-officedocument.presentationml.slideLayout+xml"/>
  <Override PartName="/ppt/slideLayouts/slideLayout616.xml" ContentType="application/vnd.openxmlformats-officedocument.presentationml.slideLayout+xml"/>
  <Override PartName="/ppt/slideLayouts/slideLayout617.xml" ContentType="application/vnd.openxmlformats-officedocument.presentationml.slideLayout+xml"/>
  <Override PartName="/ppt/slideLayouts/slideLayout618.xml" ContentType="application/vnd.openxmlformats-officedocument.presentationml.slideLayout+xml"/>
  <Override PartName="/ppt/slideLayouts/slideLayout619.xml" ContentType="application/vnd.openxmlformats-officedocument.presentationml.slideLayout+xml"/>
  <Override PartName="/ppt/slideLayouts/slideLayout62.xml" ContentType="application/vnd.openxmlformats-officedocument.presentationml.slideLayout+xml"/>
  <Override PartName="/ppt/slideLayouts/slideLayout620.xml" ContentType="application/vnd.openxmlformats-officedocument.presentationml.slideLayout+xml"/>
  <Override PartName="/ppt/slideLayouts/slideLayout621.xml" ContentType="application/vnd.openxmlformats-officedocument.presentationml.slideLayout+xml"/>
  <Override PartName="/ppt/slideLayouts/slideLayout622.xml" ContentType="application/vnd.openxmlformats-officedocument.presentationml.slideLayout+xml"/>
  <Override PartName="/ppt/slideLayouts/slideLayout623.xml" ContentType="application/vnd.openxmlformats-officedocument.presentationml.slideLayout+xml"/>
  <Override PartName="/ppt/slideLayouts/slideLayout624.xml" ContentType="application/vnd.openxmlformats-officedocument.presentationml.slideLayout+xml"/>
  <Override PartName="/ppt/slideLayouts/slideLayout625.xml" ContentType="application/vnd.openxmlformats-officedocument.presentationml.slideLayout+xml"/>
  <Override PartName="/ppt/slideLayouts/slideLayout626.xml" ContentType="application/vnd.openxmlformats-officedocument.presentationml.slideLayout+xml"/>
  <Override PartName="/ppt/slideLayouts/slideLayout627.xml" ContentType="application/vnd.openxmlformats-officedocument.presentationml.slideLayout+xml"/>
  <Override PartName="/ppt/slideLayouts/slideLayout628.xml" ContentType="application/vnd.openxmlformats-officedocument.presentationml.slideLayout+xml"/>
  <Override PartName="/ppt/slideLayouts/slideLayout629.xml" ContentType="application/vnd.openxmlformats-officedocument.presentationml.slideLayout+xml"/>
  <Override PartName="/ppt/slideLayouts/slideLayout63.xml" ContentType="application/vnd.openxmlformats-officedocument.presentationml.slideLayout+xml"/>
  <Override PartName="/ppt/slideLayouts/slideLayout630.xml" ContentType="application/vnd.openxmlformats-officedocument.presentationml.slideLayout+xml"/>
  <Override PartName="/ppt/slideLayouts/slideLayout631.xml" ContentType="application/vnd.openxmlformats-officedocument.presentationml.slideLayout+xml"/>
  <Override PartName="/ppt/slideLayouts/slideLayout632.xml" ContentType="application/vnd.openxmlformats-officedocument.presentationml.slideLayout+xml"/>
  <Override PartName="/ppt/slideLayouts/slideLayout633.xml" ContentType="application/vnd.openxmlformats-officedocument.presentationml.slideLayout+xml"/>
  <Override PartName="/ppt/slideLayouts/slideLayout634.xml" ContentType="application/vnd.openxmlformats-officedocument.presentationml.slideLayout+xml"/>
  <Override PartName="/ppt/slideLayouts/slideLayout635.xml" ContentType="application/vnd.openxmlformats-officedocument.presentationml.slideLayout+xml"/>
  <Override PartName="/ppt/slideLayouts/slideLayout636.xml" ContentType="application/vnd.openxmlformats-officedocument.presentationml.slideLayout+xml"/>
  <Override PartName="/ppt/slideLayouts/slideLayout637.xml" ContentType="application/vnd.openxmlformats-officedocument.presentationml.slideLayout+xml"/>
  <Override PartName="/ppt/slideLayouts/slideLayout638.xml" ContentType="application/vnd.openxmlformats-officedocument.presentationml.slideLayout+xml"/>
  <Override PartName="/ppt/slideLayouts/slideLayout639.xml" ContentType="application/vnd.openxmlformats-officedocument.presentationml.slideLayout+xml"/>
  <Override PartName="/ppt/slideLayouts/slideLayout64.xml" ContentType="application/vnd.openxmlformats-officedocument.presentationml.slideLayout+xml"/>
  <Override PartName="/ppt/slideLayouts/slideLayout640.xml" ContentType="application/vnd.openxmlformats-officedocument.presentationml.slideLayout+xml"/>
  <Override PartName="/ppt/slideLayouts/slideLayout641.xml" ContentType="application/vnd.openxmlformats-officedocument.presentationml.slideLayout+xml"/>
  <Override PartName="/ppt/slideLayouts/slideLayout642.xml" ContentType="application/vnd.openxmlformats-officedocument.presentationml.slideLayout+xml"/>
  <Override PartName="/ppt/slideLayouts/slideLayout643.xml" ContentType="application/vnd.openxmlformats-officedocument.presentationml.slideLayout+xml"/>
  <Override PartName="/ppt/slideLayouts/slideLayout644.xml" ContentType="application/vnd.openxmlformats-officedocument.presentationml.slideLayout+xml"/>
  <Override PartName="/ppt/slideLayouts/slideLayout645.xml" ContentType="application/vnd.openxmlformats-officedocument.presentationml.slideLayout+xml"/>
  <Override PartName="/ppt/slideLayouts/slideLayout646.xml" ContentType="application/vnd.openxmlformats-officedocument.presentationml.slideLayout+xml"/>
  <Override PartName="/ppt/slideLayouts/slideLayout647.xml" ContentType="application/vnd.openxmlformats-officedocument.presentationml.slideLayout+xml"/>
  <Override PartName="/ppt/slideLayouts/slideLayout648.xml" ContentType="application/vnd.openxmlformats-officedocument.presentationml.slideLayout+xml"/>
  <Override PartName="/ppt/slideLayouts/slideLayout649.xml" ContentType="application/vnd.openxmlformats-officedocument.presentationml.slideLayout+xml"/>
  <Override PartName="/ppt/slideLayouts/slideLayout65.xml" ContentType="application/vnd.openxmlformats-officedocument.presentationml.slideLayout+xml"/>
  <Override PartName="/ppt/slideLayouts/slideLayout650.xml" ContentType="application/vnd.openxmlformats-officedocument.presentationml.slideLayout+xml"/>
  <Override PartName="/ppt/slideLayouts/slideLayout651.xml" ContentType="application/vnd.openxmlformats-officedocument.presentationml.slideLayout+xml"/>
  <Override PartName="/ppt/slideLayouts/slideLayout652.xml" ContentType="application/vnd.openxmlformats-officedocument.presentationml.slideLayout+xml"/>
  <Override PartName="/ppt/slideLayouts/slideLayout653.xml" ContentType="application/vnd.openxmlformats-officedocument.presentationml.slideLayout+xml"/>
  <Override PartName="/ppt/slideLayouts/slideLayout654.xml" ContentType="application/vnd.openxmlformats-officedocument.presentationml.slideLayout+xml"/>
  <Override PartName="/ppt/slideLayouts/slideLayout655.xml" ContentType="application/vnd.openxmlformats-officedocument.presentationml.slideLayout+xml"/>
  <Override PartName="/ppt/slideLayouts/slideLayout656.xml" ContentType="application/vnd.openxmlformats-officedocument.presentationml.slideLayout+xml"/>
  <Override PartName="/ppt/slideLayouts/slideLayout657.xml" ContentType="application/vnd.openxmlformats-officedocument.presentationml.slideLayout+xml"/>
  <Override PartName="/ppt/slideLayouts/slideLayout658.xml" ContentType="application/vnd.openxmlformats-officedocument.presentationml.slideLayout+xml"/>
  <Override PartName="/ppt/slideLayouts/slideLayout659.xml" ContentType="application/vnd.openxmlformats-officedocument.presentationml.slideLayout+xml"/>
  <Override PartName="/ppt/slideLayouts/slideLayout66.xml" ContentType="application/vnd.openxmlformats-officedocument.presentationml.slideLayout+xml"/>
  <Override PartName="/ppt/slideLayouts/slideLayout660.xml" ContentType="application/vnd.openxmlformats-officedocument.presentationml.slideLayout+xml"/>
  <Override PartName="/ppt/slideLayouts/slideLayout661.xml" ContentType="application/vnd.openxmlformats-officedocument.presentationml.slideLayout+xml"/>
  <Override PartName="/ppt/slideLayouts/slideLayout662.xml" ContentType="application/vnd.openxmlformats-officedocument.presentationml.slideLayout+xml"/>
  <Override PartName="/ppt/slideLayouts/slideLayout663.xml" ContentType="application/vnd.openxmlformats-officedocument.presentationml.slideLayout+xml"/>
  <Override PartName="/ppt/slideLayouts/slideLayout664.xml" ContentType="application/vnd.openxmlformats-officedocument.presentationml.slideLayout+xml"/>
  <Override PartName="/ppt/slideLayouts/slideLayout665.xml" ContentType="application/vnd.openxmlformats-officedocument.presentationml.slideLayout+xml"/>
  <Override PartName="/ppt/slideLayouts/slideLayout666.xml" ContentType="application/vnd.openxmlformats-officedocument.presentationml.slideLayout+xml"/>
  <Override PartName="/ppt/slideLayouts/slideLayout667.xml" ContentType="application/vnd.openxmlformats-officedocument.presentationml.slideLayout+xml"/>
  <Override PartName="/ppt/slideLayouts/slideLayout668.xml" ContentType="application/vnd.openxmlformats-officedocument.presentationml.slideLayout+xml"/>
  <Override PartName="/ppt/slideLayouts/slideLayout669.xml" ContentType="application/vnd.openxmlformats-officedocument.presentationml.slideLayout+xml"/>
  <Override PartName="/ppt/slideLayouts/slideLayout67.xml" ContentType="application/vnd.openxmlformats-officedocument.presentationml.slideLayout+xml"/>
  <Override PartName="/ppt/slideLayouts/slideLayout670.xml" ContentType="application/vnd.openxmlformats-officedocument.presentationml.slideLayout+xml"/>
  <Override PartName="/ppt/slideLayouts/slideLayout671.xml" ContentType="application/vnd.openxmlformats-officedocument.presentationml.slideLayout+xml"/>
  <Override PartName="/ppt/slideLayouts/slideLayout672.xml" ContentType="application/vnd.openxmlformats-officedocument.presentationml.slideLayout+xml"/>
  <Override PartName="/ppt/slideLayouts/slideLayout673.xml" ContentType="application/vnd.openxmlformats-officedocument.presentationml.slideLayout+xml"/>
  <Override PartName="/ppt/slideLayouts/slideLayout674.xml" ContentType="application/vnd.openxmlformats-officedocument.presentationml.slideLayout+xml"/>
  <Override PartName="/ppt/slideLayouts/slideLayout675.xml" ContentType="application/vnd.openxmlformats-officedocument.presentationml.slideLayout+xml"/>
  <Override PartName="/ppt/slideLayouts/slideLayout676.xml" ContentType="application/vnd.openxmlformats-officedocument.presentationml.slideLayout+xml"/>
  <Override PartName="/ppt/slideLayouts/slideLayout677.xml" ContentType="application/vnd.openxmlformats-officedocument.presentationml.slideLayout+xml"/>
  <Override PartName="/ppt/slideLayouts/slideLayout678.xml" ContentType="application/vnd.openxmlformats-officedocument.presentationml.slideLayout+xml"/>
  <Override PartName="/ppt/slideLayouts/slideLayout679.xml" ContentType="application/vnd.openxmlformats-officedocument.presentationml.slideLayout+xml"/>
  <Override PartName="/ppt/slideLayouts/slideLayout68.xml" ContentType="application/vnd.openxmlformats-officedocument.presentationml.slideLayout+xml"/>
  <Override PartName="/ppt/slideLayouts/slideLayout680.xml" ContentType="application/vnd.openxmlformats-officedocument.presentationml.slideLayout+xml"/>
  <Override PartName="/ppt/slideLayouts/slideLayout681.xml" ContentType="application/vnd.openxmlformats-officedocument.presentationml.slideLayout+xml"/>
  <Override PartName="/ppt/slideLayouts/slideLayout682.xml" ContentType="application/vnd.openxmlformats-officedocument.presentationml.slideLayout+xml"/>
  <Override PartName="/ppt/slideLayouts/slideLayout683.xml" ContentType="application/vnd.openxmlformats-officedocument.presentationml.slideLayout+xml"/>
  <Override PartName="/ppt/slideLayouts/slideLayout684.xml" ContentType="application/vnd.openxmlformats-officedocument.presentationml.slideLayout+xml"/>
  <Override PartName="/ppt/slideLayouts/slideLayout685.xml" ContentType="application/vnd.openxmlformats-officedocument.presentationml.slideLayout+xml"/>
  <Override PartName="/ppt/slideLayouts/slideLayout686.xml" ContentType="application/vnd.openxmlformats-officedocument.presentationml.slideLayout+xml"/>
  <Override PartName="/ppt/slideLayouts/slideLayout687.xml" ContentType="application/vnd.openxmlformats-officedocument.presentationml.slideLayout+xml"/>
  <Override PartName="/ppt/slideLayouts/slideLayout688.xml" ContentType="application/vnd.openxmlformats-officedocument.presentationml.slideLayout+xml"/>
  <Override PartName="/ppt/slideLayouts/slideLayout689.xml" ContentType="application/vnd.openxmlformats-officedocument.presentationml.slideLayout+xml"/>
  <Override PartName="/ppt/slideLayouts/slideLayout69.xml" ContentType="application/vnd.openxmlformats-officedocument.presentationml.slideLayout+xml"/>
  <Override PartName="/ppt/slideLayouts/slideLayout690.xml" ContentType="application/vnd.openxmlformats-officedocument.presentationml.slideLayout+xml"/>
  <Override PartName="/ppt/slideLayouts/slideLayout691.xml" ContentType="application/vnd.openxmlformats-officedocument.presentationml.slideLayout+xml"/>
  <Override PartName="/ppt/slideLayouts/slideLayout692.xml" ContentType="application/vnd.openxmlformats-officedocument.presentationml.slideLayout+xml"/>
  <Override PartName="/ppt/slideLayouts/slideLayout693.xml" ContentType="application/vnd.openxmlformats-officedocument.presentationml.slideLayout+xml"/>
  <Override PartName="/ppt/slideLayouts/slideLayout694.xml" ContentType="application/vnd.openxmlformats-officedocument.presentationml.slideLayout+xml"/>
  <Override PartName="/ppt/slideLayouts/slideLayout695.xml" ContentType="application/vnd.openxmlformats-officedocument.presentationml.slideLayout+xml"/>
  <Override PartName="/ppt/slideLayouts/slideLayout696.xml" ContentType="application/vnd.openxmlformats-officedocument.presentationml.slideLayout+xml"/>
  <Override PartName="/ppt/slideLayouts/slideLayout697.xml" ContentType="application/vnd.openxmlformats-officedocument.presentationml.slideLayout+xml"/>
  <Override PartName="/ppt/slideLayouts/slideLayout698.xml" ContentType="application/vnd.openxmlformats-officedocument.presentationml.slideLayout+xml"/>
  <Override PartName="/ppt/slideLayouts/slideLayout69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00.xml" ContentType="application/vnd.openxmlformats-officedocument.presentationml.slideLayout+xml"/>
  <Override PartName="/ppt/slideLayouts/slideLayout701.xml" ContentType="application/vnd.openxmlformats-officedocument.presentationml.slideLayout+xml"/>
  <Override PartName="/ppt/slideLayouts/slideLayout702.xml" ContentType="application/vnd.openxmlformats-officedocument.presentationml.slideLayout+xml"/>
  <Override PartName="/ppt/slideLayouts/slideLayout703.xml" ContentType="application/vnd.openxmlformats-officedocument.presentationml.slideLayout+xml"/>
  <Override PartName="/ppt/slideLayouts/slideLayout704.xml" ContentType="application/vnd.openxmlformats-officedocument.presentationml.slideLayout+xml"/>
  <Override PartName="/ppt/slideLayouts/slideLayout705.xml" ContentType="application/vnd.openxmlformats-officedocument.presentationml.slideLayout+xml"/>
  <Override PartName="/ppt/slideLayouts/slideLayout706.xml" ContentType="application/vnd.openxmlformats-officedocument.presentationml.slideLayout+xml"/>
  <Override PartName="/ppt/slideLayouts/slideLayout707.xml" ContentType="application/vnd.openxmlformats-officedocument.presentationml.slideLayout+xml"/>
  <Override PartName="/ppt/slideLayouts/slideLayout708.xml" ContentType="application/vnd.openxmlformats-officedocument.presentationml.slideLayout+xml"/>
  <Override PartName="/ppt/slideLayouts/slideLayout709.xml" ContentType="application/vnd.openxmlformats-officedocument.presentationml.slideLayout+xml"/>
  <Override PartName="/ppt/slideLayouts/slideLayout71.xml" ContentType="application/vnd.openxmlformats-officedocument.presentationml.slideLayout+xml"/>
  <Override PartName="/ppt/slideLayouts/slideLayout710.xml" ContentType="application/vnd.openxmlformats-officedocument.presentationml.slideLayout+xml"/>
  <Override PartName="/ppt/slideLayouts/slideLayout711.xml" ContentType="application/vnd.openxmlformats-officedocument.presentationml.slideLayout+xml"/>
  <Override PartName="/ppt/slideLayouts/slideLayout712.xml" ContentType="application/vnd.openxmlformats-officedocument.presentationml.slideLayout+xml"/>
  <Override PartName="/ppt/slideLayouts/slideLayout713.xml" ContentType="application/vnd.openxmlformats-officedocument.presentationml.slideLayout+xml"/>
  <Override PartName="/ppt/slideLayouts/slideLayout714.xml" ContentType="application/vnd.openxmlformats-officedocument.presentationml.slideLayout+xml"/>
  <Override PartName="/ppt/slideLayouts/slideLayout715.xml" ContentType="application/vnd.openxmlformats-officedocument.presentationml.slideLayout+xml"/>
  <Override PartName="/ppt/slideLayouts/slideLayout716.xml" ContentType="application/vnd.openxmlformats-officedocument.presentationml.slideLayout+xml"/>
  <Override PartName="/ppt/slideLayouts/slideLayout717.xml" ContentType="application/vnd.openxmlformats-officedocument.presentationml.slideLayout+xml"/>
  <Override PartName="/ppt/slideLayouts/slideLayout718.xml" ContentType="application/vnd.openxmlformats-officedocument.presentationml.slideLayout+xml"/>
  <Override PartName="/ppt/slideLayouts/slideLayout719.xml" ContentType="application/vnd.openxmlformats-officedocument.presentationml.slideLayout+xml"/>
  <Override PartName="/ppt/slideLayouts/slideLayout72.xml" ContentType="application/vnd.openxmlformats-officedocument.presentationml.slideLayout+xml"/>
  <Override PartName="/ppt/slideLayouts/slideLayout720.xml" ContentType="application/vnd.openxmlformats-officedocument.presentationml.slideLayout+xml"/>
  <Override PartName="/ppt/slideLayouts/slideLayout721.xml" ContentType="application/vnd.openxmlformats-officedocument.presentationml.slideLayout+xml"/>
  <Override PartName="/ppt/slideLayouts/slideLayout722.xml" ContentType="application/vnd.openxmlformats-officedocument.presentationml.slideLayout+xml"/>
  <Override PartName="/ppt/slideLayouts/slideLayout723.xml" ContentType="application/vnd.openxmlformats-officedocument.presentationml.slideLayout+xml"/>
  <Override PartName="/ppt/slideLayouts/slideLayout724.xml" ContentType="application/vnd.openxmlformats-officedocument.presentationml.slideLayout+xml"/>
  <Override PartName="/ppt/slideLayouts/slideLayout725.xml" ContentType="application/vnd.openxmlformats-officedocument.presentationml.slideLayout+xml"/>
  <Override PartName="/ppt/slideLayouts/slideLayout726.xml" ContentType="application/vnd.openxmlformats-officedocument.presentationml.slideLayout+xml"/>
  <Override PartName="/ppt/slideLayouts/slideLayout727.xml" ContentType="application/vnd.openxmlformats-officedocument.presentationml.slideLayout+xml"/>
  <Override PartName="/ppt/slideLayouts/slideLayout728.xml" ContentType="application/vnd.openxmlformats-officedocument.presentationml.slideLayout+xml"/>
  <Override PartName="/ppt/slideLayouts/slideLayout729.xml" ContentType="application/vnd.openxmlformats-officedocument.presentationml.slideLayout+xml"/>
  <Override PartName="/ppt/slideLayouts/slideLayout73.xml" ContentType="application/vnd.openxmlformats-officedocument.presentationml.slideLayout+xml"/>
  <Override PartName="/ppt/slideLayouts/slideLayout730.xml" ContentType="application/vnd.openxmlformats-officedocument.presentationml.slideLayout+xml"/>
  <Override PartName="/ppt/slideLayouts/slideLayout731.xml" ContentType="application/vnd.openxmlformats-officedocument.presentationml.slideLayout+xml"/>
  <Override PartName="/ppt/slideLayouts/slideLayout732.xml" ContentType="application/vnd.openxmlformats-officedocument.presentationml.slideLayout+xml"/>
  <Override PartName="/ppt/slideLayouts/slideLayout733.xml" ContentType="application/vnd.openxmlformats-officedocument.presentationml.slideLayout+xml"/>
  <Override PartName="/ppt/slideLayouts/slideLayout734.xml" ContentType="application/vnd.openxmlformats-officedocument.presentationml.slideLayout+xml"/>
  <Override PartName="/ppt/slideLayouts/slideLayout735.xml" ContentType="application/vnd.openxmlformats-officedocument.presentationml.slideLayout+xml"/>
  <Override PartName="/ppt/slideLayouts/slideLayout736.xml" ContentType="application/vnd.openxmlformats-officedocument.presentationml.slideLayout+xml"/>
  <Override PartName="/ppt/slideLayouts/slideLayout737.xml" ContentType="application/vnd.openxmlformats-officedocument.presentationml.slideLayout+xml"/>
  <Override PartName="/ppt/slideLayouts/slideLayout738.xml" ContentType="application/vnd.openxmlformats-officedocument.presentationml.slideLayout+xml"/>
  <Override PartName="/ppt/slideLayouts/slideLayout739.xml" ContentType="application/vnd.openxmlformats-officedocument.presentationml.slideLayout+xml"/>
  <Override PartName="/ppt/slideLayouts/slideLayout74.xml" ContentType="application/vnd.openxmlformats-officedocument.presentationml.slideLayout+xml"/>
  <Override PartName="/ppt/slideLayouts/slideLayout740.xml" ContentType="application/vnd.openxmlformats-officedocument.presentationml.slideLayout+xml"/>
  <Override PartName="/ppt/slideLayouts/slideLayout741.xml" ContentType="application/vnd.openxmlformats-officedocument.presentationml.slideLayout+xml"/>
  <Override PartName="/ppt/slideLayouts/slideLayout742.xml" ContentType="application/vnd.openxmlformats-officedocument.presentationml.slideLayout+xml"/>
  <Override PartName="/ppt/slideLayouts/slideLayout743.xml" ContentType="application/vnd.openxmlformats-officedocument.presentationml.slideLayout+xml"/>
  <Override PartName="/ppt/slideLayouts/slideLayout744.xml" ContentType="application/vnd.openxmlformats-officedocument.presentationml.slideLayout+xml"/>
  <Override PartName="/ppt/slideLayouts/slideLayout745.xml" ContentType="application/vnd.openxmlformats-officedocument.presentationml.slideLayout+xml"/>
  <Override PartName="/ppt/slideLayouts/slideLayout746.xml" ContentType="application/vnd.openxmlformats-officedocument.presentationml.slideLayout+xml"/>
  <Override PartName="/ppt/slideLayouts/slideLayout747.xml" ContentType="application/vnd.openxmlformats-officedocument.presentationml.slideLayout+xml"/>
  <Override PartName="/ppt/slideLayouts/slideLayout748.xml" ContentType="application/vnd.openxmlformats-officedocument.presentationml.slideLayout+xml"/>
  <Override PartName="/ppt/slideLayouts/slideLayout749.xml" ContentType="application/vnd.openxmlformats-officedocument.presentationml.slideLayout+xml"/>
  <Override PartName="/ppt/slideLayouts/slideLayout75.xml" ContentType="application/vnd.openxmlformats-officedocument.presentationml.slideLayout+xml"/>
  <Override PartName="/ppt/slideLayouts/slideLayout750.xml" ContentType="application/vnd.openxmlformats-officedocument.presentationml.slideLayout+xml"/>
  <Override PartName="/ppt/slideLayouts/slideLayout751.xml" ContentType="application/vnd.openxmlformats-officedocument.presentationml.slideLayout+xml"/>
  <Override PartName="/ppt/slideLayouts/slideLayout752.xml" ContentType="application/vnd.openxmlformats-officedocument.presentationml.slideLayout+xml"/>
  <Override PartName="/ppt/slideLayouts/slideLayout753.xml" ContentType="application/vnd.openxmlformats-officedocument.presentationml.slideLayout+xml"/>
  <Override PartName="/ppt/slideLayouts/slideLayout754.xml" ContentType="application/vnd.openxmlformats-officedocument.presentationml.slideLayout+xml"/>
  <Override PartName="/ppt/slideLayouts/slideLayout755.xml" ContentType="application/vnd.openxmlformats-officedocument.presentationml.slideLayout+xml"/>
  <Override PartName="/ppt/slideLayouts/slideLayout756.xml" ContentType="application/vnd.openxmlformats-officedocument.presentationml.slideLayout+xml"/>
  <Override PartName="/ppt/slideLayouts/slideLayout757.xml" ContentType="application/vnd.openxmlformats-officedocument.presentationml.slideLayout+xml"/>
  <Override PartName="/ppt/slideLayouts/slideLayout758.xml" ContentType="application/vnd.openxmlformats-officedocument.presentationml.slideLayout+xml"/>
  <Override PartName="/ppt/slideLayouts/slideLayout759.xml" ContentType="application/vnd.openxmlformats-officedocument.presentationml.slideLayout+xml"/>
  <Override PartName="/ppt/slideLayouts/slideLayout76.xml" ContentType="application/vnd.openxmlformats-officedocument.presentationml.slideLayout+xml"/>
  <Override PartName="/ppt/slideLayouts/slideLayout760.xml" ContentType="application/vnd.openxmlformats-officedocument.presentationml.slideLayout+xml"/>
  <Override PartName="/ppt/slideLayouts/slideLayout761.xml" ContentType="application/vnd.openxmlformats-officedocument.presentationml.slideLayout+xml"/>
  <Override PartName="/ppt/slideLayouts/slideLayout762.xml" ContentType="application/vnd.openxmlformats-officedocument.presentationml.slideLayout+xml"/>
  <Override PartName="/ppt/slideLayouts/slideLayout763.xml" ContentType="application/vnd.openxmlformats-officedocument.presentationml.slideLayout+xml"/>
  <Override PartName="/ppt/slideLayouts/slideLayout764.xml" ContentType="application/vnd.openxmlformats-officedocument.presentationml.slideLayout+xml"/>
  <Override PartName="/ppt/slideLayouts/slideLayout765.xml" ContentType="application/vnd.openxmlformats-officedocument.presentationml.slideLayout+xml"/>
  <Override PartName="/ppt/slideLayouts/slideLayout766.xml" ContentType="application/vnd.openxmlformats-officedocument.presentationml.slideLayout+xml"/>
  <Override PartName="/ppt/slideLayouts/slideLayout767.xml" ContentType="application/vnd.openxmlformats-officedocument.presentationml.slideLayout+xml"/>
  <Override PartName="/ppt/slideLayouts/slideLayout768.xml" ContentType="application/vnd.openxmlformats-officedocument.presentationml.slideLayout+xml"/>
  <Override PartName="/ppt/slideLayouts/slideLayout769.xml" ContentType="application/vnd.openxmlformats-officedocument.presentationml.slideLayout+xml"/>
  <Override PartName="/ppt/slideLayouts/slideLayout77.xml" ContentType="application/vnd.openxmlformats-officedocument.presentationml.slideLayout+xml"/>
  <Override PartName="/ppt/slideLayouts/slideLayout770.xml" ContentType="application/vnd.openxmlformats-officedocument.presentationml.slideLayout+xml"/>
  <Override PartName="/ppt/slideLayouts/slideLayout771.xml" ContentType="application/vnd.openxmlformats-officedocument.presentationml.slideLayout+xml"/>
  <Override PartName="/ppt/slideLayouts/slideLayout772.xml" ContentType="application/vnd.openxmlformats-officedocument.presentationml.slideLayout+xml"/>
  <Override PartName="/ppt/slideLayouts/slideLayout773.xml" ContentType="application/vnd.openxmlformats-officedocument.presentationml.slideLayout+xml"/>
  <Override PartName="/ppt/slideLayouts/slideLayout774.xml" ContentType="application/vnd.openxmlformats-officedocument.presentationml.slideLayout+xml"/>
  <Override PartName="/ppt/slideLayouts/slideLayout775.xml" ContentType="application/vnd.openxmlformats-officedocument.presentationml.slideLayout+xml"/>
  <Override PartName="/ppt/slideLayouts/slideLayout776.xml" ContentType="application/vnd.openxmlformats-officedocument.presentationml.slideLayout+xml"/>
  <Override PartName="/ppt/slideLayouts/slideLayout777.xml" ContentType="application/vnd.openxmlformats-officedocument.presentationml.slideLayout+xml"/>
  <Override PartName="/ppt/slideLayouts/slideLayout778.xml" ContentType="application/vnd.openxmlformats-officedocument.presentationml.slideLayout+xml"/>
  <Override PartName="/ppt/slideLayouts/slideLayout779.xml" ContentType="application/vnd.openxmlformats-officedocument.presentationml.slideLayout+xml"/>
  <Override PartName="/ppt/slideLayouts/slideLayout78.xml" ContentType="application/vnd.openxmlformats-officedocument.presentationml.slideLayout+xml"/>
  <Override PartName="/ppt/slideLayouts/slideLayout780.xml" ContentType="application/vnd.openxmlformats-officedocument.presentationml.slideLayout+xml"/>
  <Override PartName="/ppt/slideLayouts/slideLayout781.xml" ContentType="application/vnd.openxmlformats-officedocument.presentationml.slideLayout+xml"/>
  <Override PartName="/ppt/slideLayouts/slideLayout782.xml" ContentType="application/vnd.openxmlformats-officedocument.presentationml.slideLayout+xml"/>
  <Override PartName="/ppt/slideLayouts/slideLayout783.xml" ContentType="application/vnd.openxmlformats-officedocument.presentationml.slideLayout+xml"/>
  <Override PartName="/ppt/slideLayouts/slideLayout784.xml" ContentType="application/vnd.openxmlformats-officedocument.presentationml.slideLayout+xml"/>
  <Override PartName="/ppt/slideLayouts/slideLayout785.xml" ContentType="application/vnd.openxmlformats-officedocument.presentationml.slideLayout+xml"/>
  <Override PartName="/ppt/slideLayouts/slideLayout786.xml" ContentType="application/vnd.openxmlformats-officedocument.presentationml.slideLayout+xml"/>
  <Override PartName="/ppt/slideLayouts/slideLayout787.xml" ContentType="application/vnd.openxmlformats-officedocument.presentationml.slideLayout+xml"/>
  <Override PartName="/ppt/slideLayouts/slideLayout788.xml" ContentType="application/vnd.openxmlformats-officedocument.presentationml.slideLayout+xml"/>
  <Override PartName="/ppt/slideLayouts/slideLayout789.xml" ContentType="application/vnd.openxmlformats-officedocument.presentationml.slideLayout+xml"/>
  <Override PartName="/ppt/slideLayouts/slideLayout79.xml" ContentType="application/vnd.openxmlformats-officedocument.presentationml.slideLayout+xml"/>
  <Override PartName="/ppt/slideLayouts/slideLayout790.xml" ContentType="application/vnd.openxmlformats-officedocument.presentationml.slideLayout+xml"/>
  <Override PartName="/ppt/slideLayouts/slideLayout791.xml" ContentType="application/vnd.openxmlformats-officedocument.presentationml.slideLayout+xml"/>
  <Override PartName="/ppt/slideLayouts/slideLayout792.xml" ContentType="application/vnd.openxmlformats-officedocument.presentationml.slideLayout+xml"/>
  <Override PartName="/ppt/slideLayouts/slideLayout793.xml" ContentType="application/vnd.openxmlformats-officedocument.presentationml.slideLayout+xml"/>
  <Override PartName="/ppt/slideLayouts/slideLayout794.xml" ContentType="application/vnd.openxmlformats-officedocument.presentationml.slideLayout+xml"/>
  <Override PartName="/ppt/slideLayouts/slideLayout795.xml" ContentType="application/vnd.openxmlformats-officedocument.presentationml.slideLayout+xml"/>
  <Override PartName="/ppt/slideLayouts/slideLayout796.xml" ContentType="application/vnd.openxmlformats-officedocument.presentationml.slideLayout+xml"/>
  <Override PartName="/ppt/slideLayouts/slideLayout797.xml" ContentType="application/vnd.openxmlformats-officedocument.presentationml.slideLayout+xml"/>
  <Override PartName="/ppt/slideLayouts/slideLayout798.xml" ContentType="application/vnd.openxmlformats-officedocument.presentationml.slideLayout+xml"/>
  <Override PartName="/ppt/slideLayouts/slideLayout79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00.xml" ContentType="application/vnd.openxmlformats-officedocument.presentationml.slideLayout+xml"/>
  <Override PartName="/ppt/slideLayouts/slideLayout801.xml" ContentType="application/vnd.openxmlformats-officedocument.presentationml.slideLayout+xml"/>
  <Override PartName="/ppt/slideLayouts/slideLayout802.xml" ContentType="application/vnd.openxmlformats-officedocument.presentationml.slideLayout+xml"/>
  <Override PartName="/ppt/slideLayouts/slideLayout803.xml" ContentType="application/vnd.openxmlformats-officedocument.presentationml.slideLayout+xml"/>
  <Override PartName="/ppt/slideLayouts/slideLayout804.xml" ContentType="application/vnd.openxmlformats-officedocument.presentationml.slideLayout+xml"/>
  <Override PartName="/ppt/slideLayouts/slideLayout805.xml" ContentType="application/vnd.openxmlformats-officedocument.presentationml.slideLayout+xml"/>
  <Override PartName="/ppt/slideLayouts/slideLayout806.xml" ContentType="application/vnd.openxmlformats-officedocument.presentationml.slideLayout+xml"/>
  <Override PartName="/ppt/slideLayouts/slideLayout807.xml" ContentType="application/vnd.openxmlformats-officedocument.presentationml.slideLayout+xml"/>
  <Override PartName="/ppt/slideLayouts/slideLayout808.xml" ContentType="application/vnd.openxmlformats-officedocument.presentationml.slideLayout+xml"/>
  <Override PartName="/ppt/slideLayouts/slideLayout809.xml" ContentType="application/vnd.openxmlformats-officedocument.presentationml.slideLayout+xml"/>
  <Override PartName="/ppt/slideLayouts/slideLayout81.xml" ContentType="application/vnd.openxmlformats-officedocument.presentationml.slideLayout+xml"/>
  <Override PartName="/ppt/slideLayouts/slideLayout810.xml" ContentType="application/vnd.openxmlformats-officedocument.presentationml.slideLayout+xml"/>
  <Override PartName="/ppt/slideLayouts/slideLayout811.xml" ContentType="application/vnd.openxmlformats-officedocument.presentationml.slideLayout+xml"/>
  <Override PartName="/ppt/slideLayouts/slideLayout812.xml" ContentType="application/vnd.openxmlformats-officedocument.presentationml.slideLayout+xml"/>
  <Override PartName="/ppt/slideLayouts/slideLayout813.xml" ContentType="application/vnd.openxmlformats-officedocument.presentationml.slideLayout+xml"/>
  <Override PartName="/ppt/slideLayouts/slideLayout814.xml" ContentType="application/vnd.openxmlformats-officedocument.presentationml.slideLayout+xml"/>
  <Override PartName="/ppt/slideLayouts/slideLayout815.xml" ContentType="application/vnd.openxmlformats-officedocument.presentationml.slideLayout+xml"/>
  <Override PartName="/ppt/slideLayouts/slideLayout816.xml" ContentType="application/vnd.openxmlformats-officedocument.presentationml.slideLayout+xml"/>
  <Override PartName="/ppt/slideLayouts/slideLayout817.xml" ContentType="application/vnd.openxmlformats-officedocument.presentationml.slideLayout+xml"/>
  <Override PartName="/ppt/slideLayouts/slideLayout818.xml" ContentType="application/vnd.openxmlformats-officedocument.presentationml.slideLayout+xml"/>
  <Override PartName="/ppt/slideLayouts/slideLayout819.xml" ContentType="application/vnd.openxmlformats-officedocument.presentationml.slideLayout+xml"/>
  <Override PartName="/ppt/slideLayouts/slideLayout82.xml" ContentType="application/vnd.openxmlformats-officedocument.presentationml.slideLayout+xml"/>
  <Override PartName="/ppt/slideLayouts/slideLayout820.xml" ContentType="application/vnd.openxmlformats-officedocument.presentationml.slideLayout+xml"/>
  <Override PartName="/ppt/slideLayouts/slideLayout821.xml" ContentType="application/vnd.openxmlformats-officedocument.presentationml.slideLayout+xml"/>
  <Override PartName="/ppt/slideLayouts/slideLayout822.xml" ContentType="application/vnd.openxmlformats-officedocument.presentationml.slideLayout+xml"/>
  <Override PartName="/ppt/slideLayouts/slideLayout823.xml" ContentType="application/vnd.openxmlformats-officedocument.presentationml.slideLayout+xml"/>
  <Override PartName="/ppt/slideLayouts/slideLayout824.xml" ContentType="application/vnd.openxmlformats-officedocument.presentationml.slideLayout+xml"/>
  <Override PartName="/ppt/slideLayouts/slideLayout825.xml" ContentType="application/vnd.openxmlformats-officedocument.presentationml.slideLayout+xml"/>
  <Override PartName="/ppt/slideLayouts/slideLayout826.xml" ContentType="application/vnd.openxmlformats-officedocument.presentationml.slideLayout+xml"/>
  <Override PartName="/ppt/slideLayouts/slideLayout827.xml" ContentType="application/vnd.openxmlformats-officedocument.presentationml.slideLayout+xml"/>
  <Override PartName="/ppt/slideLayouts/slideLayout828.xml" ContentType="application/vnd.openxmlformats-officedocument.presentationml.slideLayout+xml"/>
  <Override PartName="/ppt/slideLayouts/slideLayout829.xml" ContentType="application/vnd.openxmlformats-officedocument.presentationml.slideLayout+xml"/>
  <Override PartName="/ppt/slideLayouts/slideLayout83.xml" ContentType="application/vnd.openxmlformats-officedocument.presentationml.slideLayout+xml"/>
  <Override PartName="/ppt/slideLayouts/slideLayout830.xml" ContentType="application/vnd.openxmlformats-officedocument.presentationml.slideLayout+xml"/>
  <Override PartName="/ppt/slideLayouts/slideLayout831.xml" ContentType="application/vnd.openxmlformats-officedocument.presentationml.slideLayout+xml"/>
  <Override PartName="/ppt/slideLayouts/slideLayout832.xml" ContentType="application/vnd.openxmlformats-officedocument.presentationml.slideLayout+xml"/>
  <Override PartName="/ppt/slideLayouts/slideLayout833.xml" ContentType="application/vnd.openxmlformats-officedocument.presentationml.slideLayout+xml"/>
  <Override PartName="/ppt/slideLayouts/slideLayout834.xml" ContentType="application/vnd.openxmlformats-officedocument.presentationml.slideLayout+xml"/>
  <Override PartName="/ppt/slideLayouts/slideLayout835.xml" ContentType="application/vnd.openxmlformats-officedocument.presentationml.slideLayout+xml"/>
  <Override PartName="/ppt/slideLayouts/slideLayout836.xml" ContentType="application/vnd.openxmlformats-officedocument.presentationml.slideLayout+xml"/>
  <Override PartName="/ppt/slideLayouts/slideLayout837.xml" ContentType="application/vnd.openxmlformats-officedocument.presentationml.slideLayout+xml"/>
  <Override PartName="/ppt/slideLayouts/slideLayout838.xml" ContentType="application/vnd.openxmlformats-officedocument.presentationml.slideLayout+xml"/>
  <Override PartName="/ppt/slideLayouts/slideLayout839.xml" ContentType="application/vnd.openxmlformats-officedocument.presentationml.slideLayout+xml"/>
  <Override PartName="/ppt/slideLayouts/slideLayout84.xml" ContentType="application/vnd.openxmlformats-officedocument.presentationml.slideLayout+xml"/>
  <Override PartName="/ppt/slideLayouts/slideLayout840.xml" ContentType="application/vnd.openxmlformats-officedocument.presentationml.slideLayout+xml"/>
  <Override PartName="/ppt/slideLayouts/slideLayout841.xml" ContentType="application/vnd.openxmlformats-officedocument.presentationml.slideLayout+xml"/>
  <Override PartName="/ppt/slideLayouts/slideLayout842.xml" ContentType="application/vnd.openxmlformats-officedocument.presentationml.slideLayout+xml"/>
  <Override PartName="/ppt/slideLayouts/slideLayout843.xml" ContentType="application/vnd.openxmlformats-officedocument.presentationml.slideLayout+xml"/>
  <Override PartName="/ppt/slideLayouts/slideLayout844.xml" ContentType="application/vnd.openxmlformats-officedocument.presentationml.slideLayout+xml"/>
  <Override PartName="/ppt/slideLayouts/slideLayout845.xml" ContentType="application/vnd.openxmlformats-officedocument.presentationml.slideLayout+xml"/>
  <Override PartName="/ppt/slideLayouts/slideLayout846.xml" ContentType="application/vnd.openxmlformats-officedocument.presentationml.slideLayout+xml"/>
  <Override PartName="/ppt/slideLayouts/slideLayout847.xml" ContentType="application/vnd.openxmlformats-officedocument.presentationml.slideLayout+xml"/>
  <Override PartName="/ppt/slideLayouts/slideLayout848.xml" ContentType="application/vnd.openxmlformats-officedocument.presentationml.slideLayout+xml"/>
  <Override PartName="/ppt/slideLayouts/slideLayout849.xml" ContentType="application/vnd.openxmlformats-officedocument.presentationml.slideLayout+xml"/>
  <Override PartName="/ppt/slideLayouts/slideLayout85.xml" ContentType="application/vnd.openxmlformats-officedocument.presentationml.slideLayout+xml"/>
  <Override PartName="/ppt/slideLayouts/slideLayout850.xml" ContentType="application/vnd.openxmlformats-officedocument.presentationml.slideLayout+xml"/>
  <Override PartName="/ppt/slideLayouts/slideLayout851.xml" ContentType="application/vnd.openxmlformats-officedocument.presentationml.slideLayout+xml"/>
  <Override PartName="/ppt/slideLayouts/slideLayout852.xml" ContentType="application/vnd.openxmlformats-officedocument.presentationml.slideLayout+xml"/>
  <Override PartName="/ppt/slideLayouts/slideLayout853.xml" ContentType="application/vnd.openxmlformats-officedocument.presentationml.slideLayout+xml"/>
  <Override PartName="/ppt/slideLayouts/slideLayout854.xml" ContentType="application/vnd.openxmlformats-officedocument.presentationml.slideLayout+xml"/>
  <Override PartName="/ppt/slideLayouts/slideLayout855.xml" ContentType="application/vnd.openxmlformats-officedocument.presentationml.slideLayout+xml"/>
  <Override PartName="/ppt/slideLayouts/slideLayout856.xml" ContentType="application/vnd.openxmlformats-officedocument.presentationml.slideLayout+xml"/>
  <Override PartName="/ppt/slideLayouts/slideLayout857.xml" ContentType="application/vnd.openxmlformats-officedocument.presentationml.slideLayout+xml"/>
  <Override PartName="/ppt/slideLayouts/slideLayout858.xml" ContentType="application/vnd.openxmlformats-officedocument.presentationml.slideLayout+xml"/>
  <Override PartName="/ppt/slideLayouts/slideLayout859.xml" ContentType="application/vnd.openxmlformats-officedocument.presentationml.slideLayout+xml"/>
  <Override PartName="/ppt/slideLayouts/slideLayout86.xml" ContentType="application/vnd.openxmlformats-officedocument.presentationml.slideLayout+xml"/>
  <Override PartName="/ppt/slideLayouts/slideLayout860.xml" ContentType="application/vnd.openxmlformats-officedocument.presentationml.slideLayout+xml"/>
  <Override PartName="/ppt/slideLayouts/slideLayout861.xml" ContentType="application/vnd.openxmlformats-officedocument.presentationml.slideLayout+xml"/>
  <Override PartName="/ppt/slideLayouts/slideLayout862.xml" ContentType="application/vnd.openxmlformats-officedocument.presentationml.slideLayout+xml"/>
  <Override PartName="/ppt/slideLayouts/slideLayout863.xml" ContentType="application/vnd.openxmlformats-officedocument.presentationml.slideLayout+xml"/>
  <Override PartName="/ppt/slideLayouts/slideLayout864.xml" ContentType="application/vnd.openxmlformats-officedocument.presentationml.slideLayout+xml"/>
  <Override PartName="/ppt/slideLayouts/slideLayout865.xml" ContentType="application/vnd.openxmlformats-officedocument.presentationml.slideLayout+xml"/>
  <Override PartName="/ppt/slideLayouts/slideLayout866.xml" ContentType="application/vnd.openxmlformats-officedocument.presentationml.slideLayout+xml"/>
  <Override PartName="/ppt/slideLayouts/slideLayout867.xml" ContentType="application/vnd.openxmlformats-officedocument.presentationml.slideLayout+xml"/>
  <Override PartName="/ppt/slideLayouts/slideLayout868.xml" ContentType="application/vnd.openxmlformats-officedocument.presentationml.slideLayout+xml"/>
  <Override PartName="/ppt/slideLayouts/slideLayout869.xml" ContentType="application/vnd.openxmlformats-officedocument.presentationml.slideLayout+xml"/>
  <Override PartName="/ppt/slideLayouts/slideLayout87.xml" ContentType="application/vnd.openxmlformats-officedocument.presentationml.slideLayout+xml"/>
  <Override PartName="/ppt/slideLayouts/slideLayout870.xml" ContentType="application/vnd.openxmlformats-officedocument.presentationml.slideLayout+xml"/>
  <Override PartName="/ppt/slideLayouts/slideLayout871.xml" ContentType="application/vnd.openxmlformats-officedocument.presentationml.slideLayout+xml"/>
  <Override PartName="/ppt/slideLayouts/slideLayout872.xml" ContentType="application/vnd.openxmlformats-officedocument.presentationml.slideLayout+xml"/>
  <Override PartName="/ppt/slideLayouts/slideLayout873.xml" ContentType="application/vnd.openxmlformats-officedocument.presentationml.slideLayout+xml"/>
  <Override PartName="/ppt/slideLayouts/slideLayout874.xml" ContentType="application/vnd.openxmlformats-officedocument.presentationml.slideLayout+xml"/>
  <Override PartName="/ppt/slideLayouts/slideLayout875.xml" ContentType="application/vnd.openxmlformats-officedocument.presentationml.slideLayout+xml"/>
  <Override PartName="/ppt/slideLayouts/slideLayout876.xml" ContentType="application/vnd.openxmlformats-officedocument.presentationml.slideLayout+xml"/>
  <Override PartName="/ppt/slideLayouts/slideLayout877.xml" ContentType="application/vnd.openxmlformats-officedocument.presentationml.slideLayout+xml"/>
  <Override PartName="/ppt/slideLayouts/slideLayout878.xml" ContentType="application/vnd.openxmlformats-officedocument.presentationml.slideLayout+xml"/>
  <Override PartName="/ppt/slideLayouts/slideLayout879.xml" ContentType="application/vnd.openxmlformats-officedocument.presentationml.slideLayout+xml"/>
  <Override PartName="/ppt/slideLayouts/slideLayout88.xml" ContentType="application/vnd.openxmlformats-officedocument.presentationml.slideLayout+xml"/>
  <Override PartName="/ppt/slideLayouts/slideLayout880.xml" ContentType="application/vnd.openxmlformats-officedocument.presentationml.slideLayout+xml"/>
  <Override PartName="/ppt/slideLayouts/slideLayout881.xml" ContentType="application/vnd.openxmlformats-officedocument.presentationml.slideLayout+xml"/>
  <Override PartName="/ppt/slideLayouts/slideLayout882.xml" ContentType="application/vnd.openxmlformats-officedocument.presentationml.slideLayout+xml"/>
  <Override PartName="/ppt/slideLayouts/slideLayout883.xml" ContentType="application/vnd.openxmlformats-officedocument.presentationml.slideLayout+xml"/>
  <Override PartName="/ppt/slideLayouts/slideLayout884.xml" ContentType="application/vnd.openxmlformats-officedocument.presentationml.slideLayout+xml"/>
  <Override PartName="/ppt/slideLayouts/slideLayout885.xml" ContentType="application/vnd.openxmlformats-officedocument.presentationml.slideLayout+xml"/>
  <Override PartName="/ppt/slideLayouts/slideLayout886.xml" ContentType="application/vnd.openxmlformats-officedocument.presentationml.slideLayout+xml"/>
  <Override PartName="/ppt/slideLayouts/slideLayout887.xml" ContentType="application/vnd.openxmlformats-officedocument.presentationml.slideLayout+xml"/>
  <Override PartName="/ppt/slideLayouts/slideLayout888.xml" ContentType="application/vnd.openxmlformats-officedocument.presentationml.slideLayout+xml"/>
  <Override PartName="/ppt/slideLayouts/slideLayout889.xml" ContentType="application/vnd.openxmlformats-officedocument.presentationml.slideLayout+xml"/>
  <Override PartName="/ppt/slideLayouts/slideLayout89.xml" ContentType="application/vnd.openxmlformats-officedocument.presentationml.slideLayout+xml"/>
  <Override PartName="/ppt/slideLayouts/slideLayout890.xml" ContentType="application/vnd.openxmlformats-officedocument.presentationml.slideLayout+xml"/>
  <Override PartName="/ppt/slideLayouts/slideLayout891.xml" ContentType="application/vnd.openxmlformats-officedocument.presentationml.slideLayout+xml"/>
  <Override PartName="/ppt/slideLayouts/slideLayout892.xml" ContentType="application/vnd.openxmlformats-officedocument.presentationml.slideLayout+xml"/>
  <Override PartName="/ppt/slideLayouts/slideLayout893.xml" ContentType="application/vnd.openxmlformats-officedocument.presentationml.slideLayout+xml"/>
  <Override PartName="/ppt/slideLayouts/slideLayout894.xml" ContentType="application/vnd.openxmlformats-officedocument.presentationml.slideLayout+xml"/>
  <Override PartName="/ppt/slideLayouts/slideLayout895.xml" ContentType="application/vnd.openxmlformats-officedocument.presentationml.slideLayout+xml"/>
  <Override PartName="/ppt/slideLayouts/slideLayout896.xml" ContentType="application/vnd.openxmlformats-officedocument.presentationml.slideLayout+xml"/>
  <Override PartName="/ppt/slideLayouts/slideLayout897.xml" ContentType="application/vnd.openxmlformats-officedocument.presentationml.slideLayout+xml"/>
  <Override PartName="/ppt/slideLayouts/slideLayout898.xml" ContentType="application/vnd.openxmlformats-officedocument.presentationml.slideLayout+xml"/>
  <Override PartName="/ppt/slideLayouts/slideLayout89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00.xml" ContentType="application/vnd.openxmlformats-officedocument.presentationml.slideLayout+xml"/>
  <Override PartName="/ppt/slideLayouts/slideLayout901.xml" ContentType="application/vnd.openxmlformats-officedocument.presentationml.slideLayout+xml"/>
  <Override PartName="/ppt/slideLayouts/slideLayout902.xml" ContentType="application/vnd.openxmlformats-officedocument.presentationml.slideLayout+xml"/>
  <Override PartName="/ppt/slideLayouts/slideLayout903.xml" ContentType="application/vnd.openxmlformats-officedocument.presentationml.slideLayout+xml"/>
  <Override PartName="/ppt/slideLayouts/slideLayout904.xml" ContentType="application/vnd.openxmlformats-officedocument.presentationml.slideLayout+xml"/>
  <Override PartName="/ppt/slideLayouts/slideLayout905.xml" ContentType="application/vnd.openxmlformats-officedocument.presentationml.slideLayout+xml"/>
  <Override PartName="/ppt/slideLayouts/slideLayout906.xml" ContentType="application/vnd.openxmlformats-officedocument.presentationml.slideLayout+xml"/>
  <Override PartName="/ppt/slideLayouts/slideLayout907.xml" ContentType="application/vnd.openxmlformats-officedocument.presentationml.slideLayout+xml"/>
  <Override PartName="/ppt/slideLayouts/slideLayout908.xml" ContentType="application/vnd.openxmlformats-officedocument.presentationml.slideLayout+xml"/>
  <Override PartName="/ppt/slideLayouts/slideLayout909.xml" ContentType="application/vnd.openxmlformats-officedocument.presentationml.slideLayout+xml"/>
  <Override PartName="/ppt/slideLayouts/slideLayout91.xml" ContentType="application/vnd.openxmlformats-officedocument.presentationml.slideLayout+xml"/>
  <Override PartName="/ppt/slideLayouts/slideLayout910.xml" ContentType="application/vnd.openxmlformats-officedocument.presentationml.slideLayout+xml"/>
  <Override PartName="/ppt/slideLayouts/slideLayout911.xml" ContentType="application/vnd.openxmlformats-officedocument.presentationml.slideLayout+xml"/>
  <Override PartName="/ppt/slideLayouts/slideLayout912.xml" ContentType="application/vnd.openxmlformats-officedocument.presentationml.slideLayout+xml"/>
  <Override PartName="/ppt/slideLayouts/slideLayout913.xml" ContentType="application/vnd.openxmlformats-officedocument.presentationml.slideLayout+xml"/>
  <Override PartName="/ppt/slideLayouts/slideLayout914.xml" ContentType="application/vnd.openxmlformats-officedocument.presentationml.slideLayout+xml"/>
  <Override PartName="/ppt/slideLayouts/slideLayout915.xml" ContentType="application/vnd.openxmlformats-officedocument.presentationml.slideLayout+xml"/>
  <Override PartName="/ppt/slideLayouts/slideLayout916.xml" ContentType="application/vnd.openxmlformats-officedocument.presentationml.slideLayout+xml"/>
  <Override PartName="/ppt/slideLayouts/slideLayout917.xml" ContentType="application/vnd.openxmlformats-officedocument.presentationml.slideLayout+xml"/>
  <Override PartName="/ppt/slideLayouts/slideLayout918.xml" ContentType="application/vnd.openxmlformats-officedocument.presentationml.slideLayout+xml"/>
  <Override PartName="/ppt/slideLayouts/slideLayout919.xml" ContentType="application/vnd.openxmlformats-officedocument.presentationml.slideLayout+xml"/>
  <Override PartName="/ppt/slideLayouts/slideLayout92.xml" ContentType="application/vnd.openxmlformats-officedocument.presentationml.slideLayout+xml"/>
  <Override PartName="/ppt/slideLayouts/slideLayout920.xml" ContentType="application/vnd.openxmlformats-officedocument.presentationml.slideLayout+xml"/>
  <Override PartName="/ppt/slideLayouts/slideLayout921.xml" ContentType="application/vnd.openxmlformats-officedocument.presentationml.slideLayout+xml"/>
  <Override PartName="/ppt/slideLayouts/slideLayout922.xml" ContentType="application/vnd.openxmlformats-officedocument.presentationml.slideLayout+xml"/>
  <Override PartName="/ppt/slideLayouts/slideLayout923.xml" ContentType="application/vnd.openxmlformats-officedocument.presentationml.slideLayout+xml"/>
  <Override PartName="/ppt/slideLayouts/slideLayout924.xml" ContentType="application/vnd.openxmlformats-officedocument.presentationml.slideLayout+xml"/>
  <Override PartName="/ppt/slideLayouts/slideLayout925.xml" ContentType="application/vnd.openxmlformats-officedocument.presentationml.slideLayout+xml"/>
  <Override PartName="/ppt/slideLayouts/slideLayout926.xml" ContentType="application/vnd.openxmlformats-officedocument.presentationml.slideLayout+xml"/>
  <Override PartName="/ppt/slideLayouts/slideLayout927.xml" ContentType="application/vnd.openxmlformats-officedocument.presentationml.slideLayout+xml"/>
  <Override PartName="/ppt/slideLayouts/slideLayout928.xml" ContentType="application/vnd.openxmlformats-officedocument.presentationml.slideLayout+xml"/>
  <Override PartName="/ppt/slideLayouts/slideLayout929.xml" ContentType="application/vnd.openxmlformats-officedocument.presentationml.slideLayout+xml"/>
  <Override PartName="/ppt/slideLayouts/slideLayout93.xml" ContentType="application/vnd.openxmlformats-officedocument.presentationml.slideLayout+xml"/>
  <Override PartName="/ppt/slideLayouts/slideLayout930.xml" ContentType="application/vnd.openxmlformats-officedocument.presentationml.slideLayout+xml"/>
  <Override PartName="/ppt/slideLayouts/slideLayout931.xml" ContentType="application/vnd.openxmlformats-officedocument.presentationml.slideLayout+xml"/>
  <Override PartName="/ppt/slideLayouts/slideLayout932.xml" ContentType="application/vnd.openxmlformats-officedocument.presentationml.slideLayout+xml"/>
  <Override PartName="/ppt/slideLayouts/slideLayout933.xml" ContentType="application/vnd.openxmlformats-officedocument.presentationml.slideLayout+xml"/>
  <Override PartName="/ppt/slideLayouts/slideLayout934.xml" ContentType="application/vnd.openxmlformats-officedocument.presentationml.slideLayout+xml"/>
  <Override PartName="/ppt/slideLayouts/slideLayout935.xml" ContentType="application/vnd.openxmlformats-officedocument.presentationml.slideLayout+xml"/>
  <Override PartName="/ppt/slideLayouts/slideLayout936.xml" ContentType="application/vnd.openxmlformats-officedocument.presentationml.slideLayout+xml"/>
  <Override PartName="/ppt/slideLayouts/slideLayout937.xml" ContentType="application/vnd.openxmlformats-officedocument.presentationml.slideLayout+xml"/>
  <Override PartName="/ppt/slideLayouts/slideLayout938.xml" ContentType="application/vnd.openxmlformats-officedocument.presentationml.slideLayout+xml"/>
  <Override PartName="/ppt/slideLayouts/slideLayout939.xml" ContentType="application/vnd.openxmlformats-officedocument.presentationml.slideLayout+xml"/>
  <Override PartName="/ppt/slideLayouts/slideLayout94.xml" ContentType="application/vnd.openxmlformats-officedocument.presentationml.slideLayout+xml"/>
  <Override PartName="/ppt/slideLayouts/slideLayout940.xml" ContentType="application/vnd.openxmlformats-officedocument.presentationml.slideLayout+xml"/>
  <Override PartName="/ppt/slideLayouts/slideLayout941.xml" ContentType="application/vnd.openxmlformats-officedocument.presentationml.slideLayout+xml"/>
  <Override PartName="/ppt/slideLayouts/slideLayout942.xml" ContentType="application/vnd.openxmlformats-officedocument.presentationml.slideLayout+xml"/>
  <Override PartName="/ppt/slideLayouts/slideLayout943.xml" ContentType="application/vnd.openxmlformats-officedocument.presentationml.slideLayout+xml"/>
  <Override PartName="/ppt/slideLayouts/slideLayout944.xml" ContentType="application/vnd.openxmlformats-officedocument.presentationml.slideLayout+xml"/>
  <Override PartName="/ppt/slideLayouts/slideLayout945.xml" ContentType="application/vnd.openxmlformats-officedocument.presentationml.slideLayout+xml"/>
  <Override PartName="/ppt/slideLayouts/slideLayout946.xml" ContentType="application/vnd.openxmlformats-officedocument.presentationml.slideLayout+xml"/>
  <Override PartName="/ppt/slideLayouts/slideLayout947.xml" ContentType="application/vnd.openxmlformats-officedocument.presentationml.slideLayout+xml"/>
  <Override PartName="/ppt/slideLayouts/slideLayout948.xml" ContentType="application/vnd.openxmlformats-officedocument.presentationml.slideLayout+xml"/>
  <Override PartName="/ppt/slideLayouts/slideLayout949.xml" ContentType="application/vnd.openxmlformats-officedocument.presentationml.slideLayout+xml"/>
  <Override PartName="/ppt/slideLayouts/slideLayout95.xml" ContentType="application/vnd.openxmlformats-officedocument.presentationml.slideLayout+xml"/>
  <Override PartName="/ppt/slideLayouts/slideLayout950.xml" ContentType="application/vnd.openxmlformats-officedocument.presentationml.slideLayout+xml"/>
  <Override PartName="/ppt/slideLayouts/slideLayout951.xml" ContentType="application/vnd.openxmlformats-officedocument.presentationml.slideLayout+xml"/>
  <Override PartName="/ppt/slideLayouts/slideLayout952.xml" ContentType="application/vnd.openxmlformats-officedocument.presentationml.slideLayout+xml"/>
  <Override PartName="/ppt/slideLayouts/slideLayout953.xml" ContentType="application/vnd.openxmlformats-officedocument.presentationml.slideLayout+xml"/>
  <Override PartName="/ppt/slideLayouts/slideLayout954.xml" ContentType="application/vnd.openxmlformats-officedocument.presentationml.slideLayout+xml"/>
  <Override PartName="/ppt/slideLayouts/slideLayout955.xml" ContentType="application/vnd.openxmlformats-officedocument.presentationml.slideLayout+xml"/>
  <Override PartName="/ppt/slideLayouts/slideLayout956.xml" ContentType="application/vnd.openxmlformats-officedocument.presentationml.slideLayout+xml"/>
  <Override PartName="/ppt/slideLayouts/slideLayout957.xml" ContentType="application/vnd.openxmlformats-officedocument.presentationml.slideLayout+xml"/>
  <Override PartName="/ppt/slideLayouts/slideLayout958.xml" ContentType="application/vnd.openxmlformats-officedocument.presentationml.slideLayout+xml"/>
  <Override PartName="/ppt/slideLayouts/slideLayout959.xml" ContentType="application/vnd.openxmlformats-officedocument.presentationml.slideLayout+xml"/>
  <Override PartName="/ppt/slideLayouts/slideLayout96.xml" ContentType="application/vnd.openxmlformats-officedocument.presentationml.slideLayout+xml"/>
  <Override PartName="/ppt/slideLayouts/slideLayout960.xml" ContentType="application/vnd.openxmlformats-officedocument.presentationml.slideLayout+xml"/>
  <Override PartName="/ppt/slideLayouts/slideLayout961.xml" ContentType="application/vnd.openxmlformats-officedocument.presentationml.slideLayout+xml"/>
  <Override PartName="/ppt/slideLayouts/slideLayout962.xml" ContentType="application/vnd.openxmlformats-officedocument.presentationml.slideLayout+xml"/>
  <Override PartName="/ppt/slideLayouts/slideLayout963.xml" ContentType="application/vnd.openxmlformats-officedocument.presentationml.slideLayout+xml"/>
  <Override PartName="/ppt/slideLayouts/slideLayout964.xml" ContentType="application/vnd.openxmlformats-officedocument.presentationml.slideLayout+xml"/>
  <Override PartName="/ppt/slideLayouts/slideLayout965.xml" ContentType="application/vnd.openxmlformats-officedocument.presentationml.slideLayout+xml"/>
  <Override PartName="/ppt/slideLayouts/slideLayout966.xml" ContentType="application/vnd.openxmlformats-officedocument.presentationml.slideLayout+xml"/>
  <Override PartName="/ppt/slideLayouts/slideLayout967.xml" ContentType="application/vnd.openxmlformats-officedocument.presentationml.slideLayout+xml"/>
  <Override PartName="/ppt/slideLayouts/slideLayout968.xml" ContentType="application/vnd.openxmlformats-officedocument.presentationml.slideLayout+xml"/>
  <Override PartName="/ppt/slideLayouts/slideLayout969.xml" ContentType="application/vnd.openxmlformats-officedocument.presentationml.slideLayout+xml"/>
  <Override PartName="/ppt/slideLayouts/slideLayout97.xml" ContentType="application/vnd.openxmlformats-officedocument.presentationml.slideLayout+xml"/>
  <Override PartName="/ppt/slideLayouts/slideLayout970.xml" ContentType="application/vnd.openxmlformats-officedocument.presentationml.slideLayout+xml"/>
  <Override PartName="/ppt/slideLayouts/slideLayout971.xml" ContentType="application/vnd.openxmlformats-officedocument.presentationml.slideLayout+xml"/>
  <Override PartName="/ppt/slideLayouts/slideLayout972.xml" ContentType="application/vnd.openxmlformats-officedocument.presentationml.slideLayout+xml"/>
  <Override PartName="/ppt/slideLayouts/slideLayout973.xml" ContentType="application/vnd.openxmlformats-officedocument.presentationml.slideLayout+xml"/>
  <Override PartName="/ppt/slideLayouts/slideLayout974.xml" ContentType="application/vnd.openxmlformats-officedocument.presentationml.slideLayout+xml"/>
  <Override PartName="/ppt/slideLayouts/slideLayout975.xml" ContentType="application/vnd.openxmlformats-officedocument.presentationml.slideLayout+xml"/>
  <Override PartName="/ppt/slideLayouts/slideLayout976.xml" ContentType="application/vnd.openxmlformats-officedocument.presentationml.slideLayout+xml"/>
  <Override PartName="/ppt/slideLayouts/slideLayout977.xml" ContentType="application/vnd.openxmlformats-officedocument.presentationml.slideLayout+xml"/>
  <Override PartName="/ppt/slideLayouts/slideLayout978.xml" ContentType="application/vnd.openxmlformats-officedocument.presentationml.slideLayout+xml"/>
  <Override PartName="/ppt/slideLayouts/slideLayout979.xml" ContentType="application/vnd.openxmlformats-officedocument.presentationml.slideLayout+xml"/>
  <Override PartName="/ppt/slideLayouts/slideLayout98.xml" ContentType="application/vnd.openxmlformats-officedocument.presentationml.slideLayout+xml"/>
  <Override PartName="/ppt/slideLayouts/slideLayout980.xml" ContentType="application/vnd.openxmlformats-officedocument.presentationml.slideLayout+xml"/>
  <Override PartName="/ppt/slideLayouts/slideLayout981.xml" ContentType="application/vnd.openxmlformats-officedocument.presentationml.slideLayout+xml"/>
  <Override PartName="/ppt/slideLayouts/slideLayout982.xml" ContentType="application/vnd.openxmlformats-officedocument.presentationml.slideLayout+xml"/>
  <Override PartName="/ppt/slideLayouts/slideLayout983.xml" ContentType="application/vnd.openxmlformats-officedocument.presentationml.slideLayout+xml"/>
  <Override PartName="/ppt/slideLayouts/slideLayout984.xml" ContentType="application/vnd.openxmlformats-officedocument.presentationml.slideLayout+xml"/>
  <Override PartName="/ppt/slideLayouts/slideLayout985.xml" ContentType="application/vnd.openxmlformats-officedocument.presentationml.slideLayout+xml"/>
  <Override PartName="/ppt/slideLayouts/slideLayout986.xml" ContentType="application/vnd.openxmlformats-officedocument.presentationml.slideLayout+xml"/>
  <Override PartName="/ppt/slideLayouts/slideLayout987.xml" ContentType="application/vnd.openxmlformats-officedocument.presentationml.slideLayout+xml"/>
  <Override PartName="/ppt/slideLayouts/slideLayout988.xml" ContentType="application/vnd.openxmlformats-officedocument.presentationml.slideLayout+xml"/>
  <Override PartName="/ppt/slideLayouts/slideLayout989.xml" ContentType="application/vnd.openxmlformats-officedocument.presentationml.slideLayout+xml"/>
  <Override PartName="/ppt/slideLayouts/slideLayout99.xml" ContentType="application/vnd.openxmlformats-officedocument.presentationml.slideLayout+xml"/>
  <Override PartName="/ppt/slideLayouts/slideLayout990.xml" ContentType="application/vnd.openxmlformats-officedocument.presentationml.slideLayout+xml"/>
  <Override PartName="/ppt/slideLayouts/slideLayout991.xml" ContentType="application/vnd.openxmlformats-officedocument.presentationml.slideLayout+xml"/>
  <Override PartName="/ppt/slideLayouts/slideLayout992.xml" ContentType="application/vnd.openxmlformats-officedocument.presentationml.slideLayout+xml"/>
  <Override PartName="/ppt/slideLayouts/slideLayout993.xml" ContentType="application/vnd.openxmlformats-officedocument.presentationml.slideLayout+xml"/>
  <Override PartName="/ppt/slideLayouts/slideLayout994.xml" ContentType="application/vnd.openxmlformats-officedocument.presentationml.slideLayout+xml"/>
  <Override PartName="/ppt/slideLayouts/slideLayout995.xml" ContentType="application/vnd.openxmlformats-officedocument.presentationml.slideLayout+xml"/>
  <Override PartName="/ppt/slideLayouts/slideLayout996.xml" ContentType="application/vnd.openxmlformats-officedocument.presentationml.slideLayout+xml"/>
  <Override PartName="/ppt/slideLayouts/slideLayout997.xml" ContentType="application/vnd.openxmlformats-officedocument.presentationml.slideLayout+xml"/>
  <Override PartName="/ppt/slideLayouts/slideLayout998.xml" ContentType="application/vnd.openxmlformats-officedocument.presentationml.slideLayout+xml"/>
  <Override PartName="/ppt/slideLayouts/slideLayout9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00.xml" ContentType="application/vnd.openxmlformats-officedocument.presentationml.slideMaster+xml"/>
  <Override PartName="/ppt/slideMasters/slideMaster101.xml" ContentType="application/vnd.openxmlformats-officedocument.presentationml.slideMaster+xml"/>
  <Override PartName="/ppt/slideMasters/slideMaster102.xml" ContentType="application/vnd.openxmlformats-officedocument.presentationml.slideMaster+xml"/>
  <Override PartName="/ppt/slideMasters/slideMaster103.xml" ContentType="application/vnd.openxmlformats-officedocument.presentationml.slideMaster+xml"/>
  <Override PartName="/ppt/slideMasters/slideMaster104.xml" ContentType="application/vnd.openxmlformats-officedocument.presentationml.slideMaster+xml"/>
  <Override PartName="/ppt/slideMasters/slideMaster105.xml" ContentType="application/vnd.openxmlformats-officedocument.presentationml.slideMaster+xml"/>
  <Override PartName="/ppt/slideMasters/slideMaster106.xml" ContentType="application/vnd.openxmlformats-officedocument.presentationml.slideMaster+xml"/>
  <Override PartName="/ppt/slideMasters/slideMaster107.xml" ContentType="application/vnd.openxmlformats-officedocument.presentationml.slideMaster+xml"/>
  <Override PartName="/ppt/slideMasters/slideMaster108.xml" ContentType="application/vnd.openxmlformats-officedocument.presentationml.slideMaster+xml"/>
  <Override PartName="/ppt/slideMasters/slideMaster109.xml" ContentType="application/vnd.openxmlformats-officedocument.presentationml.slideMaster+xml"/>
  <Override PartName="/ppt/slideMasters/slideMaster11.xml" ContentType="application/vnd.openxmlformats-officedocument.presentationml.slideMaster+xml"/>
  <Override PartName="/ppt/slideMasters/slideMaster110.xml" ContentType="application/vnd.openxmlformats-officedocument.presentationml.slideMaster+xml"/>
  <Override PartName="/ppt/slideMasters/slideMaster111.xml" ContentType="application/vnd.openxmlformats-officedocument.presentationml.slideMaster+xml"/>
  <Override PartName="/ppt/slideMasters/slideMaster112.xml" ContentType="application/vnd.openxmlformats-officedocument.presentationml.slideMaster+xml"/>
  <Override PartName="/ppt/slideMasters/slideMaster113.xml" ContentType="application/vnd.openxmlformats-officedocument.presentationml.slideMaster+xml"/>
  <Override PartName="/ppt/slideMasters/slideMaster114.xml" ContentType="application/vnd.openxmlformats-officedocument.presentationml.slideMaster+xml"/>
  <Override PartName="/ppt/slideMasters/slideMaster115.xml" ContentType="application/vnd.openxmlformats-officedocument.presentationml.slideMaster+xml"/>
  <Override PartName="/ppt/slideMasters/slideMaster116.xml" ContentType="application/vnd.openxmlformats-officedocument.presentationml.slideMaster+xml"/>
  <Override PartName="/ppt/slideMasters/slideMaster117.xml" ContentType="application/vnd.openxmlformats-officedocument.presentationml.slideMaster+xml"/>
  <Override PartName="/ppt/slideMasters/slideMaster118.xml" ContentType="application/vnd.openxmlformats-officedocument.presentationml.slideMaster+xml"/>
  <Override PartName="/ppt/slideMasters/slideMaster119.xml" ContentType="application/vnd.openxmlformats-officedocument.presentationml.slideMaster+xml"/>
  <Override PartName="/ppt/slideMasters/slideMaster12.xml" ContentType="application/vnd.openxmlformats-officedocument.presentationml.slideMaster+xml"/>
  <Override PartName="/ppt/slideMasters/slideMaster120.xml" ContentType="application/vnd.openxmlformats-officedocument.presentationml.slideMaster+xml"/>
  <Override PartName="/ppt/slideMasters/slideMaster121.xml" ContentType="application/vnd.openxmlformats-officedocument.presentationml.slideMaster+xml"/>
  <Override PartName="/ppt/slideMasters/slideMaster122.xml" ContentType="application/vnd.openxmlformats-officedocument.presentationml.slideMaster+xml"/>
  <Override PartName="/ppt/slideMasters/slideMaster123.xml" ContentType="application/vnd.openxmlformats-officedocument.presentationml.slideMaster+xml"/>
  <Override PartName="/ppt/slideMasters/slideMaster124.xml" ContentType="application/vnd.openxmlformats-officedocument.presentationml.slideMaster+xml"/>
  <Override PartName="/ppt/slideMasters/slideMaster125.xml" ContentType="application/vnd.openxmlformats-officedocument.presentationml.slideMaster+xml"/>
  <Override PartName="/ppt/slideMasters/slideMaster126.xml" ContentType="application/vnd.openxmlformats-officedocument.presentationml.slideMaster+xml"/>
  <Override PartName="/ppt/slideMasters/slideMaster127.xml" ContentType="application/vnd.openxmlformats-officedocument.presentationml.slideMaster+xml"/>
  <Override PartName="/ppt/slideMasters/slideMaster128.xml" ContentType="application/vnd.openxmlformats-officedocument.presentationml.slideMaster+xml"/>
  <Override PartName="/ppt/slideMasters/slideMaster129.xml" ContentType="application/vnd.openxmlformats-officedocument.presentationml.slideMaster+xml"/>
  <Override PartName="/ppt/slideMasters/slideMaster13.xml" ContentType="application/vnd.openxmlformats-officedocument.presentationml.slideMaster+xml"/>
  <Override PartName="/ppt/slideMasters/slideMaster130.xml" ContentType="application/vnd.openxmlformats-officedocument.presentationml.slideMaster+xml"/>
  <Override PartName="/ppt/slideMasters/slideMaster131.xml" ContentType="application/vnd.openxmlformats-officedocument.presentationml.slideMaster+xml"/>
  <Override PartName="/ppt/slideMasters/slideMaster132.xml" ContentType="application/vnd.openxmlformats-officedocument.presentationml.slideMaster+xml"/>
  <Override PartName="/ppt/slideMasters/slideMaster133.xml" ContentType="application/vnd.openxmlformats-officedocument.presentationml.slideMaster+xml"/>
  <Override PartName="/ppt/slideMasters/slideMaster134.xml" ContentType="application/vnd.openxmlformats-officedocument.presentationml.slideMaster+xml"/>
  <Override PartName="/ppt/slideMasters/slideMaster135.xml" ContentType="application/vnd.openxmlformats-officedocument.presentationml.slideMaster+xml"/>
  <Override PartName="/ppt/slideMasters/slideMaster136.xml" ContentType="application/vnd.openxmlformats-officedocument.presentationml.slideMaster+xml"/>
  <Override PartName="/ppt/slideMasters/slideMaster137.xml" ContentType="application/vnd.openxmlformats-officedocument.presentationml.slideMaster+xml"/>
  <Override PartName="/ppt/slideMasters/slideMaster138.xml" ContentType="application/vnd.openxmlformats-officedocument.presentationml.slideMaster+xml"/>
  <Override PartName="/ppt/slideMasters/slideMaster139.xml" ContentType="application/vnd.openxmlformats-officedocument.presentationml.slideMaster+xml"/>
  <Override PartName="/ppt/slideMasters/slideMaster14.xml" ContentType="application/vnd.openxmlformats-officedocument.presentationml.slideMaster+xml"/>
  <Override PartName="/ppt/slideMasters/slideMaster140.xml" ContentType="application/vnd.openxmlformats-officedocument.presentationml.slideMaster+xml"/>
  <Override PartName="/ppt/slideMasters/slideMaster141.xml" ContentType="application/vnd.openxmlformats-officedocument.presentationml.slideMaster+xml"/>
  <Override PartName="/ppt/slideMasters/slideMaster142.xml" ContentType="application/vnd.openxmlformats-officedocument.presentationml.slideMaster+xml"/>
  <Override PartName="/ppt/slideMasters/slideMaster143.xml" ContentType="application/vnd.openxmlformats-officedocument.presentationml.slideMaster+xml"/>
  <Override PartName="/ppt/slideMasters/slideMaster144.xml" ContentType="application/vnd.openxmlformats-officedocument.presentationml.slideMaster+xml"/>
  <Override PartName="/ppt/slideMasters/slideMaster145.xml" ContentType="application/vnd.openxmlformats-officedocument.presentationml.slideMaster+xml"/>
  <Override PartName="/ppt/slideMasters/slideMaster146.xml" ContentType="application/vnd.openxmlformats-officedocument.presentationml.slideMaster+xml"/>
  <Override PartName="/ppt/slideMasters/slideMaster147.xml" ContentType="application/vnd.openxmlformats-officedocument.presentationml.slideMaster+xml"/>
  <Override PartName="/ppt/slideMasters/slideMaster148.xml" ContentType="application/vnd.openxmlformats-officedocument.presentationml.slideMaster+xml"/>
  <Override PartName="/ppt/slideMasters/slideMaster149.xml" ContentType="application/vnd.openxmlformats-officedocument.presentationml.slideMaster+xml"/>
  <Override PartName="/ppt/slideMasters/slideMaster15.xml" ContentType="application/vnd.openxmlformats-officedocument.presentationml.slideMaster+xml"/>
  <Override PartName="/ppt/slideMasters/slideMaster150.xml" ContentType="application/vnd.openxmlformats-officedocument.presentationml.slideMaster+xml"/>
  <Override PartName="/ppt/slideMasters/slideMaster151.xml" ContentType="application/vnd.openxmlformats-officedocument.presentationml.slideMaster+xml"/>
  <Override PartName="/ppt/slideMasters/slideMaster152.xml" ContentType="application/vnd.openxmlformats-officedocument.presentationml.slideMaster+xml"/>
  <Override PartName="/ppt/slideMasters/slideMaster153.xml" ContentType="application/vnd.openxmlformats-officedocument.presentationml.slideMaster+xml"/>
  <Override PartName="/ppt/slideMasters/slideMaster154.xml" ContentType="application/vnd.openxmlformats-officedocument.presentationml.slideMaster+xml"/>
  <Override PartName="/ppt/slideMasters/slideMaster155.xml" ContentType="application/vnd.openxmlformats-officedocument.presentationml.slideMaster+xml"/>
  <Override PartName="/ppt/slideMasters/slideMaster156.xml" ContentType="application/vnd.openxmlformats-officedocument.presentationml.slideMaster+xml"/>
  <Override PartName="/ppt/slideMasters/slideMaster157.xml" ContentType="application/vnd.openxmlformats-officedocument.presentationml.slideMaster+xml"/>
  <Override PartName="/ppt/slideMasters/slideMaster158.xml" ContentType="application/vnd.openxmlformats-officedocument.presentationml.slideMaster+xml"/>
  <Override PartName="/ppt/slideMasters/slideMaster159.xml" ContentType="application/vnd.openxmlformats-officedocument.presentationml.slideMaster+xml"/>
  <Override PartName="/ppt/slideMasters/slideMaster16.xml" ContentType="application/vnd.openxmlformats-officedocument.presentationml.slideMaster+xml"/>
  <Override PartName="/ppt/slideMasters/slideMaster160.xml" ContentType="application/vnd.openxmlformats-officedocument.presentationml.slideMaster+xml"/>
  <Override PartName="/ppt/slideMasters/slideMaster161.xml" ContentType="application/vnd.openxmlformats-officedocument.presentationml.slideMaster+xml"/>
  <Override PartName="/ppt/slideMasters/slideMaster162.xml" ContentType="application/vnd.openxmlformats-officedocument.presentationml.slideMaster+xml"/>
  <Override PartName="/ppt/slideMasters/slideMaster163.xml" ContentType="application/vnd.openxmlformats-officedocument.presentationml.slideMaster+xml"/>
  <Override PartName="/ppt/slideMasters/slideMaster164.xml" ContentType="application/vnd.openxmlformats-officedocument.presentationml.slideMaster+xml"/>
  <Override PartName="/ppt/slideMasters/slideMaster165.xml" ContentType="application/vnd.openxmlformats-officedocument.presentationml.slideMaster+xml"/>
  <Override PartName="/ppt/slideMasters/slideMaster166.xml" ContentType="application/vnd.openxmlformats-officedocument.presentationml.slideMaster+xml"/>
  <Override PartName="/ppt/slideMasters/slideMaster167.xml" ContentType="application/vnd.openxmlformats-officedocument.presentationml.slideMaster+xml"/>
  <Override PartName="/ppt/slideMasters/slideMaster168.xml" ContentType="application/vnd.openxmlformats-officedocument.presentationml.slideMaster+xml"/>
  <Override PartName="/ppt/slideMasters/slideMaster169.xml" ContentType="application/vnd.openxmlformats-officedocument.presentationml.slideMaster+xml"/>
  <Override PartName="/ppt/slideMasters/slideMaster17.xml" ContentType="application/vnd.openxmlformats-officedocument.presentationml.slideMaster+xml"/>
  <Override PartName="/ppt/slideMasters/slideMaster170.xml" ContentType="application/vnd.openxmlformats-officedocument.presentationml.slideMaster+xml"/>
  <Override PartName="/ppt/slideMasters/slideMaster171.xml" ContentType="application/vnd.openxmlformats-officedocument.presentationml.slideMaster+xml"/>
  <Override PartName="/ppt/slideMasters/slideMaster172.xml" ContentType="application/vnd.openxmlformats-officedocument.presentationml.slideMaster+xml"/>
  <Override PartName="/ppt/slideMasters/slideMaster173.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Masters/slideMaster64.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67.xml" ContentType="application/vnd.openxmlformats-officedocument.presentationml.slideMaster+xml"/>
  <Override PartName="/ppt/slideMasters/slideMaster68.xml" ContentType="application/vnd.openxmlformats-officedocument.presentationml.slideMaster+xml"/>
  <Override PartName="/ppt/slideMasters/slideMaster69.xml" ContentType="application/vnd.openxmlformats-officedocument.presentationml.slideMaster+xml"/>
  <Override PartName="/ppt/slideMasters/slideMaster7.xml" ContentType="application/vnd.openxmlformats-officedocument.presentationml.slideMaster+xml"/>
  <Override PartName="/ppt/slideMasters/slideMaster70.xml" ContentType="application/vnd.openxmlformats-officedocument.presentationml.slideMaster+xml"/>
  <Override PartName="/ppt/slideMasters/slideMaster71.xml" ContentType="application/vnd.openxmlformats-officedocument.presentationml.slideMaster+xml"/>
  <Override PartName="/ppt/slideMasters/slideMaster72.xml" ContentType="application/vnd.openxmlformats-officedocument.presentationml.slideMaster+xml"/>
  <Override PartName="/ppt/slideMasters/slideMaster73.xml" ContentType="application/vnd.openxmlformats-officedocument.presentationml.slideMaster+xml"/>
  <Override PartName="/ppt/slideMasters/slideMaster74.xml" ContentType="application/vnd.openxmlformats-officedocument.presentationml.slideMaster+xml"/>
  <Override PartName="/ppt/slideMasters/slideMaster75.xml" ContentType="application/vnd.openxmlformats-officedocument.presentationml.slideMaster+xml"/>
  <Override PartName="/ppt/slideMasters/slideMaster76.xml" ContentType="application/vnd.openxmlformats-officedocument.presentationml.slideMaster+xml"/>
  <Override PartName="/ppt/slideMasters/slideMaster77.xml" ContentType="application/vnd.openxmlformats-officedocument.presentationml.slideMaster+xml"/>
  <Override PartName="/ppt/slideMasters/slideMaster78.xml" ContentType="application/vnd.openxmlformats-officedocument.presentationml.slideMaster+xml"/>
  <Override PartName="/ppt/slideMasters/slideMaster79.xml" ContentType="application/vnd.openxmlformats-officedocument.presentationml.slideMaster+xml"/>
  <Override PartName="/ppt/slideMasters/slideMaster8.xml" ContentType="application/vnd.openxmlformats-officedocument.presentationml.slideMaster+xml"/>
  <Override PartName="/ppt/slideMasters/slideMaster80.xml" ContentType="application/vnd.openxmlformats-officedocument.presentationml.slideMaster+xml"/>
  <Override PartName="/ppt/slideMasters/slideMaster81.xml" ContentType="application/vnd.openxmlformats-officedocument.presentationml.slideMaster+xml"/>
  <Override PartName="/ppt/slideMasters/slideMaster82.xml" ContentType="application/vnd.openxmlformats-officedocument.presentationml.slideMaster+xml"/>
  <Override PartName="/ppt/slideMasters/slideMaster83.xml" ContentType="application/vnd.openxmlformats-officedocument.presentationml.slideMaster+xml"/>
  <Override PartName="/ppt/slideMasters/slideMaster84.xml" ContentType="application/vnd.openxmlformats-officedocument.presentationml.slideMaster+xml"/>
  <Override PartName="/ppt/slideMasters/slideMaster85.xml" ContentType="application/vnd.openxmlformats-officedocument.presentationml.slideMaster+xml"/>
  <Override PartName="/ppt/slideMasters/slideMaster86.xml" ContentType="application/vnd.openxmlformats-officedocument.presentationml.slideMaster+xml"/>
  <Override PartName="/ppt/slideMasters/slideMaster87.xml" ContentType="application/vnd.openxmlformats-officedocument.presentationml.slideMaster+xml"/>
  <Override PartName="/ppt/slideMasters/slideMaster88.xml" ContentType="application/vnd.openxmlformats-officedocument.presentationml.slideMaster+xml"/>
  <Override PartName="/ppt/slideMasters/slideMaster89.xml" ContentType="application/vnd.openxmlformats-officedocument.presentationml.slideMaster+xml"/>
  <Override PartName="/ppt/slideMasters/slideMaster9.xml" ContentType="application/vnd.openxmlformats-officedocument.presentationml.slideMaster+xml"/>
  <Override PartName="/ppt/slideMasters/slideMaster90.xml" ContentType="application/vnd.openxmlformats-officedocument.presentationml.slideMaster+xml"/>
  <Override PartName="/ppt/slideMasters/slideMaster91.xml" ContentType="application/vnd.openxmlformats-officedocument.presentationml.slideMaster+xml"/>
  <Override PartName="/ppt/slideMasters/slideMaster92.xml" ContentType="application/vnd.openxmlformats-officedocument.presentationml.slideMaster+xml"/>
  <Override PartName="/ppt/slideMasters/slideMaster93.xml" ContentType="application/vnd.openxmlformats-officedocument.presentationml.slideMaster+xml"/>
  <Override PartName="/ppt/slideMasters/slideMaster94.xml" ContentType="application/vnd.openxmlformats-officedocument.presentationml.slideMaster+xml"/>
  <Override PartName="/ppt/slideMasters/slideMaster95.xml" ContentType="application/vnd.openxmlformats-officedocument.presentationml.slideMaster+xml"/>
  <Override PartName="/ppt/slideMasters/slideMaster96.xml" ContentType="application/vnd.openxmlformats-officedocument.presentationml.slideMaster+xml"/>
  <Override PartName="/ppt/slideMasters/slideMaster97.xml" ContentType="application/vnd.openxmlformats-officedocument.presentationml.slideMaster+xml"/>
  <Override PartName="/ppt/slideMasters/slideMaster98.xml" ContentType="application/vnd.openxmlformats-officedocument.presentationml.slideMaster+xml"/>
  <Override PartName="/ppt/slideMasters/slideMaster9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00.xml" ContentType="application/vnd.openxmlformats-officedocument.theme+xml"/>
  <Override PartName="/ppt/theme/theme101.xml" ContentType="application/vnd.openxmlformats-officedocument.theme+xml"/>
  <Override PartName="/ppt/theme/theme102.xml" ContentType="application/vnd.openxmlformats-officedocument.theme+xml"/>
  <Override PartName="/ppt/theme/theme103.xml" ContentType="application/vnd.openxmlformats-officedocument.theme+xml"/>
  <Override PartName="/ppt/theme/theme104.xml" ContentType="application/vnd.openxmlformats-officedocument.theme+xml"/>
  <Override PartName="/ppt/theme/theme105.xml" ContentType="application/vnd.openxmlformats-officedocument.theme+xml"/>
  <Override PartName="/ppt/theme/theme106.xml" ContentType="application/vnd.openxmlformats-officedocument.theme+xml"/>
  <Override PartName="/ppt/theme/theme107.xml" ContentType="application/vnd.openxmlformats-officedocument.theme+xml"/>
  <Override PartName="/ppt/theme/theme108.xml" ContentType="application/vnd.openxmlformats-officedocument.theme+xml"/>
  <Override PartName="/ppt/theme/theme109.xml" ContentType="application/vnd.openxmlformats-officedocument.theme+xml"/>
  <Override PartName="/ppt/theme/theme11.xml" ContentType="application/vnd.openxmlformats-officedocument.theme+xml"/>
  <Override PartName="/ppt/theme/theme110.xml" ContentType="application/vnd.openxmlformats-officedocument.theme+xml"/>
  <Override PartName="/ppt/theme/theme111.xml" ContentType="application/vnd.openxmlformats-officedocument.theme+xml"/>
  <Override PartName="/ppt/theme/theme112.xml" ContentType="application/vnd.openxmlformats-officedocument.theme+xml"/>
  <Override PartName="/ppt/theme/theme113.xml" ContentType="application/vnd.openxmlformats-officedocument.theme+xml"/>
  <Override PartName="/ppt/theme/theme114.xml" ContentType="application/vnd.openxmlformats-officedocument.theme+xml"/>
  <Override PartName="/ppt/theme/theme115.xml" ContentType="application/vnd.openxmlformats-officedocument.theme+xml"/>
  <Override PartName="/ppt/theme/theme116.xml" ContentType="application/vnd.openxmlformats-officedocument.theme+xml"/>
  <Override PartName="/ppt/theme/theme117.xml" ContentType="application/vnd.openxmlformats-officedocument.theme+xml"/>
  <Override PartName="/ppt/theme/theme118.xml" ContentType="application/vnd.openxmlformats-officedocument.theme+xml"/>
  <Override PartName="/ppt/theme/theme119.xml" ContentType="application/vnd.openxmlformats-officedocument.theme+xml"/>
  <Override PartName="/ppt/theme/theme12.xml" ContentType="application/vnd.openxmlformats-officedocument.theme+xml"/>
  <Override PartName="/ppt/theme/theme120.xml" ContentType="application/vnd.openxmlformats-officedocument.theme+xml"/>
  <Override PartName="/ppt/theme/theme121.xml" ContentType="application/vnd.openxmlformats-officedocument.theme+xml"/>
  <Override PartName="/ppt/theme/theme122.xml" ContentType="application/vnd.openxmlformats-officedocument.theme+xml"/>
  <Override PartName="/ppt/theme/theme123.xml" ContentType="application/vnd.openxmlformats-officedocument.theme+xml"/>
  <Override PartName="/ppt/theme/theme124.xml" ContentType="application/vnd.openxmlformats-officedocument.theme+xml"/>
  <Override PartName="/ppt/theme/theme125.xml" ContentType="application/vnd.openxmlformats-officedocument.theme+xml"/>
  <Override PartName="/ppt/theme/theme126.xml" ContentType="application/vnd.openxmlformats-officedocument.theme+xml"/>
  <Override PartName="/ppt/theme/theme127.xml" ContentType="application/vnd.openxmlformats-officedocument.theme+xml"/>
  <Override PartName="/ppt/theme/theme128.xml" ContentType="application/vnd.openxmlformats-officedocument.theme+xml"/>
  <Override PartName="/ppt/theme/theme129.xml" ContentType="application/vnd.openxmlformats-officedocument.theme+xml"/>
  <Override PartName="/ppt/theme/theme13.xml" ContentType="application/vnd.openxmlformats-officedocument.theme+xml"/>
  <Override PartName="/ppt/theme/theme130.xml" ContentType="application/vnd.openxmlformats-officedocument.theme+xml"/>
  <Override PartName="/ppt/theme/theme131.xml" ContentType="application/vnd.openxmlformats-officedocument.theme+xml"/>
  <Override PartName="/ppt/theme/theme132.xml" ContentType="application/vnd.openxmlformats-officedocument.theme+xml"/>
  <Override PartName="/ppt/theme/theme133.xml" ContentType="application/vnd.openxmlformats-officedocument.theme+xml"/>
  <Override PartName="/ppt/theme/theme134.xml" ContentType="application/vnd.openxmlformats-officedocument.theme+xml"/>
  <Override PartName="/ppt/theme/theme135.xml" ContentType="application/vnd.openxmlformats-officedocument.theme+xml"/>
  <Override PartName="/ppt/theme/theme136.xml" ContentType="application/vnd.openxmlformats-officedocument.theme+xml"/>
  <Override PartName="/ppt/theme/theme137.xml" ContentType="application/vnd.openxmlformats-officedocument.theme+xml"/>
  <Override PartName="/ppt/theme/theme138.xml" ContentType="application/vnd.openxmlformats-officedocument.theme+xml"/>
  <Override PartName="/ppt/theme/theme139.xml" ContentType="application/vnd.openxmlformats-officedocument.theme+xml"/>
  <Override PartName="/ppt/theme/theme14.xml" ContentType="application/vnd.openxmlformats-officedocument.theme+xml"/>
  <Override PartName="/ppt/theme/theme140.xml" ContentType="application/vnd.openxmlformats-officedocument.theme+xml"/>
  <Override PartName="/ppt/theme/theme141.xml" ContentType="application/vnd.openxmlformats-officedocument.theme+xml"/>
  <Override PartName="/ppt/theme/theme142.xml" ContentType="application/vnd.openxmlformats-officedocument.theme+xml"/>
  <Override PartName="/ppt/theme/theme143.xml" ContentType="application/vnd.openxmlformats-officedocument.theme+xml"/>
  <Override PartName="/ppt/theme/theme144.xml" ContentType="application/vnd.openxmlformats-officedocument.theme+xml"/>
  <Override PartName="/ppt/theme/theme145.xml" ContentType="application/vnd.openxmlformats-officedocument.theme+xml"/>
  <Override PartName="/ppt/theme/theme146.xml" ContentType="application/vnd.openxmlformats-officedocument.theme+xml"/>
  <Override PartName="/ppt/theme/theme147.xml" ContentType="application/vnd.openxmlformats-officedocument.theme+xml"/>
  <Override PartName="/ppt/theme/theme148.xml" ContentType="application/vnd.openxmlformats-officedocument.theme+xml"/>
  <Override PartName="/ppt/theme/theme149.xml" ContentType="application/vnd.openxmlformats-officedocument.theme+xml"/>
  <Override PartName="/ppt/theme/theme15.xml" ContentType="application/vnd.openxmlformats-officedocument.theme+xml"/>
  <Override PartName="/ppt/theme/theme150.xml" ContentType="application/vnd.openxmlformats-officedocument.theme+xml"/>
  <Override PartName="/ppt/theme/theme151.xml" ContentType="application/vnd.openxmlformats-officedocument.theme+xml"/>
  <Override PartName="/ppt/theme/theme152.xml" ContentType="application/vnd.openxmlformats-officedocument.theme+xml"/>
  <Override PartName="/ppt/theme/theme153.xml" ContentType="application/vnd.openxmlformats-officedocument.theme+xml"/>
  <Override PartName="/ppt/theme/theme154.xml" ContentType="application/vnd.openxmlformats-officedocument.theme+xml"/>
  <Override PartName="/ppt/theme/theme155.xml" ContentType="application/vnd.openxmlformats-officedocument.theme+xml"/>
  <Override PartName="/ppt/theme/theme156.xml" ContentType="application/vnd.openxmlformats-officedocument.theme+xml"/>
  <Override PartName="/ppt/theme/theme157.xml" ContentType="application/vnd.openxmlformats-officedocument.theme+xml"/>
  <Override PartName="/ppt/theme/theme158.xml" ContentType="application/vnd.openxmlformats-officedocument.theme+xml"/>
  <Override PartName="/ppt/theme/theme159.xml" ContentType="application/vnd.openxmlformats-officedocument.theme+xml"/>
  <Override PartName="/ppt/theme/theme16.xml" ContentType="application/vnd.openxmlformats-officedocument.theme+xml"/>
  <Override PartName="/ppt/theme/theme160.xml" ContentType="application/vnd.openxmlformats-officedocument.theme+xml"/>
  <Override PartName="/ppt/theme/theme161.xml" ContentType="application/vnd.openxmlformats-officedocument.theme+xml"/>
  <Override PartName="/ppt/theme/theme162.xml" ContentType="application/vnd.openxmlformats-officedocument.theme+xml"/>
  <Override PartName="/ppt/theme/theme163.xml" ContentType="application/vnd.openxmlformats-officedocument.theme+xml"/>
  <Override PartName="/ppt/theme/theme164.xml" ContentType="application/vnd.openxmlformats-officedocument.theme+xml"/>
  <Override PartName="/ppt/theme/theme165.xml" ContentType="application/vnd.openxmlformats-officedocument.theme+xml"/>
  <Override PartName="/ppt/theme/theme166.xml" ContentType="application/vnd.openxmlformats-officedocument.theme+xml"/>
  <Override PartName="/ppt/theme/theme167.xml" ContentType="application/vnd.openxmlformats-officedocument.theme+xml"/>
  <Override PartName="/ppt/theme/theme168.xml" ContentType="application/vnd.openxmlformats-officedocument.theme+xml"/>
  <Override PartName="/ppt/theme/theme169.xml" ContentType="application/vnd.openxmlformats-officedocument.theme+xml"/>
  <Override PartName="/ppt/theme/theme17.xml" ContentType="application/vnd.openxmlformats-officedocument.theme+xml"/>
  <Override PartName="/ppt/theme/theme170.xml" ContentType="application/vnd.openxmlformats-officedocument.theme+xml"/>
  <Override PartName="/ppt/theme/theme171.xml" ContentType="application/vnd.openxmlformats-officedocument.theme+xml"/>
  <Override PartName="/ppt/theme/theme172.xml" ContentType="application/vnd.openxmlformats-officedocument.theme+xml"/>
  <Override PartName="/ppt/theme/theme173.xml" ContentType="application/vnd.openxmlformats-officedocument.theme+xml"/>
  <Override PartName="/ppt/theme/theme174.xml" ContentType="application/vnd.openxmlformats-officedocument.theme+xml"/>
  <Override PartName="/ppt/theme/theme175.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50.xml" ContentType="application/vnd.openxmlformats-officedocument.theme+xml"/>
  <Override PartName="/ppt/theme/theme51.xml" ContentType="application/vnd.openxmlformats-officedocument.theme+xml"/>
  <Override PartName="/ppt/theme/theme52.xml" ContentType="application/vnd.openxmlformats-officedocument.theme+xml"/>
  <Override PartName="/ppt/theme/theme53.xml" ContentType="application/vnd.openxmlformats-officedocument.theme+xml"/>
  <Override PartName="/ppt/theme/theme54.xml" ContentType="application/vnd.openxmlformats-officedocument.theme+xml"/>
  <Override PartName="/ppt/theme/theme55.xml" ContentType="application/vnd.openxmlformats-officedocument.theme+xml"/>
  <Override PartName="/ppt/theme/theme56.xml" ContentType="application/vnd.openxmlformats-officedocument.theme+xml"/>
  <Override PartName="/ppt/theme/theme57.xml" ContentType="application/vnd.openxmlformats-officedocument.theme+xml"/>
  <Override PartName="/ppt/theme/theme58.xml" ContentType="application/vnd.openxmlformats-officedocument.theme+xml"/>
  <Override PartName="/ppt/theme/theme59.xml" ContentType="application/vnd.openxmlformats-officedocument.theme+xml"/>
  <Override PartName="/ppt/theme/theme6.xml" ContentType="application/vnd.openxmlformats-officedocument.theme+xml"/>
  <Override PartName="/ppt/theme/theme60.xml" ContentType="application/vnd.openxmlformats-officedocument.theme+xml"/>
  <Override PartName="/ppt/theme/theme61.xml" ContentType="application/vnd.openxmlformats-officedocument.theme+xml"/>
  <Override PartName="/ppt/theme/theme62.xml" ContentType="application/vnd.openxmlformats-officedocument.theme+xml"/>
  <Override PartName="/ppt/theme/theme63.xml" ContentType="application/vnd.openxmlformats-officedocument.theme+xml"/>
  <Override PartName="/ppt/theme/theme64.xml" ContentType="application/vnd.openxmlformats-officedocument.theme+xml"/>
  <Override PartName="/ppt/theme/theme65.xml" ContentType="application/vnd.openxmlformats-officedocument.theme+xml"/>
  <Override PartName="/ppt/theme/theme66.xml" ContentType="application/vnd.openxmlformats-officedocument.theme+xml"/>
  <Override PartName="/ppt/theme/theme67.xml" ContentType="application/vnd.openxmlformats-officedocument.theme+xml"/>
  <Override PartName="/ppt/theme/theme68.xml" ContentType="application/vnd.openxmlformats-officedocument.theme+xml"/>
  <Override PartName="/ppt/theme/theme69.xml" ContentType="application/vnd.openxmlformats-officedocument.theme+xml"/>
  <Override PartName="/ppt/theme/theme7.xml" ContentType="application/vnd.openxmlformats-officedocument.theme+xml"/>
  <Override PartName="/ppt/theme/theme70.xml" ContentType="application/vnd.openxmlformats-officedocument.theme+xml"/>
  <Override PartName="/ppt/theme/theme71.xml" ContentType="application/vnd.openxmlformats-officedocument.theme+xml"/>
  <Override PartName="/ppt/theme/theme72.xml" ContentType="application/vnd.openxmlformats-officedocument.theme+xml"/>
  <Override PartName="/ppt/theme/theme73.xml" ContentType="application/vnd.openxmlformats-officedocument.theme+xml"/>
  <Override PartName="/ppt/theme/theme74.xml" ContentType="application/vnd.openxmlformats-officedocument.theme+xml"/>
  <Override PartName="/ppt/theme/theme75.xml" ContentType="application/vnd.openxmlformats-officedocument.theme+xml"/>
  <Override PartName="/ppt/theme/theme76.xml" ContentType="application/vnd.openxmlformats-officedocument.theme+xml"/>
  <Override PartName="/ppt/theme/theme77.xml" ContentType="application/vnd.openxmlformats-officedocument.theme+xml"/>
  <Override PartName="/ppt/theme/theme78.xml" ContentType="application/vnd.openxmlformats-officedocument.theme+xml"/>
  <Override PartName="/ppt/theme/theme79.xml" ContentType="application/vnd.openxmlformats-officedocument.theme+xml"/>
  <Override PartName="/ppt/theme/theme8.xml" ContentType="application/vnd.openxmlformats-officedocument.theme+xml"/>
  <Override PartName="/ppt/theme/theme80.xml" ContentType="application/vnd.openxmlformats-officedocument.theme+xml"/>
  <Override PartName="/ppt/theme/theme81.xml" ContentType="application/vnd.openxmlformats-officedocument.theme+xml"/>
  <Override PartName="/ppt/theme/theme82.xml" ContentType="application/vnd.openxmlformats-officedocument.theme+xml"/>
  <Override PartName="/ppt/theme/theme83.xml" ContentType="application/vnd.openxmlformats-officedocument.theme+xml"/>
  <Override PartName="/ppt/theme/theme84.xml" ContentType="application/vnd.openxmlformats-officedocument.theme+xml"/>
  <Override PartName="/ppt/theme/theme85.xml" ContentType="application/vnd.openxmlformats-officedocument.theme+xml"/>
  <Override PartName="/ppt/theme/theme86.xml" ContentType="application/vnd.openxmlformats-officedocument.theme+xml"/>
  <Override PartName="/ppt/theme/theme87.xml" ContentType="application/vnd.openxmlformats-officedocument.theme+xml"/>
  <Override PartName="/ppt/theme/theme88.xml" ContentType="application/vnd.openxmlformats-officedocument.theme+xml"/>
  <Override PartName="/ppt/theme/theme89.xml" ContentType="application/vnd.openxmlformats-officedocument.theme+xml"/>
  <Override PartName="/ppt/theme/theme9.xml" ContentType="application/vnd.openxmlformats-officedocument.theme+xml"/>
  <Override PartName="/ppt/theme/theme90.xml" ContentType="application/vnd.openxmlformats-officedocument.theme+xml"/>
  <Override PartName="/ppt/theme/theme91.xml" ContentType="application/vnd.openxmlformats-officedocument.theme+xml"/>
  <Override PartName="/ppt/theme/theme92.xml" ContentType="application/vnd.openxmlformats-officedocument.theme+xml"/>
  <Override PartName="/ppt/theme/theme93.xml" ContentType="application/vnd.openxmlformats-officedocument.theme+xml"/>
  <Override PartName="/ppt/theme/theme94.xml" ContentType="application/vnd.openxmlformats-officedocument.theme+xml"/>
  <Override PartName="/ppt/theme/theme95.xml" ContentType="application/vnd.openxmlformats-officedocument.theme+xml"/>
  <Override PartName="/ppt/theme/theme96.xml" ContentType="application/vnd.openxmlformats-officedocument.theme+xml"/>
  <Override PartName="/ppt/theme/theme97.xml" ContentType="application/vnd.openxmlformats-officedocument.theme+xml"/>
  <Override PartName="/ppt/theme/theme98.xml" ContentType="application/vnd.openxmlformats-officedocument.theme+xml"/>
  <Override PartName="/ppt/theme/theme99.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50" r:id="rId3"/>
    <p:sldMasterId id="2147483654" r:id="rId4"/>
    <p:sldMasterId id="2147483659" r:id="rId5"/>
    <p:sldMasterId id="2147483668" r:id="rId6"/>
    <p:sldMasterId id="2147483673" r:id="rId7"/>
    <p:sldMasterId id="2147483676" r:id="rId8"/>
    <p:sldMasterId id="2147483683" r:id="rId9"/>
    <p:sldMasterId id="2147483686" r:id="rId10"/>
    <p:sldMasterId id="2147483690" r:id="rId11"/>
    <p:sldMasterId id="2147483697" r:id="rId12"/>
    <p:sldMasterId id="2147483704" r:id="rId13"/>
    <p:sldMasterId id="2147483713" r:id="rId14"/>
    <p:sldMasterId id="2147483717" r:id="rId15"/>
    <p:sldMasterId id="2147483722" r:id="rId16"/>
    <p:sldMasterId id="2147483726" r:id="rId17"/>
    <p:sldMasterId id="2147483733" r:id="rId18"/>
    <p:sldMasterId id="2147483740" r:id="rId19"/>
    <p:sldMasterId id="2147483750" r:id="rId20"/>
    <p:sldMasterId id="2147483760" r:id="rId21"/>
    <p:sldMasterId id="2147483763" r:id="rId22"/>
    <p:sldMasterId id="2147483773" r:id="rId23"/>
    <p:sldMasterId id="2147483783" r:id="rId24"/>
    <p:sldMasterId id="2147483793" r:id="rId25"/>
    <p:sldMasterId id="2147483803" r:id="rId26"/>
    <p:sldMasterId id="2147483813" r:id="rId27"/>
    <p:sldMasterId id="2147483823" r:id="rId28"/>
    <p:sldMasterId id="2147483833" r:id="rId29"/>
    <p:sldMasterId id="2147483843" r:id="rId30"/>
    <p:sldMasterId id="2147483853" r:id="rId31"/>
    <p:sldMasterId id="2147483863" r:id="rId32"/>
    <p:sldMasterId id="2147483873" r:id="rId33"/>
    <p:sldMasterId id="2147483883" r:id="rId34"/>
    <p:sldMasterId id="2147483893" r:id="rId35"/>
    <p:sldMasterId id="2147483904" r:id="rId36"/>
    <p:sldMasterId id="2147483914" r:id="rId37"/>
    <p:sldMasterId id="2147483924" r:id="rId38"/>
    <p:sldMasterId id="2147483934" r:id="rId39"/>
    <p:sldMasterId id="2147483944" r:id="rId40"/>
    <p:sldMasterId id="2147483954" r:id="rId41"/>
    <p:sldMasterId id="2147483964" r:id="rId42"/>
    <p:sldMasterId id="2147483974" r:id="rId43"/>
    <p:sldMasterId id="2147483984" r:id="rId44"/>
    <p:sldMasterId id="2147483994" r:id="rId45"/>
    <p:sldMasterId id="2147484004" r:id="rId46"/>
    <p:sldMasterId id="2147484014" r:id="rId47"/>
    <p:sldMasterId id="2147484024" r:id="rId48"/>
    <p:sldMasterId id="2147484034" r:id="rId49"/>
    <p:sldMasterId id="2147484044" r:id="rId50"/>
    <p:sldMasterId id="2147484054" r:id="rId51"/>
    <p:sldMasterId id="2147484064" r:id="rId52"/>
    <p:sldMasterId id="2147484074" r:id="rId53"/>
    <p:sldMasterId id="2147484084" r:id="rId54"/>
    <p:sldMasterId id="2147484094" r:id="rId55"/>
    <p:sldMasterId id="2147484104" r:id="rId56"/>
    <p:sldMasterId id="2147484114" r:id="rId57"/>
    <p:sldMasterId id="2147484124" r:id="rId58"/>
    <p:sldMasterId id="2147484134" r:id="rId59"/>
    <p:sldMasterId id="2147484144" r:id="rId60"/>
    <p:sldMasterId id="2147484154" r:id="rId61"/>
    <p:sldMasterId id="2147484164" r:id="rId62"/>
    <p:sldMasterId id="2147484174" r:id="rId63"/>
    <p:sldMasterId id="2147484184" r:id="rId64"/>
    <p:sldMasterId id="2147484194" r:id="rId65"/>
    <p:sldMasterId id="2147484204" r:id="rId66"/>
    <p:sldMasterId id="2147484214" r:id="rId67"/>
    <p:sldMasterId id="2147484224" r:id="rId68"/>
    <p:sldMasterId id="2147484234" r:id="rId69"/>
    <p:sldMasterId id="2147484244" r:id="rId70"/>
    <p:sldMasterId id="2147484254" r:id="rId71"/>
    <p:sldMasterId id="2147484264" r:id="rId72"/>
    <p:sldMasterId id="2147484274" r:id="rId73"/>
    <p:sldMasterId id="2147484284" r:id="rId74"/>
    <p:sldMasterId id="2147484294" r:id="rId75"/>
    <p:sldMasterId id="2147484304" r:id="rId76"/>
    <p:sldMasterId id="2147484314" r:id="rId77"/>
    <p:sldMasterId id="2147484324" r:id="rId78"/>
    <p:sldMasterId id="2147484334" r:id="rId79"/>
    <p:sldMasterId id="2147484344" r:id="rId80"/>
    <p:sldMasterId id="2147484354" r:id="rId81"/>
    <p:sldMasterId id="2147484364" r:id="rId82"/>
    <p:sldMasterId id="2147484374" r:id="rId83"/>
    <p:sldMasterId id="2147484384" r:id="rId84"/>
    <p:sldMasterId id="2147484394" r:id="rId85"/>
    <p:sldMasterId id="2147484404" r:id="rId86"/>
    <p:sldMasterId id="2147484414" r:id="rId87"/>
    <p:sldMasterId id="2147484424" r:id="rId88"/>
    <p:sldMasterId id="2147484434" r:id="rId89"/>
    <p:sldMasterId id="2147484444" r:id="rId90"/>
    <p:sldMasterId id="2147484454" r:id="rId91"/>
    <p:sldMasterId id="2147484464" r:id="rId92"/>
    <p:sldMasterId id="2147484474" r:id="rId93"/>
    <p:sldMasterId id="2147484484" r:id="rId94"/>
    <p:sldMasterId id="2147484494" r:id="rId95"/>
    <p:sldMasterId id="2147484504" r:id="rId96"/>
    <p:sldMasterId id="2147484514" r:id="rId97"/>
    <p:sldMasterId id="2147484524" r:id="rId98"/>
    <p:sldMasterId id="2147484534" r:id="rId99"/>
    <p:sldMasterId id="2147484544" r:id="rId100"/>
    <p:sldMasterId id="2147484554" r:id="rId101"/>
    <p:sldMasterId id="2147484564" r:id="rId102"/>
    <p:sldMasterId id="2147484574" r:id="rId103"/>
    <p:sldMasterId id="2147484584" r:id="rId104"/>
    <p:sldMasterId id="2147484594" r:id="rId105"/>
    <p:sldMasterId id="2147484604" r:id="rId106"/>
    <p:sldMasterId id="2147484614" r:id="rId107"/>
    <p:sldMasterId id="2147484624" r:id="rId108"/>
    <p:sldMasterId id="2147484634" r:id="rId109"/>
    <p:sldMasterId id="2147484644" r:id="rId110"/>
    <p:sldMasterId id="2147484654" r:id="rId111"/>
    <p:sldMasterId id="2147484664" r:id="rId112"/>
    <p:sldMasterId id="2147484674" r:id="rId113"/>
    <p:sldMasterId id="2147484684" r:id="rId114"/>
    <p:sldMasterId id="2147484694" r:id="rId115"/>
    <p:sldMasterId id="2147484704" r:id="rId116"/>
    <p:sldMasterId id="2147484714" r:id="rId117"/>
    <p:sldMasterId id="2147484725" r:id="rId118"/>
    <p:sldMasterId id="2147484735" r:id="rId119"/>
    <p:sldMasterId id="2147484745" r:id="rId120"/>
    <p:sldMasterId id="2147484755" r:id="rId121"/>
    <p:sldMasterId id="2147484765" r:id="rId122"/>
    <p:sldMasterId id="2147484775" r:id="rId123"/>
    <p:sldMasterId id="2147484785" r:id="rId124"/>
    <p:sldMasterId id="2147484795" r:id="rId125"/>
    <p:sldMasterId id="2147484805" r:id="rId126"/>
    <p:sldMasterId id="2147484815" r:id="rId127"/>
    <p:sldMasterId id="2147484825" r:id="rId128"/>
    <p:sldMasterId id="2147484835" r:id="rId129"/>
    <p:sldMasterId id="2147484845" r:id="rId130"/>
    <p:sldMasterId id="2147484855" r:id="rId131"/>
    <p:sldMasterId id="2147484865" r:id="rId132"/>
    <p:sldMasterId id="2147484875" r:id="rId133"/>
    <p:sldMasterId id="2147484885" r:id="rId134"/>
    <p:sldMasterId id="2147484895" r:id="rId135"/>
    <p:sldMasterId id="2147484905" r:id="rId136"/>
    <p:sldMasterId id="2147484915" r:id="rId137"/>
    <p:sldMasterId id="2147484925" r:id="rId138"/>
    <p:sldMasterId id="2147484935" r:id="rId139"/>
    <p:sldMasterId id="2147484945" r:id="rId140"/>
    <p:sldMasterId id="2147484956" r:id="rId141"/>
    <p:sldMasterId id="2147484966" r:id="rId142"/>
    <p:sldMasterId id="2147484976" r:id="rId143"/>
    <p:sldMasterId id="2147484986" r:id="rId144"/>
    <p:sldMasterId id="2147484997" r:id="rId145"/>
    <p:sldMasterId id="2147485008" r:id="rId146"/>
    <p:sldMasterId id="2147485019" r:id="rId147"/>
    <p:sldMasterId id="2147485030" r:id="rId148"/>
    <p:sldMasterId id="2147485041" r:id="rId149"/>
    <p:sldMasterId id="2147485052" r:id="rId150"/>
    <p:sldMasterId id="2147485063" r:id="rId151"/>
    <p:sldMasterId id="2147485074" r:id="rId152"/>
    <p:sldMasterId id="2147485085" r:id="rId153"/>
    <p:sldMasterId id="2147485095" r:id="rId154"/>
    <p:sldMasterId id="2147485106" r:id="rId155"/>
    <p:sldMasterId id="2147485116" r:id="rId156"/>
    <p:sldMasterId id="2147485127" r:id="rId157"/>
    <p:sldMasterId id="2147485137" r:id="rId158"/>
    <p:sldMasterId id="2147485147" r:id="rId159"/>
    <p:sldMasterId id="2147485157" r:id="rId160"/>
    <p:sldMasterId id="2147485167" r:id="rId161"/>
    <p:sldMasterId id="2147485177" r:id="rId162"/>
    <p:sldMasterId id="2147485187" r:id="rId163"/>
    <p:sldMasterId id="2147485197" r:id="rId164"/>
    <p:sldMasterId id="2147485207" r:id="rId165"/>
    <p:sldMasterId id="2147485218" r:id="rId166"/>
    <p:sldMasterId id="2147485228" r:id="rId167"/>
    <p:sldMasterId id="2147485238" r:id="rId168"/>
    <p:sldMasterId id="2147485248" r:id="rId169"/>
    <p:sldMasterId id="2147485258" r:id="rId170"/>
    <p:sldMasterId id="2147485268" r:id="rId171"/>
    <p:sldMasterId id="2147485278" r:id="rId172"/>
    <p:sldMasterId id="2147485288" r:id="rId173"/>
    <p:sldMasterId id="2147485298" r:id="rId174"/>
  </p:sldMasterIdLst>
  <p:notesMasterIdLst>
    <p:notesMasterId r:id="rId176"/>
  </p:notesMasterIdLst>
  <p:handoutMasterIdLst>
    <p:handoutMasterId r:id="rId201"/>
  </p:handoutMasterIdLst>
  <p:sldIdLst>
    <p:sldId id="2829" r:id="rId175"/>
    <p:sldId id="3221" r:id="rId177"/>
    <p:sldId id="3220" r:id="rId178"/>
    <p:sldId id="3230" r:id="rId179"/>
    <p:sldId id="3223" r:id="rId180"/>
    <p:sldId id="3244" r:id="rId181"/>
    <p:sldId id="3227" r:id="rId182"/>
    <p:sldId id="3225" r:id="rId183"/>
    <p:sldId id="3231" r:id="rId184"/>
    <p:sldId id="3232" r:id="rId185"/>
    <p:sldId id="3234" r:id="rId186"/>
    <p:sldId id="3233" r:id="rId187"/>
    <p:sldId id="3226" r:id="rId188"/>
    <p:sldId id="3242" r:id="rId189"/>
    <p:sldId id="3243" r:id="rId190"/>
    <p:sldId id="2891" r:id="rId191"/>
    <p:sldId id="3199" r:id="rId192"/>
    <p:sldId id="3245" r:id="rId193"/>
    <p:sldId id="3246" r:id="rId194"/>
    <p:sldId id="3247" r:id="rId195"/>
    <p:sldId id="3248" r:id="rId196"/>
    <p:sldId id="3249" r:id="rId197"/>
    <p:sldId id="3229" r:id="rId198"/>
    <p:sldId id="3240" r:id="rId199"/>
    <p:sldId id="3250" r:id="rId200"/>
  </p:sldIdLst>
  <p:sldSz cx="12192000" cy="6858000"/>
  <p:notesSz cx="6797675" cy="992822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1222" userDrawn="1">
          <p15:clr>
            <a:srgbClr val="A4A3A4"/>
          </p15:clr>
        </p15:guide>
        <p15:guide id="3" pos="753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相亲相爱一家人" initials="相亲相爱一家人" lastIdx="4" clrIdx="0"/>
  <p:cmAuthor id="2" name="AutoBVT" initials="A" lastIdx="6" clrIdx="1"/>
  <p:cmAuthor id="3" name="NTKO" initials="谢雨希" lastIdx="2" clrIdx="2"/>
  <p:cmAuthor id="4" name="Administrator" initials="A" lastIdx="0" clrIdx="3"/>
  <p:cmAuthor id="5" name="FtpDown" initials="F" lastIdx="0" clrIdx="4"/>
  <p:cmAuthor id="6" name="andres.x.gomez" initials="a" lastIdx="0" clrIdx="5"/>
  <p:cmAuthor id="7" name="evil" initials="e" lastIdx="0" clrIdx="6"/>
  <p:cmAuthor id="8" name="674159052@qq.com" initials="6" lastIdx="0" clrIdx="7"/>
  <p:cmAuthor id="9" name="丁芙蓉" initials="丁" lastIdx="0" clrIdx="8"/>
  <p:cmAuthor id="10" name="聂 媛媛" initials="聂" lastIdx="0" clrIdx="9"/>
  <p:cmAuthor id="11" name="gtmc" initials="g" lastIdx="0" clrIdx="10"/>
  <p:cmAuthor id="12" name="993252537@qq.com" initials="9" lastIdx="0" clrIdx="11"/>
  <p:cmAuthor id="13" name="作者" initials="A" lastIdx="0" clrIdx="12"/>
  <p:cmAuthor id="14" name="未知用户23" initials="未" lastIdx="0" clrIdx="13"/>
  <p:cmAuthor id="15" name="黄 仁芬" initials="黄" lastIdx="0" clrIdx="14"/>
  <p:cmAuthor id="16" name="未知用户24" initials="未" lastIdx="0" clrIdx="15"/>
  <p:cmAuthor id="17" name="Iris Lee" initials="IL" lastIdx="0" clrIdx="16"/>
  <p:cmAuthor id="18" name="未知用户25" initials="未" lastIdx="0" clrIdx="17"/>
  <p:cmAuthor id="19" name="99325" initials="9" lastIdx="0" clrIdx="18"/>
  <p:cmAuthor id="20" name="2824" initials="2" lastIdx="0" clrIdx="19"/>
  <p:cmAuthor id="21" name="zhe" initials="z" lastIdx="0" clrIdx="20"/>
  <p:cmAuthor id="22" name="刘 元" initials="刘" lastIdx="0" clrIdx="21"/>
  <p:cmAuthor id="23" name="zhouwd" initials="1" lastIdx="0" clrIdx="22"/>
  <p:cmAuthor id="24" name="chentianyao" initials="c" lastIdx="0" clrIdx="23"/>
  <p:cmAuthor id="25" name="lidan" initials="l" lastIdx="0" clrIdx="24"/>
  <p:cmAuthor id="26" name="W Shi" initials="W" lastIdx="0" clrIdx="25"/>
  <p:cmAuthor id="27" name="Li" initials="L" lastIdx="0" clrIdx="26"/>
  <p:cmAuthor id="28" name="10078380" initials="1" lastIdx="0" clrIdx="27"/>
  <p:cmAuthor id="29" name="00035181" initials="0" lastIdx="0" clrIdx="28"/>
  <p:cmAuthor id="30" name="李蕾00009994" initials="李蕾00009994" lastIdx="0" clrIdx="29"/>
  <p:cmAuthor id="31" name="Saku Uchikawa" initials="S" lastIdx="0" clrIdx="30"/>
  <p:cmAuthor id="32" name="00065088" initials="0" lastIdx="0" clrIdx="31"/>
  <p:cmAuthor id="33" name="10066351" initials="1" lastIdx="0" clrIdx="32"/>
  <p:cmAuthor id="34" name="蔡建楠" initials="caijianna" lastIdx="0" clrIdx="33"/>
  <p:cmAuthor id="35" name="赵诚荣10027092" initials="赵" lastIdx="0" clrIdx="34"/>
  <p:cmAuthor id="36" name="10196350" initials="rule" lastIdx="0" clrIdx="35"/>
  <p:cmAuthor id="37" name="wyz" initials="w" lastIdx="0" clrIdx="36"/>
  <p:cmAuthor id="38" name="10270945" initials="1" lastIdx="0" clrIdx="37"/>
  <p:cmAuthor id="39" name="10295142" initials="1" lastIdx="0" clrIdx="38"/>
  <p:cmAuthor id="40" name="Hou Yingfeng" initials="H" lastIdx="0" clrIdx="39"/>
  <p:cmAuthor id="41" name="10056791" initials="ZTE" lastIdx="0" clrIdx="40"/>
  <p:cmAuthor id="42" name="Author" initials="A" lastIdx="0" clrIdx="41"/>
  <p:cmAuthor id="43" name="10033224" initials="1" lastIdx="0" clrIdx="42"/>
  <p:cmAuthor id="44" name="D eco" initials="De" lastIdx="0" clrIdx="43"/>
  <p:cmAuthor id="45" name="610007" initials="6" lastIdx="0" clrIdx="44"/>
  <p:cmAuthor id="46" name="刘付平" initials="刘" lastIdx="0" clrIdx="45"/>
  <p:cmAuthor id="47" name="Microsoft 帐户" initials="M" lastIdx="0" clrIdx="46"/>
  <p:cmAuthor id="48" name="yuan xiwen" initials="yx" lastIdx="0" clrIdx="47"/>
  <p:cmAuthor id="49" name="关全全10258021" initials="关全全10258021" lastIdx="0" clrIdx="48"/>
  <p:cmAuthor id="50" name="xy-zsj" initials="SZ" lastIdx="0" clrIdx="49"/>
  <p:cmAuthor id="51" name="未知用户1" initials="未知用户1" lastIdx="0" clrIdx="50"/>
  <p:cmAuthor id="52" name="刘怡" initials="刘怡" lastIdx="0" clrIdx="51"/>
  <p:cmAuthor id="53" name="feng changping" initials="fc" lastIdx="0" clrIdx="52"/>
  <p:cmAuthor id="54" name="China" initials="C" lastIdx="0" clrIdx="53"/>
  <p:cmAuthor id="55" name="沈霄雷" initials="沈" lastIdx="0" clrIdx="54"/>
  <p:cmAuthor id="56" name="wuyonglin" initials="w" lastIdx="0" clrIdx="55"/>
  <p:cmAuthor id="57" name="张心蕾" initials="张" lastIdx="0" clrIdx="56"/>
  <p:cmAuthor id="58" name="仁芬" initials="仁芬" lastIdx="0" clrIdx="57"/>
  <p:cmAuthor id="59" name="叶得会" initials="叶" lastIdx="0" clrIdx="58"/>
  <p:cmAuthor id="60" name="梦颖 魏" initials="梦魏" lastIdx="0" clrIdx="59"/>
  <p:cmAuthor id="61" name="中兴新云" initials="中" lastIdx="0" clrIdx="60"/>
  <p:cmAuthor id="62" name="若愚 张" initials="若张" lastIdx="0" clrIdx="61"/>
  <p:cmAuthor id="63" name="USER" initials="U" lastIdx="0" clrIdx="62"/>
  <p:cmAuthor id="64" name="一条小神龙" initials="一" lastIdx="0" clrIdx="63"/>
  <p:cmAuthor id="65" name="未知用户17" initials="未" lastIdx="0" clrIdx="64"/>
  <p:cmAuthor id="66" name="张惠" initials="张" lastIdx="0" clrIdx="65"/>
  <p:cmAuthor id="67" name="未知用户18" initials="未" lastIdx="0" clrIdx="66"/>
  <p:cmAuthor id="68" name="吴铭锐" initials="吴" lastIdx="0" clrIdx="67"/>
  <p:cmAuthor id="69" name="liying" initials="l" lastIdx="0" clrIdx="68"/>
  <p:cmAuthor id="70" name="panhong" initials="p" lastIdx="0" clrIdx="69"/>
  <p:cmAuthor id="71" name="张钦" initials="张" lastIdx="0" clrIdx="70"/>
  <p:cmAuthor id="72" name="未知用户21" initials="未" lastIdx="0" clrIdx="71"/>
  <p:cmAuthor id="73" name="nine" initials="n" lastIdx="0" clrIdx="72"/>
  <p:cmAuthor id="74" name="未知用户14" initials="未" lastIdx="0" clrIdx="73"/>
  <p:cmAuthor id="75" name="涛娜" initials="涛" lastIdx="0" clrIdx="74"/>
  <p:cmAuthor id="76" name="未知用户15" initials="未" lastIdx="0" clrIdx="75"/>
  <p:cmAuthor id="77" name="未知用户16" initials="未" lastIdx="0" clrIdx="76"/>
  <p:cmAuthor id="78" name="郝崇" initials="郝" lastIdx="0" clrIdx="77"/>
  <p:cmAuthor id="79" name="吴杰" initials="吴" lastIdx="0" clrIdx="78"/>
  <p:cmAuthor id="80" name="刘丽仙" initials="刘" lastIdx="0" clrIdx="79"/>
  <p:cmAuthor id="81" name="仝德志" initials="仝" lastIdx="0" clrIdx="80"/>
  <p:cmAuthor id="82" name="陶川" initials="陶" lastIdx="0" clrIdx="81"/>
  <p:cmAuthor id="83" name="张杰" initials="张" lastIdx="0" clrIdx="82"/>
  <p:cmAuthor id="84" name="杨艳霞" initials="杨" lastIdx="0" clrIdx="83"/>
  <p:cmAuthor id="85" name="user" initials="u" lastIdx="0" clrIdx="84"/>
  <p:cmAuthor id="86" name="未知用户8" initials="未" lastIdx="0" clrIdx="85"/>
  <p:cmAuthor id="87" name="吕喜龙" initials="吕" lastIdx="0" clrIdx="86"/>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52A8C"/>
    <a:srgbClr val="B10011"/>
    <a:srgbClr val="FFFFFF"/>
    <a:srgbClr val="C6D9F1"/>
    <a:srgbClr val="2796D4"/>
    <a:srgbClr val="0070C0"/>
    <a:srgbClr val="1F497D"/>
    <a:srgbClr val="B4C6E7"/>
    <a:srgbClr val="F8BB7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63" autoAdjust="0"/>
    <p:restoredTop sz="93530" autoAdjust="0"/>
  </p:normalViewPr>
  <p:slideViewPr>
    <p:cSldViewPr snapToGrid="0" showGuides="1">
      <p:cViewPr varScale="1">
        <p:scale>
          <a:sx n="73" d="100"/>
          <a:sy n="73" d="100"/>
        </p:scale>
        <p:origin x="1080" y="52"/>
      </p:cViewPr>
      <p:guideLst>
        <p:guide orient="horz" pos="528"/>
        <p:guide pos="1222"/>
        <p:guide pos="7538"/>
      </p:guideLst>
    </p:cSldViewPr>
  </p:slideViewPr>
  <p:outlineViewPr>
    <p:cViewPr>
      <p:scale>
        <a:sx n="33" d="100"/>
        <a:sy n="33" d="100"/>
      </p:scale>
      <p:origin x="0" y="0"/>
    </p:cViewPr>
  </p:outlineViewPr>
  <p:notesTextViewPr>
    <p:cViewPr>
      <p:scale>
        <a:sx n="1" d="1"/>
        <a:sy n="1" d="1"/>
      </p:scale>
      <p:origin x="0" y="0"/>
    </p:cViewPr>
  </p:notesTextViewPr>
  <p:sorterViewPr>
    <p:cViewPr>
      <p:scale>
        <a:sx n="116" d="100"/>
        <a:sy n="116" d="100"/>
      </p:scale>
      <p:origin x="0" y="-3144"/>
    </p:cViewPr>
  </p:sorterViewPr>
  <p:notesViewPr>
    <p:cSldViewPr snapToGrid="0">
      <p:cViewPr varScale="1">
        <p:scale>
          <a:sx n="60" d="100"/>
          <a:sy n="60" d="100"/>
        </p:scale>
        <p:origin x="2419" y="58"/>
      </p:cViewPr>
      <p:guideLst/>
    </p:cSldViewPr>
  </p:notesViewPr>
  <p:gridSpacing cx="72000" cy="72000"/>
</p:viewPr>
</file>

<file path=ppt/_rels/presentation.xml.rels><?xml version="1.0" encoding="UTF-8" standalone="yes"?>
<Relationships xmlns="http://schemas.openxmlformats.org/package/2006/relationships"><Relationship Id="rId99" Type="http://schemas.openxmlformats.org/officeDocument/2006/relationships/slideMaster" Target="slideMasters/slideMaster98.xml"/><Relationship Id="rId98" Type="http://schemas.openxmlformats.org/officeDocument/2006/relationships/slideMaster" Target="slideMasters/slideMaster97.xml"/><Relationship Id="rId97" Type="http://schemas.openxmlformats.org/officeDocument/2006/relationships/slideMaster" Target="slideMasters/slideMaster96.xml"/><Relationship Id="rId96" Type="http://schemas.openxmlformats.org/officeDocument/2006/relationships/slideMaster" Target="slideMasters/slideMaster95.xml"/><Relationship Id="rId95" Type="http://schemas.openxmlformats.org/officeDocument/2006/relationships/slideMaster" Target="slideMasters/slideMaster94.xml"/><Relationship Id="rId94" Type="http://schemas.openxmlformats.org/officeDocument/2006/relationships/slideMaster" Target="slideMasters/slideMaster93.xml"/><Relationship Id="rId93" Type="http://schemas.openxmlformats.org/officeDocument/2006/relationships/slideMaster" Target="slideMasters/slideMaster92.xml"/><Relationship Id="rId92" Type="http://schemas.openxmlformats.org/officeDocument/2006/relationships/slideMaster" Target="slideMasters/slideMaster91.xml"/><Relationship Id="rId91" Type="http://schemas.openxmlformats.org/officeDocument/2006/relationships/slideMaster" Target="slideMasters/slideMaster90.xml"/><Relationship Id="rId90" Type="http://schemas.openxmlformats.org/officeDocument/2006/relationships/slideMaster" Target="slideMasters/slideMaster89.xml"/><Relationship Id="rId9" Type="http://schemas.openxmlformats.org/officeDocument/2006/relationships/slideMaster" Target="slideMasters/slideMaster8.xml"/><Relationship Id="rId89" Type="http://schemas.openxmlformats.org/officeDocument/2006/relationships/slideMaster" Target="slideMasters/slideMaster88.xml"/><Relationship Id="rId88" Type="http://schemas.openxmlformats.org/officeDocument/2006/relationships/slideMaster" Target="slideMasters/slideMaster87.xml"/><Relationship Id="rId87" Type="http://schemas.openxmlformats.org/officeDocument/2006/relationships/slideMaster" Target="slideMasters/slideMaster86.xml"/><Relationship Id="rId86" Type="http://schemas.openxmlformats.org/officeDocument/2006/relationships/slideMaster" Target="slideMasters/slideMaster85.xml"/><Relationship Id="rId85" Type="http://schemas.openxmlformats.org/officeDocument/2006/relationships/slideMaster" Target="slideMasters/slideMaster84.xml"/><Relationship Id="rId84" Type="http://schemas.openxmlformats.org/officeDocument/2006/relationships/slideMaster" Target="slideMasters/slideMaster83.xml"/><Relationship Id="rId83" Type="http://schemas.openxmlformats.org/officeDocument/2006/relationships/slideMaster" Target="slideMasters/slideMaster82.xml"/><Relationship Id="rId82" Type="http://schemas.openxmlformats.org/officeDocument/2006/relationships/slideMaster" Target="slideMasters/slideMaster81.xml"/><Relationship Id="rId81" Type="http://schemas.openxmlformats.org/officeDocument/2006/relationships/slideMaster" Target="slideMasters/slideMaster80.xml"/><Relationship Id="rId80" Type="http://schemas.openxmlformats.org/officeDocument/2006/relationships/slideMaster" Target="slideMasters/slideMaster79.xml"/><Relationship Id="rId8" Type="http://schemas.openxmlformats.org/officeDocument/2006/relationships/slideMaster" Target="slideMasters/slideMaster7.xml"/><Relationship Id="rId79" Type="http://schemas.openxmlformats.org/officeDocument/2006/relationships/slideMaster" Target="slideMasters/slideMaster78.xml"/><Relationship Id="rId78" Type="http://schemas.openxmlformats.org/officeDocument/2006/relationships/slideMaster" Target="slideMasters/slideMaster77.xml"/><Relationship Id="rId77" Type="http://schemas.openxmlformats.org/officeDocument/2006/relationships/slideMaster" Target="slideMasters/slideMaster76.xml"/><Relationship Id="rId76" Type="http://schemas.openxmlformats.org/officeDocument/2006/relationships/slideMaster" Target="slideMasters/slideMaster75.xml"/><Relationship Id="rId75" Type="http://schemas.openxmlformats.org/officeDocument/2006/relationships/slideMaster" Target="slideMasters/slideMaster74.xml"/><Relationship Id="rId74" Type="http://schemas.openxmlformats.org/officeDocument/2006/relationships/slideMaster" Target="slideMasters/slideMaster73.xml"/><Relationship Id="rId73" Type="http://schemas.openxmlformats.org/officeDocument/2006/relationships/slideMaster" Target="slideMasters/slideMaster72.xml"/><Relationship Id="rId72" Type="http://schemas.openxmlformats.org/officeDocument/2006/relationships/slideMaster" Target="slideMasters/slideMaster71.xml"/><Relationship Id="rId71" Type="http://schemas.openxmlformats.org/officeDocument/2006/relationships/slideMaster" Target="slideMasters/slideMaster70.xml"/><Relationship Id="rId70" Type="http://schemas.openxmlformats.org/officeDocument/2006/relationships/slideMaster" Target="slideMasters/slideMaster69.xml"/><Relationship Id="rId7" Type="http://schemas.openxmlformats.org/officeDocument/2006/relationships/slideMaster" Target="slideMasters/slideMaster6.xml"/><Relationship Id="rId69" Type="http://schemas.openxmlformats.org/officeDocument/2006/relationships/slideMaster" Target="slideMasters/slideMaster68.xml"/><Relationship Id="rId68" Type="http://schemas.openxmlformats.org/officeDocument/2006/relationships/slideMaster" Target="slideMasters/slideMaster67.xml"/><Relationship Id="rId67" Type="http://schemas.openxmlformats.org/officeDocument/2006/relationships/slideMaster" Target="slideMasters/slideMaster66.xml"/><Relationship Id="rId66" Type="http://schemas.openxmlformats.org/officeDocument/2006/relationships/slideMaster" Target="slideMasters/slideMaster65.xml"/><Relationship Id="rId65" Type="http://schemas.openxmlformats.org/officeDocument/2006/relationships/slideMaster" Target="slideMasters/slideMaster64.xml"/><Relationship Id="rId64" Type="http://schemas.openxmlformats.org/officeDocument/2006/relationships/slideMaster" Target="slideMasters/slideMaster63.xml"/><Relationship Id="rId63" Type="http://schemas.openxmlformats.org/officeDocument/2006/relationships/slideMaster" Target="slideMasters/slideMaster62.xml"/><Relationship Id="rId62" Type="http://schemas.openxmlformats.org/officeDocument/2006/relationships/slideMaster" Target="slideMasters/slideMaster61.xml"/><Relationship Id="rId61" Type="http://schemas.openxmlformats.org/officeDocument/2006/relationships/slideMaster" Target="slideMasters/slideMaster60.xml"/><Relationship Id="rId60" Type="http://schemas.openxmlformats.org/officeDocument/2006/relationships/slideMaster" Target="slideMasters/slideMaster59.xml"/><Relationship Id="rId6" Type="http://schemas.openxmlformats.org/officeDocument/2006/relationships/slideMaster" Target="slideMasters/slideMaster5.xml"/><Relationship Id="rId59" Type="http://schemas.openxmlformats.org/officeDocument/2006/relationships/slideMaster" Target="slideMasters/slideMaster58.xml"/><Relationship Id="rId58" Type="http://schemas.openxmlformats.org/officeDocument/2006/relationships/slideMaster" Target="slideMasters/slideMaster57.xml"/><Relationship Id="rId57" Type="http://schemas.openxmlformats.org/officeDocument/2006/relationships/slideMaster" Target="slideMasters/slideMaster56.xml"/><Relationship Id="rId56" Type="http://schemas.openxmlformats.org/officeDocument/2006/relationships/slideMaster" Target="slideMasters/slideMaster55.xml"/><Relationship Id="rId55" Type="http://schemas.openxmlformats.org/officeDocument/2006/relationships/slideMaster" Target="slideMasters/slideMaster54.xml"/><Relationship Id="rId54" Type="http://schemas.openxmlformats.org/officeDocument/2006/relationships/slideMaster" Target="slideMasters/slideMaster53.xml"/><Relationship Id="rId53" Type="http://schemas.openxmlformats.org/officeDocument/2006/relationships/slideMaster" Target="slideMasters/slideMaster52.xml"/><Relationship Id="rId52" Type="http://schemas.openxmlformats.org/officeDocument/2006/relationships/slideMaster" Target="slideMasters/slideMaster51.xml"/><Relationship Id="rId51" Type="http://schemas.openxmlformats.org/officeDocument/2006/relationships/slideMaster" Target="slideMasters/slideMaster50.xml"/><Relationship Id="rId50" Type="http://schemas.openxmlformats.org/officeDocument/2006/relationships/slideMaster" Target="slideMasters/slideMaster49.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5" Type="http://schemas.openxmlformats.org/officeDocument/2006/relationships/commentAuthors" Target="commentAuthors.xml"/><Relationship Id="rId204" Type="http://schemas.openxmlformats.org/officeDocument/2006/relationships/tableStyles" Target="tableStyles.xml"/><Relationship Id="rId203" Type="http://schemas.openxmlformats.org/officeDocument/2006/relationships/viewProps" Target="viewProps.xml"/><Relationship Id="rId202" Type="http://schemas.openxmlformats.org/officeDocument/2006/relationships/presProps" Target="presProps.xml"/><Relationship Id="rId201" Type="http://schemas.openxmlformats.org/officeDocument/2006/relationships/handoutMaster" Target="handoutMasters/handoutMaster1.xml"/><Relationship Id="rId200" Type="http://schemas.openxmlformats.org/officeDocument/2006/relationships/slide" Target="slides/slide25.xml"/><Relationship Id="rId20" Type="http://schemas.openxmlformats.org/officeDocument/2006/relationships/slideMaster" Target="slideMasters/slideMaster19.xml"/><Relationship Id="rId2" Type="http://schemas.openxmlformats.org/officeDocument/2006/relationships/theme" Target="theme/theme1.xml"/><Relationship Id="rId199" Type="http://schemas.openxmlformats.org/officeDocument/2006/relationships/slide" Target="slides/slide24.xml"/><Relationship Id="rId198" Type="http://schemas.openxmlformats.org/officeDocument/2006/relationships/slide" Target="slides/slide23.xml"/><Relationship Id="rId197" Type="http://schemas.openxmlformats.org/officeDocument/2006/relationships/slide" Target="slides/slide22.xml"/><Relationship Id="rId196" Type="http://schemas.openxmlformats.org/officeDocument/2006/relationships/slide" Target="slides/slide21.xml"/><Relationship Id="rId195" Type="http://schemas.openxmlformats.org/officeDocument/2006/relationships/slide" Target="slides/slide20.xml"/><Relationship Id="rId194" Type="http://schemas.openxmlformats.org/officeDocument/2006/relationships/slide" Target="slides/slide19.xml"/><Relationship Id="rId193" Type="http://schemas.openxmlformats.org/officeDocument/2006/relationships/slide" Target="slides/slide18.xml"/><Relationship Id="rId192" Type="http://schemas.openxmlformats.org/officeDocument/2006/relationships/slide" Target="slides/slide17.xml"/><Relationship Id="rId191" Type="http://schemas.openxmlformats.org/officeDocument/2006/relationships/slide" Target="slides/slide16.xml"/><Relationship Id="rId190" Type="http://schemas.openxmlformats.org/officeDocument/2006/relationships/slide" Target="slides/slide15.xml"/><Relationship Id="rId19" Type="http://schemas.openxmlformats.org/officeDocument/2006/relationships/slideMaster" Target="slideMasters/slideMaster18.xml"/><Relationship Id="rId189" Type="http://schemas.openxmlformats.org/officeDocument/2006/relationships/slide" Target="slides/slide14.xml"/><Relationship Id="rId188" Type="http://schemas.openxmlformats.org/officeDocument/2006/relationships/slide" Target="slides/slide13.xml"/><Relationship Id="rId187" Type="http://schemas.openxmlformats.org/officeDocument/2006/relationships/slide" Target="slides/slide12.xml"/><Relationship Id="rId186" Type="http://schemas.openxmlformats.org/officeDocument/2006/relationships/slide" Target="slides/slide11.xml"/><Relationship Id="rId185" Type="http://schemas.openxmlformats.org/officeDocument/2006/relationships/slide" Target="slides/slide10.xml"/><Relationship Id="rId184" Type="http://schemas.openxmlformats.org/officeDocument/2006/relationships/slide" Target="slides/slide9.xml"/><Relationship Id="rId183" Type="http://schemas.openxmlformats.org/officeDocument/2006/relationships/slide" Target="slides/slide8.xml"/><Relationship Id="rId182" Type="http://schemas.openxmlformats.org/officeDocument/2006/relationships/slide" Target="slides/slide7.xml"/><Relationship Id="rId181" Type="http://schemas.openxmlformats.org/officeDocument/2006/relationships/slide" Target="slides/slide6.xml"/><Relationship Id="rId180" Type="http://schemas.openxmlformats.org/officeDocument/2006/relationships/slide" Target="slides/slide5.xml"/><Relationship Id="rId18" Type="http://schemas.openxmlformats.org/officeDocument/2006/relationships/slideMaster" Target="slideMasters/slideMaster17.xml"/><Relationship Id="rId179" Type="http://schemas.openxmlformats.org/officeDocument/2006/relationships/slide" Target="slides/slide4.xml"/><Relationship Id="rId178" Type="http://schemas.openxmlformats.org/officeDocument/2006/relationships/slide" Target="slides/slide3.xml"/><Relationship Id="rId177" Type="http://schemas.openxmlformats.org/officeDocument/2006/relationships/slide" Target="slides/slide2.xml"/><Relationship Id="rId176" Type="http://schemas.openxmlformats.org/officeDocument/2006/relationships/notesMaster" Target="notesMasters/notesMaster1.xml"/><Relationship Id="rId175" Type="http://schemas.openxmlformats.org/officeDocument/2006/relationships/slide" Target="slides/slide1.xml"/><Relationship Id="rId174" Type="http://schemas.openxmlformats.org/officeDocument/2006/relationships/slideMaster" Target="slideMasters/slideMaster173.xml"/><Relationship Id="rId173" Type="http://schemas.openxmlformats.org/officeDocument/2006/relationships/slideMaster" Target="slideMasters/slideMaster172.xml"/><Relationship Id="rId172" Type="http://schemas.openxmlformats.org/officeDocument/2006/relationships/slideMaster" Target="slideMasters/slideMaster171.xml"/><Relationship Id="rId171" Type="http://schemas.openxmlformats.org/officeDocument/2006/relationships/slideMaster" Target="slideMasters/slideMaster170.xml"/><Relationship Id="rId170" Type="http://schemas.openxmlformats.org/officeDocument/2006/relationships/slideMaster" Target="slideMasters/slideMaster169.xml"/><Relationship Id="rId17" Type="http://schemas.openxmlformats.org/officeDocument/2006/relationships/slideMaster" Target="slideMasters/slideMaster16.xml"/><Relationship Id="rId169" Type="http://schemas.openxmlformats.org/officeDocument/2006/relationships/slideMaster" Target="slideMasters/slideMaster168.xml"/><Relationship Id="rId168" Type="http://schemas.openxmlformats.org/officeDocument/2006/relationships/slideMaster" Target="slideMasters/slideMaster167.xml"/><Relationship Id="rId167" Type="http://schemas.openxmlformats.org/officeDocument/2006/relationships/slideMaster" Target="slideMasters/slideMaster166.xml"/><Relationship Id="rId166" Type="http://schemas.openxmlformats.org/officeDocument/2006/relationships/slideMaster" Target="slideMasters/slideMaster165.xml"/><Relationship Id="rId165" Type="http://schemas.openxmlformats.org/officeDocument/2006/relationships/slideMaster" Target="slideMasters/slideMaster164.xml"/><Relationship Id="rId164" Type="http://schemas.openxmlformats.org/officeDocument/2006/relationships/slideMaster" Target="slideMasters/slideMaster163.xml"/><Relationship Id="rId163" Type="http://schemas.openxmlformats.org/officeDocument/2006/relationships/slideMaster" Target="slideMasters/slideMaster162.xml"/><Relationship Id="rId162" Type="http://schemas.openxmlformats.org/officeDocument/2006/relationships/slideMaster" Target="slideMasters/slideMaster161.xml"/><Relationship Id="rId161" Type="http://schemas.openxmlformats.org/officeDocument/2006/relationships/slideMaster" Target="slideMasters/slideMaster160.xml"/><Relationship Id="rId160" Type="http://schemas.openxmlformats.org/officeDocument/2006/relationships/slideMaster" Target="slideMasters/slideMaster159.xml"/><Relationship Id="rId16" Type="http://schemas.openxmlformats.org/officeDocument/2006/relationships/slideMaster" Target="slideMasters/slideMaster15.xml"/><Relationship Id="rId159" Type="http://schemas.openxmlformats.org/officeDocument/2006/relationships/slideMaster" Target="slideMasters/slideMaster158.xml"/><Relationship Id="rId158" Type="http://schemas.openxmlformats.org/officeDocument/2006/relationships/slideMaster" Target="slideMasters/slideMaster157.xml"/><Relationship Id="rId157" Type="http://schemas.openxmlformats.org/officeDocument/2006/relationships/slideMaster" Target="slideMasters/slideMaster156.xml"/><Relationship Id="rId156" Type="http://schemas.openxmlformats.org/officeDocument/2006/relationships/slideMaster" Target="slideMasters/slideMaster155.xml"/><Relationship Id="rId155" Type="http://schemas.openxmlformats.org/officeDocument/2006/relationships/slideMaster" Target="slideMasters/slideMaster154.xml"/><Relationship Id="rId154" Type="http://schemas.openxmlformats.org/officeDocument/2006/relationships/slideMaster" Target="slideMasters/slideMaster153.xml"/><Relationship Id="rId153" Type="http://schemas.openxmlformats.org/officeDocument/2006/relationships/slideMaster" Target="slideMasters/slideMaster152.xml"/><Relationship Id="rId152" Type="http://schemas.openxmlformats.org/officeDocument/2006/relationships/slideMaster" Target="slideMasters/slideMaster151.xml"/><Relationship Id="rId151" Type="http://schemas.openxmlformats.org/officeDocument/2006/relationships/slideMaster" Target="slideMasters/slideMaster150.xml"/><Relationship Id="rId150" Type="http://schemas.openxmlformats.org/officeDocument/2006/relationships/slideMaster" Target="slideMasters/slideMaster149.xml"/><Relationship Id="rId15" Type="http://schemas.openxmlformats.org/officeDocument/2006/relationships/slideMaster" Target="slideMasters/slideMaster14.xml"/><Relationship Id="rId149" Type="http://schemas.openxmlformats.org/officeDocument/2006/relationships/slideMaster" Target="slideMasters/slideMaster148.xml"/><Relationship Id="rId148" Type="http://schemas.openxmlformats.org/officeDocument/2006/relationships/slideMaster" Target="slideMasters/slideMaster147.xml"/><Relationship Id="rId147" Type="http://schemas.openxmlformats.org/officeDocument/2006/relationships/slideMaster" Target="slideMasters/slideMaster146.xml"/><Relationship Id="rId146" Type="http://schemas.openxmlformats.org/officeDocument/2006/relationships/slideMaster" Target="slideMasters/slideMaster145.xml"/><Relationship Id="rId145" Type="http://schemas.openxmlformats.org/officeDocument/2006/relationships/slideMaster" Target="slideMasters/slideMaster144.xml"/><Relationship Id="rId144" Type="http://schemas.openxmlformats.org/officeDocument/2006/relationships/slideMaster" Target="slideMasters/slideMaster143.xml"/><Relationship Id="rId143" Type="http://schemas.openxmlformats.org/officeDocument/2006/relationships/slideMaster" Target="slideMasters/slideMaster142.xml"/><Relationship Id="rId142" Type="http://schemas.openxmlformats.org/officeDocument/2006/relationships/slideMaster" Target="slideMasters/slideMaster141.xml"/><Relationship Id="rId141" Type="http://schemas.openxmlformats.org/officeDocument/2006/relationships/slideMaster" Target="slideMasters/slideMaster140.xml"/><Relationship Id="rId140" Type="http://schemas.openxmlformats.org/officeDocument/2006/relationships/slideMaster" Target="slideMasters/slideMaster139.xml"/><Relationship Id="rId14" Type="http://schemas.openxmlformats.org/officeDocument/2006/relationships/slideMaster" Target="slideMasters/slideMaster13.xml"/><Relationship Id="rId139" Type="http://schemas.openxmlformats.org/officeDocument/2006/relationships/slideMaster" Target="slideMasters/slideMaster138.xml"/><Relationship Id="rId138" Type="http://schemas.openxmlformats.org/officeDocument/2006/relationships/slideMaster" Target="slideMasters/slideMaster137.xml"/><Relationship Id="rId137" Type="http://schemas.openxmlformats.org/officeDocument/2006/relationships/slideMaster" Target="slideMasters/slideMaster136.xml"/><Relationship Id="rId136" Type="http://schemas.openxmlformats.org/officeDocument/2006/relationships/slideMaster" Target="slideMasters/slideMaster135.xml"/><Relationship Id="rId135" Type="http://schemas.openxmlformats.org/officeDocument/2006/relationships/slideMaster" Target="slideMasters/slideMaster134.xml"/><Relationship Id="rId134" Type="http://schemas.openxmlformats.org/officeDocument/2006/relationships/slideMaster" Target="slideMasters/slideMaster133.xml"/><Relationship Id="rId133" Type="http://schemas.openxmlformats.org/officeDocument/2006/relationships/slideMaster" Target="slideMasters/slideMaster132.xml"/><Relationship Id="rId132" Type="http://schemas.openxmlformats.org/officeDocument/2006/relationships/slideMaster" Target="slideMasters/slideMaster131.xml"/><Relationship Id="rId131" Type="http://schemas.openxmlformats.org/officeDocument/2006/relationships/slideMaster" Target="slideMasters/slideMaster130.xml"/><Relationship Id="rId130" Type="http://schemas.openxmlformats.org/officeDocument/2006/relationships/slideMaster" Target="slideMasters/slideMaster129.xml"/><Relationship Id="rId13" Type="http://schemas.openxmlformats.org/officeDocument/2006/relationships/slideMaster" Target="slideMasters/slideMaster12.xml"/><Relationship Id="rId129" Type="http://schemas.openxmlformats.org/officeDocument/2006/relationships/slideMaster" Target="slideMasters/slideMaster128.xml"/><Relationship Id="rId128" Type="http://schemas.openxmlformats.org/officeDocument/2006/relationships/slideMaster" Target="slideMasters/slideMaster127.xml"/><Relationship Id="rId127" Type="http://schemas.openxmlformats.org/officeDocument/2006/relationships/slideMaster" Target="slideMasters/slideMaster126.xml"/><Relationship Id="rId126" Type="http://schemas.openxmlformats.org/officeDocument/2006/relationships/slideMaster" Target="slideMasters/slideMaster125.xml"/><Relationship Id="rId125" Type="http://schemas.openxmlformats.org/officeDocument/2006/relationships/slideMaster" Target="slideMasters/slideMaster124.xml"/><Relationship Id="rId124" Type="http://schemas.openxmlformats.org/officeDocument/2006/relationships/slideMaster" Target="slideMasters/slideMaster123.xml"/><Relationship Id="rId123" Type="http://schemas.openxmlformats.org/officeDocument/2006/relationships/slideMaster" Target="slideMasters/slideMaster122.xml"/><Relationship Id="rId122" Type="http://schemas.openxmlformats.org/officeDocument/2006/relationships/slideMaster" Target="slideMasters/slideMaster121.xml"/><Relationship Id="rId121" Type="http://schemas.openxmlformats.org/officeDocument/2006/relationships/slideMaster" Target="slideMasters/slideMaster120.xml"/><Relationship Id="rId120" Type="http://schemas.openxmlformats.org/officeDocument/2006/relationships/slideMaster" Target="slideMasters/slideMaster119.xml"/><Relationship Id="rId12" Type="http://schemas.openxmlformats.org/officeDocument/2006/relationships/slideMaster" Target="slideMasters/slideMaster11.xml"/><Relationship Id="rId119" Type="http://schemas.openxmlformats.org/officeDocument/2006/relationships/slideMaster" Target="slideMasters/slideMaster118.xml"/><Relationship Id="rId118" Type="http://schemas.openxmlformats.org/officeDocument/2006/relationships/slideMaster" Target="slideMasters/slideMaster117.xml"/><Relationship Id="rId117" Type="http://schemas.openxmlformats.org/officeDocument/2006/relationships/slideMaster" Target="slideMasters/slideMaster116.xml"/><Relationship Id="rId116" Type="http://schemas.openxmlformats.org/officeDocument/2006/relationships/slideMaster" Target="slideMasters/slideMaster115.xml"/><Relationship Id="rId115" Type="http://schemas.openxmlformats.org/officeDocument/2006/relationships/slideMaster" Target="slideMasters/slideMaster114.xml"/><Relationship Id="rId114" Type="http://schemas.openxmlformats.org/officeDocument/2006/relationships/slideMaster" Target="slideMasters/slideMaster113.xml"/><Relationship Id="rId113" Type="http://schemas.openxmlformats.org/officeDocument/2006/relationships/slideMaster" Target="slideMasters/slideMaster112.xml"/><Relationship Id="rId112" Type="http://schemas.openxmlformats.org/officeDocument/2006/relationships/slideMaster" Target="slideMasters/slideMaster111.xml"/><Relationship Id="rId111" Type="http://schemas.openxmlformats.org/officeDocument/2006/relationships/slideMaster" Target="slideMasters/slideMaster110.xml"/><Relationship Id="rId110" Type="http://schemas.openxmlformats.org/officeDocument/2006/relationships/slideMaster" Target="slideMasters/slideMaster109.xml"/><Relationship Id="rId11" Type="http://schemas.openxmlformats.org/officeDocument/2006/relationships/slideMaster" Target="slideMasters/slideMaster10.xml"/><Relationship Id="rId109" Type="http://schemas.openxmlformats.org/officeDocument/2006/relationships/slideMaster" Target="slideMasters/slideMaster108.xml"/><Relationship Id="rId108" Type="http://schemas.openxmlformats.org/officeDocument/2006/relationships/slideMaster" Target="slideMasters/slideMaster107.xml"/><Relationship Id="rId107" Type="http://schemas.openxmlformats.org/officeDocument/2006/relationships/slideMaster" Target="slideMasters/slideMaster106.xml"/><Relationship Id="rId106" Type="http://schemas.openxmlformats.org/officeDocument/2006/relationships/slideMaster" Target="slideMasters/slideMaster105.xml"/><Relationship Id="rId105" Type="http://schemas.openxmlformats.org/officeDocument/2006/relationships/slideMaster" Target="slideMasters/slideMaster104.xml"/><Relationship Id="rId104" Type="http://schemas.openxmlformats.org/officeDocument/2006/relationships/slideMaster" Target="slideMasters/slideMaster103.xml"/><Relationship Id="rId103" Type="http://schemas.openxmlformats.org/officeDocument/2006/relationships/slideMaster" Target="slideMasters/slideMaster102.xml"/><Relationship Id="rId102" Type="http://schemas.openxmlformats.org/officeDocument/2006/relationships/slideMaster" Target="slideMasters/slideMaster101.xml"/><Relationship Id="rId101" Type="http://schemas.openxmlformats.org/officeDocument/2006/relationships/slideMaster" Target="slideMasters/slideMaster100.xml"/><Relationship Id="rId100" Type="http://schemas.openxmlformats.org/officeDocument/2006/relationships/slideMaster" Target="slideMasters/slideMaster99.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7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4" y="0"/>
            <a:ext cx="2945659" cy="498135"/>
          </a:xfrm>
          <a:prstGeom prst="rect">
            <a:avLst/>
          </a:prstGeom>
        </p:spPr>
        <p:txBody>
          <a:bodyPr vert="horz" lIns="91440" tIns="45720" rIns="91440" bIns="45720" rtlCol="0"/>
          <a:lstStyle>
            <a:lvl1pPr algn="r">
              <a:defRPr sz="1200"/>
            </a:lvl1pPr>
          </a:lstStyle>
          <a:p>
            <a:fld id="{B22A7754-4016-4142-A148-2FD9F4901B1C}"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4" y="9430091"/>
            <a:ext cx="2945659" cy="498134"/>
          </a:xfrm>
          <a:prstGeom prst="rect">
            <a:avLst/>
          </a:prstGeom>
        </p:spPr>
        <p:txBody>
          <a:bodyPr vert="horz" lIns="91440" tIns="45720" rIns="91440" bIns="45720" rtlCol="0" anchor="b"/>
          <a:lstStyle>
            <a:lvl1pPr algn="r">
              <a:defRPr sz="1200"/>
            </a:lvl1pPr>
          </a:lstStyle>
          <a:p>
            <a:fld id="{B75C411A-1614-4C2C-83A9-37A725D131B5}"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7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4" y="0"/>
            <a:ext cx="2945659" cy="498135"/>
          </a:xfrm>
          <a:prstGeom prst="rect">
            <a:avLst/>
          </a:prstGeom>
        </p:spPr>
        <p:txBody>
          <a:bodyPr vert="horz" lIns="91440" tIns="45720" rIns="91440" bIns="45720" rtlCol="0"/>
          <a:lstStyle>
            <a:lvl1pPr algn="r">
              <a:defRPr sz="1200"/>
            </a:lvl1pPr>
          </a:lstStyle>
          <a:p>
            <a:fld id="{6E3061E6-9082-4DE5-9A66-8A4CDD823213}"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4" y="9430091"/>
            <a:ext cx="2945659" cy="498134"/>
          </a:xfrm>
          <a:prstGeom prst="rect">
            <a:avLst/>
          </a:prstGeom>
        </p:spPr>
        <p:txBody>
          <a:bodyPr vert="horz" lIns="91440" tIns="45720" rIns="91440" bIns="45720" rtlCol="0" anchor="b"/>
          <a:lstStyle>
            <a:lvl1pPr algn="r">
              <a:defRPr sz="1200"/>
            </a:lvl1pPr>
          </a:lstStyle>
          <a:p>
            <a:fld id="{4C124F95-A27F-4848-8BFC-F38062363DBC}" type="slidenum">
              <a:rPr lang="zh-CN" altLang="en-US" smtClean="0"/>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①</a:t>
            </a:r>
            <a:endParaRPr lang="zh-CN" altLang="en-US" dirty="0"/>
          </a:p>
        </p:txBody>
      </p:sp>
      <p:sp>
        <p:nvSpPr>
          <p:cNvPr id="4" name="灯片编号占位符 3"/>
          <p:cNvSpPr>
            <a:spLocks noGrp="1"/>
          </p:cNvSpPr>
          <p:nvPr>
            <p:ph type="sldNum" sz="quarter" idx="10"/>
          </p:nvPr>
        </p:nvSpPr>
        <p:spPr/>
        <p:txBody>
          <a:bodyPr/>
          <a:lstStyle/>
          <a:p>
            <a:fld id="{4C124F95-A27F-4848-8BFC-F38062363DBC}"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整体分五步：</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1.</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定位</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2</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对标</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3.</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怎么建设</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投前投后</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维度怎么划分</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4.</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用户价值图（专家人才库）价值场景</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（用户，流程，工作原则：方向，工作机制：保障）</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逐个展开</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工作原则和机制要和入库、调用、管理、评价对应</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房子图展开</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)5.</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下一步工作计划</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20000"/>
              </a:lnSpc>
              <a:buFont typeface="Wingdings" panose="05000000000000000000" pitchFamily="2" charset="2"/>
              <a:buNone/>
            </a:pPr>
            <a:r>
              <a:rPr lang="zh-CN" altLang="en-US" dirty="0">
                <a:solidFill>
                  <a:srgbClr val="152A8C"/>
                </a:solidFill>
                <a:latin typeface="微软雅黑" panose="020B0503020204020204" charset="-122"/>
                <a:ea typeface="微软雅黑" panose="020B0503020204020204" charset="-122"/>
                <a:sym typeface="+mn-ea"/>
              </a:rPr>
              <a:t>功能定位：对全业务场景进行系统梳理，明确专家队伍建设意义</a:t>
            </a:r>
            <a:endParaRPr lang="zh-CN" altLang="en-US" dirty="0">
              <a:solidFill>
                <a:srgbClr val="152A8C"/>
              </a:solidFill>
              <a:latin typeface="微软雅黑" panose="020B0503020204020204" charset="-122"/>
              <a:ea typeface="微软雅黑" panose="020B0503020204020204" charset="-122"/>
              <a:sym typeface="+mn-ea"/>
            </a:endParaRPr>
          </a:p>
          <a:p>
            <a:pPr indent="0">
              <a:lnSpc>
                <a:spcPct val="120000"/>
              </a:lnSpc>
              <a:buFont typeface="Wingdings" panose="05000000000000000000" pitchFamily="2" charset="2"/>
              <a:buNone/>
            </a:pPr>
            <a:r>
              <a:rPr lang="zh-CN" altLang="en-US" dirty="0">
                <a:solidFill>
                  <a:srgbClr val="152A8C"/>
                </a:solidFill>
                <a:latin typeface="微软雅黑" panose="020B0503020204020204" charset="-122"/>
                <a:ea typeface="微软雅黑" panose="020B0503020204020204" charset="-122"/>
                <a:sym typeface="+mn-ea"/>
              </a:rPr>
              <a:t>紧扣集团提升股权投资运营水平的部署要求，公司以</a:t>
            </a:r>
            <a:r>
              <a:rPr lang="en-US" altLang="zh-CN" dirty="0">
                <a:solidFill>
                  <a:srgbClr val="152A8C"/>
                </a:solidFill>
                <a:latin typeface="微软雅黑" panose="020B0503020204020204" charset="-122"/>
                <a:ea typeface="微软雅黑" panose="020B0503020204020204" charset="-122"/>
                <a:sym typeface="+mn-ea"/>
              </a:rPr>
              <a:t>FAWE</a:t>
            </a:r>
            <a:r>
              <a:rPr lang="zh-CN" altLang="en-US" dirty="0">
                <a:solidFill>
                  <a:srgbClr val="152A8C"/>
                </a:solidFill>
                <a:latin typeface="微软雅黑" panose="020B0503020204020204" charset="-122"/>
                <a:ea typeface="微软雅黑" panose="020B0503020204020204" charset="-122"/>
                <a:sym typeface="+mn-ea"/>
              </a:rPr>
              <a:t>价值管理体系为核心统领，构建管理框架。其中重要一部分业务就是深化产业协同。</a:t>
            </a:r>
            <a:endParaRPr lang="zh-CN" altLang="en-US" dirty="0">
              <a:solidFill>
                <a:srgbClr val="152A8C"/>
              </a:solidFill>
              <a:latin typeface="微软雅黑" panose="020B0503020204020204" charset="-122"/>
              <a:ea typeface="微软雅黑" panose="020B0503020204020204" charset="-122"/>
              <a:sym typeface="+mn-ea"/>
            </a:endParaRPr>
          </a:p>
          <a:p>
            <a:pPr indent="0">
              <a:lnSpc>
                <a:spcPct val="120000"/>
              </a:lnSpc>
              <a:buFont typeface="Wingdings" panose="05000000000000000000" pitchFamily="2" charset="2"/>
              <a:buNone/>
            </a:pPr>
            <a:r>
              <a:rPr lang="zh-CN" altLang="en-US" dirty="0">
                <a:solidFill>
                  <a:srgbClr val="152A8C"/>
                </a:solidFill>
                <a:latin typeface="微软雅黑" panose="020B0503020204020204" charset="-122"/>
                <a:ea typeface="微软雅黑" panose="020B0503020204020204" charset="-122"/>
                <a:sym typeface="+mn-ea"/>
              </a:rPr>
              <a:t>专家人才库作为 “四库一平台” 的核心支撑板块。同时严格落实国资委关于外部投资项目需专家出具专业意见的要求，将专家人才库列为优先建设事项。</a:t>
            </a:r>
            <a:endParaRPr lang="zh-CN" altLang="en-US" dirty="0">
              <a:solidFill>
                <a:srgbClr val="152A8C"/>
              </a:solidFill>
              <a:latin typeface="微软雅黑" panose="020B0503020204020204" charset="-122"/>
              <a:ea typeface="微软雅黑" panose="020B0503020204020204" charset="-122"/>
              <a:sym typeface="+mn-ea"/>
            </a:endParaRPr>
          </a:p>
          <a:p>
            <a:pPr indent="0">
              <a:lnSpc>
                <a:spcPct val="120000"/>
              </a:lnSpc>
              <a:buFont typeface="Wingdings" panose="05000000000000000000" pitchFamily="2" charset="2"/>
              <a:buNone/>
            </a:pPr>
            <a:r>
              <a:rPr lang="zh-CN" altLang="en-US" b="1" dirty="0">
                <a:solidFill>
                  <a:srgbClr val="152A8C"/>
                </a:solidFill>
                <a:latin typeface="微软雅黑" panose="020B0503020204020204" charset="-122"/>
                <a:ea typeface="微软雅黑" panose="020B0503020204020204" charset="-122"/>
                <a:sym typeface="+mn-ea"/>
              </a:rPr>
              <a:t>通过标准化建设与平台化调度，实现从 "散点对接" 到 "体系赋能" 的升级，最终形成集团的 "产业协同大脑"，为投前决策、投后增值、产业生态构建提供一体化支撑</a:t>
            </a:r>
            <a:endParaRPr lang="zh-CN" altLang="en-US"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lvl="0" algn="l" defTabSz="457200">
              <a:spcBef>
                <a:spcPts val="0"/>
              </a:spcBef>
              <a:spcAft>
                <a:spcPts val="0"/>
              </a:spcAft>
              <a:buClrTx/>
              <a:buSzTx/>
              <a:buFontTx/>
            </a:pPr>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专家分类</a:t>
            </a:r>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方面，我们全面梳理投资全流程 31个关键业务场景，覆盖投前产业技术、投资研判，投后运营赋能、股权经营四大领域</a:t>
            </a:r>
            <a:endPar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endParaRPr>
          </a:p>
          <a:p>
            <a:pPr lvl="0" algn="l" defTabSz="457200">
              <a:spcBef>
                <a:spcPts val="0"/>
              </a:spcBef>
              <a:spcAft>
                <a:spcPts val="0"/>
              </a:spcAft>
              <a:buClrTx/>
              <a:buSzTx/>
              <a:buFontTx/>
            </a:pPr>
            <a:r>
              <a:rPr lang="zh-CN" altLang="en-US">
                <a:solidFill>
                  <a:srgbClr val="000000"/>
                </a:solidFill>
                <a:latin typeface="微软雅黑" panose="020B0503020204020204" charset="-122"/>
                <a:ea typeface="微软雅黑" panose="020B0503020204020204" charset="-122"/>
                <a:sym typeface="+mn-ea"/>
              </a:rPr>
              <a:t>被投企业应用场景（经营提升、资本运作、产业协同）、集团公司应用场景（产业规划、技术前瞻）均可与上述场景重叠</a:t>
            </a:r>
            <a:endParaRPr lang="zh-CN" altLang="en-US">
              <a:solidFill>
                <a:srgbClr val="000000"/>
              </a:solidFill>
              <a:latin typeface="微软雅黑" panose="020B0503020204020204" charset="-122"/>
              <a:ea typeface="微软雅黑" panose="020B0503020204020204" charset="-122"/>
              <a:sym typeface="+mn-ea"/>
            </a:endParaRPr>
          </a:p>
          <a:p>
            <a:pPr lvl="0" algn="l" defTabSz="457200">
              <a:spcBef>
                <a:spcPts val="0"/>
              </a:spcBef>
              <a:spcAft>
                <a:spcPts val="0"/>
              </a:spcAft>
              <a:buClrTx/>
              <a:buSzTx/>
              <a:buFontTx/>
            </a:pPr>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从中</a:t>
            </a:r>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收敛出产业研究、资本运营、财务法务、企业运营四类核心专家</a:t>
            </a:r>
            <a:endPar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整体分五步：</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1.</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定位</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2</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对标</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3.</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怎么建设</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投前投后</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维度怎么划分</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4.</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用户价值图（专家人才库）价值场景</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（用户，流程，工作原则：方向，工作机制：保障）</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逐个展开</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工作原则和机制要和入库、调用、管理、评价对应</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房子图展开</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)5.</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下一步工作计划</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在明确专家分类的基础上，我们充分对标行业先进实践，吸收成熟经验，保障方案的科学性与可落地性。</a:t>
            </a:r>
            <a:endPar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endParaRPr>
          </a:p>
          <a:p>
            <a:pPr algn="l"/>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我们选取招标公司、东风资管、上汽金控、集团战略部四家标杆单位，从适用范围、专家来源、专家类别、推荐机制、入库审批、资费模式、评价体系 7 个维度开展全维度对标，</a:t>
            </a:r>
            <a:endPar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endParaRPr>
          </a:p>
          <a:p>
            <a:pPr algn="l"/>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系统借鉴各方成熟做法，为我方方案提供参考基准。</a:t>
            </a:r>
            <a:endPar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endParaRPr>
          </a:p>
          <a:p>
            <a:pPr algn="l"/>
            <a:r>
              <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rPr>
              <a:t>基于行业对标成果与业务实际需求，我们搭建了专家人才库的整体架构</a:t>
            </a:r>
            <a:endParaRPr kumimoji="1" lang="zh-CN" altLang="en-US"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方案以支撑产业协同深度赋能为牵引，围绕 “构建完整、先进、安全的新智汽车产业链” 愿景，</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面向集团公司、被投企业、一汽股权三类用户，匹配战略协同、经营提升、风险可控的价值主张；</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打通入库、调用、评价、管理四大核心流程；配套准入审核、合规调用、多维评价、动态调整、常态化核验五大保障机制，实现体系化规范化运转。</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围绕这一整体框架，我们对四大核心流程进行了精细化设计，首先是专家入库环节。</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入库环节建立 “分类推荐、发起邀约、信息采集、完成入库” 四步标准化流程，引入 </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AI </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技术强化审核把关。</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分类推荐阶段由股权运营部牵头形成初版名单，业务部门按需补充；</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邀约环节按内外部专家分层分级开展；</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信息采集后通过 </a:t>
            </a:r>
            <a:r>
              <a:rPr lang="en-US" altLang="zh-CN" noProof="0" dirty="0">
                <a:ln>
                  <a:noFill/>
                </a:ln>
                <a:solidFill>
                  <a:srgbClr val="C00000"/>
                </a:solidFill>
                <a:effectLst/>
                <a:uLnTx/>
                <a:uFillTx/>
                <a:latin typeface="微软雅黑" panose="020B0503020204020204" charset="-122"/>
                <a:ea typeface="微软雅黑" panose="020B0503020204020204" charset="-122"/>
                <a:sym typeface="+mn-ea"/>
              </a:rPr>
              <a:t>AI </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自动校验信息完整性、任职资格、利益关联等内容，再经审议审批、签发聘书后正式入库，聘期 3 年，期满可续聘。</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专家入库后，精准高效的供需匹配是价值释放的关键，我们对此设计了全流程调用机制</a:t>
            </a: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调用环节构建 “需求提报、智能匹配、交付办结、费用结算” 全链路流程</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依托智能匹配模型实现专家精准推荐。</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需求部门提报申请后，系统围绕业务场景、能力标签、历史评价等多维度智能匹配，同步通过关联天眼查实现利益关联自动回避</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匹配结果可按需调整，锁定服务排期后完成咨询交付，最终按标准完成费用结算，全程留痕可追溯</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b="1" noProof="0" dirty="0">
                <a:ln>
                  <a:noFill/>
                </a:ln>
                <a:solidFill>
                  <a:srgbClr val="C00000"/>
                </a:solidFill>
                <a:effectLst/>
                <a:uLnTx/>
                <a:uFillTx/>
                <a:latin typeface="微软雅黑" panose="020B0503020204020204" charset="-122"/>
                <a:ea typeface="微软雅黑" panose="020B0503020204020204" charset="-122"/>
                <a:sym typeface="+mn-ea"/>
              </a:rPr>
              <a:t>为实现专家能力持续迭代与业务闭环，我们建立了多维度评价与回溯校验机制。</a:t>
            </a:r>
            <a:endParaRPr lang="zh-CN" altLang="en-US"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评价环节打造 “履约评价 + 标签迭代 + 项目回溯 + 知识沉淀” 的完整闭环，形成 “调用 - 评价 - 迭代 - 再调用” 的正向循环。</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履约评价从交付性、响应效率、服务态度三个维度加权评分，划分优秀、良好、一般三个等级；</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依据评价结果动态更新专家能力标签；项目终期开展回溯校验，验证专家研判准确性；同时归集复盘案例沉淀业务知识，反向赋能后续业务。</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全流程的长效运转，离不开常态化的动态管理，以此保障专家库的活力与精准度。</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管理环节通过信息更新、均衡轮换、服务支撑、出库调整四项举措，实现专家台账与调度权重的动态优化。</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按年复核专家档案、更新能力标签；设置调用频次阈值，均衡专家使用强度，避免过度调用或长期闲置；</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配套必要的工作条件与费用支持；对主动退出、履职变更、服务不达标、合规风险等情形及时调整出库，实现人才库闭环迭代。</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nSpc>
                <a:spcPct val="110000"/>
              </a:lnSpc>
              <a:buFont typeface="Wingdings" panose="05000000000000000000" pitchFamily="2" charset="2"/>
              <a:buNone/>
            </a:pPr>
            <a:r>
              <a:rPr lang="zh-CN" altLang="en-US" noProof="0" dirty="0">
                <a:ln>
                  <a:noFill/>
                </a:ln>
                <a:solidFill>
                  <a:srgbClr val="C00000"/>
                </a:solidFill>
                <a:effectLst/>
                <a:uLnTx/>
                <a:uFillTx/>
                <a:latin typeface="微软雅黑" panose="020B0503020204020204" charset="-122"/>
                <a:ea typeface="微软雅黑" panose="020B0503020204020204" charset="-122"/>
                <a:sym typeface="+mn-ea"/>
              </a:rPr>
              <a:t>方案体系已搭建完成，接下来我们将分阶段稳步推进落地实施。</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整体目标为：2026 年底完成专家人才库建设，2027 年底完成全场景使用及优化。</a:t>
            </a:r>
            <a:endParaRPr lang="zh-CN" altLang="en-US"/>
          </a:p>
          <a:p>
            <a:r>
              <a:rPr lang="zh-CN" altLang="en-US"/>
              <a:t>实施节奏上分三步推进： 一是产业研究专家率先落地，9 月完成线下全流程跑通，10 月实现数智化系统上线；</a:t>
            </a:r>
            <a:endParaRPr lang="zh-CN" altLang="en-US"/>
          </a:p>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二是资本运营、财务法务、企业运营三类专家接续推进，11月完成线下运行，12月完成数智化落地；</a:t>
            </a:r>
            <a:endParaRPr lang="zh-CN" altLang="en-US">
              <a:sym typeface="+mn-ea"/>
            </a:endParaRPr>
          </a:p>
          <a:p>
            <a:r>
              <a:rPr lang="zh-CN" altLang="en-US">
                <a:sym typeface="+mn-ea"/>
              </a:rPr>
              <a:t>三是 2027 年逐步向集团公司、被投企业推广应用，并按季度开展动态优化，持续提升体系运行效能。</a:t>
            </a:r>
            <a:endParaRPr lang="zh-CN" altLang="en-US"/>
          </a:p>
          <a:p>
            <a:r>
              <a:rPr lang="zh-CN" altLang="en-US">
                <a:sym typeface="+mn-ea"/>
              </a:rPr>
              <a:t>以上就是专家人才库建设方案的全部内容，请各位领导批评指正。</a:t>
            </a:r>
            <a:endParaRPr lang="zh-CN" altLang="en-US"/>
          </a:p>
          <a:p>
            <a:endParaRPr lang="zh-CN" altLang="en-US"/>
          </a:p>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olidFill>
                  <a:srgbClr val="152A8C"/>
                </a:solidFill>
                <a:latin typeface="微软雅黑" panose="020B0503020204020204" charset="-122"/>
                <a:ea typeface="微软雅黑" panose="020B0503020204020204" charset="-122"/>
                <a:sym typeface="+mn-ea"/>
              </a:rPr>
              <a:t>《人才信息表》</a:t>
            </a:r>
            <a:endParaRPr lang="en-US" altLang="zh-CN" dirty="0">
              <a:solidFill>
                <a:srgbClr val="181717"/>
              </a:solidFill>
              <a:latin typeface="微软雅黑" panose="020B0503020204020204" charset="-122"/>
              <a:ea typeface="微软雅黑" panose="020B0503020204020204" charset="-122"/>
            </a:endParaRPr>
          </a:p>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olidFill>
                  <a:srgbClr val="000000"/>
                </a:solidFill>
                <a:latin typeface="+mj-ea"/>
                <a:ea typeface="+mj-ea"/>
                <a:sym typeface="+mn-ea"/>
              </a:rPr>
              <a:t>《合作邀请函》《</a:t>
            </a:r>
            <a:r>
              <a:rPr lang="zh-CN" altLang="en-US" dirty="0">
                <a:solidFill>
                  <a:srgbClr val="152A8C"/>
                </a:solidFill>
                <a:latin typeface="微软雅黑" panose="020B0503020204020204" charset="-122"/>
                <a:ea typeface="微软雅黑" panose="020B0503020204020204" charset="-122"/>
                <a:sym typeface="+mn-ea"/>
              </a:rPr>
              <a:t>人才信息表》</a:t>
            </a:r>
            <a:endParaRPr lang="en-US" altLang="zh-CN" dirty="0">
              <a:solidFill>
                <a:srgbClr val="181717"/>
              </a:solidFill>
              <a:latin typeface="微软雅黑" panose="020B0503020204020204" charset="-122"/>
              <a:ea typeface="微软雅黑" panose="020B0503020204020204" charset="-122"/>
            </a:endParaRPr>
          </a:p>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dirty="0">
                <a:solidFill>
                  <a:srgbClr val="152A8C"/>
                </a:solidFill>
                <a:latin typeface="微软雅黑" panose="020B0503020204020204" charset="-122"/>
                <a:ea typeface="微软雅黑" panose="020B0503020204020204" charset="-122"/>
                <a:sym typeface="+mn-ea"/>
              </a:rPr>
              <a:t>《专家调用申请单》《利害关系承诺表》《咨询记录》</a:t>
            </a:r>
            <a:r>
              <a:rPr lang="zh-CN" altLang="en-US" b="1" dirty="0">
                <a:solidFill>
                  <a:srgbClr val="000000"/>
                </a:solidFill>
                <a:latin typeface="微软雅黑" panose="020B0503020204020204" charset="-122"/>
                <a:ea typeface="微软雅黑" panose="020B0503020204020204" charset="-122"/>
                <a:sym typeface="+mn-ea"/>
              </a:rPr>
              <a:t>费用管理标</a:t>
            </a:r>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en-US" altLang="zh-CN">
                <a:highlight>
                  <a:srgbClr val="FF0000"/>
                </a:highlight>
              </a:rPr>
              <a:t>1.</a:t>
            </a:r>
            <a:r>
              <a:rPr lang="zh-CN" altLang="en-US">
                <a:highlight>
                  <a:srgbClr val="FF0000"/>
                </a:highlight>
              </a:rPr>
              <a:t>战略匹配契合度 =【战略保留类参股企业户数 ÷ 全部存量参股企业总户数】×100%（战略</a:t>
            </a:r>
            <a:r>
              <a:rPr lang="zh-CN" altLang="en-US">
                <a:highlight>
                  <a:srgbClr val="FF0000"/>
                </a:highlight>
              </a:rPr>
              <a:t>规划符合度）</a:t>
            </a:r>
            <a:endParaRPr lang="zh-CN" altLang="en-US">
              <a:highlight>
                <a:srgbClr val="FF0000"/>
              </a:highlight>
            </a:endParaRPr>
          </a:p>
          <a:p>
            <a:r>
              <a:rPr lang="en-US" altLang="zh-CN"/>
              <a:t>2.</a:t>
            </a:r>
            <a:r>
              <a:rPr lang="zh-CN" altLang="en-US"/>
              <a:t>运营效率提升=（上年单户企业年均管理工时−本年单户年均管理工时）÷上年单户年均管理工时 ×100%</a:t>
            </a:r>
            <a:endParaRPr lang="zh-CN" altLang="en-US"/>
          </a:p>
          <a:p>
            <a:r>
              <a:rPr lang="en-US" altLang="zh-CN"/>
              <a:t>3.</a:t>
            </a:r>
            <a:r>
              <a:rPr lang="zh-CN" altLang="en-US"/>
              <a:t>存量股权资产收益率提升 =（本年存量股权综合收益率−上年存量股权综合收益率）÷ 上年存量股权综合收益率 ×100%</a:t>
            </a:r>
            <a:endParaRPr lang="zh-CN" altLang="en-US"/>
          </a:p>
          <a:p>
            <a:r>
              <a:rPr lang="zh-CN" altLang="en-US"/>
              <a:t>①股权综合收益率拆解（分子收益全覆盖）</a:t>
            </a:r>
            <a:endParaRPr lang="zh-CN" altLang="en-US"/>
          </a:p>
          <a:p>
            <a:r>
              <a:rPr lang="zh-CN" altLang="en-US"/>
              <a:t>股权综合收益 = 企业现金分红 + 产业链协同落地营收收益 + 股权资产评估增值−股权管理运维成本−不良资产减值损失</a:t>
            </a:r>
            <a:endParaRPr lang="zh-CN" altLang="en-US"/>
          </a:p>
          <a:p>
            <a:r>
              <a:rPr lang="zh-CN" altLang="en-US"/>
              <a:t>股权资产基数 = 期初全部参股股权账面总资产</a:t>
            </a:r>
            <a:endParaRPr lang="zh-CN" altLang="en-US"/>
          </a:p>
          <a:p>
            <a:r>
              <a:rPr lang="zh-CN" altLang="en-US"/>
              <a:t>②单期股权资产收益率 = 当期综合收益 ÷ 期初股权总资产 ×100%</a:t>
            </a:r>
            <a:endParaRPr lang="zh-CN" altLang="en-US"/>
          </a:p>
          <a:p>
            <a:r>
              <a:rPr lang="en-US" altLang="zh-CN"/>
              <a:t>4.</a:t>
            </a:r>
            <a:r>
              <a:rPr lang="zh-CN" altLang="en-US"/>
              <a:t>必须实现全覆盖合规管控，不允许重大股权合规事故，一旦出现重大风险，指标直接跌破 100%，启动专项整改。</a:t>
            </a:r>
            <a:endParaRPr lang="zh-CN" altLang="en-US"/>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pPr algn="l"/>
            <a:endParaRPr lang="zh-CN" altLang="en-US" noProof="0" dirty="0">
              <a:ln>
                <a:noFill/>
              </a:ln>
              <a:solidFill>
                <a:srgbClr val="C00000"/>
              </a:solidFill>
              <a:effectLs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noProof="0" dirty="0">
                <a:ln>
                  <a:noFill/>
                </a:ln>
                <a:solidFill>
                  <a:srgbClr val="C00000"/>
                </a:solidFill>
                <a:effectLst/>
                <a:highlight>
                  <a:srgbClr val="FFFF00"/>
                </a:highlight>
                <a:uLnTx/>
                <a:uFillTx/>
                <a:latin typeface="微软雅黑" panose="020B0503020204020204" charset="-122"/>
                <a:ea typeface="微软雅黑" panose="020B0503020204020204" charset="-122"/>
                <a:sym typeface="+mn-ea"/>
              </a:rPr>
              <a:t>写各个业务主体，在整个环节需要做的事情</a:t>
            </a:r>
            <a:endParaRPr lang="zh-CN" altLang="en-US" noProof="0" dirty="0">
              <a:ln>
                <a:noFill/>
              </a:ln>
              <a:solidFill>
                <a:srgbClr val="C00000"/>
              </a:solidFill>
              <a:effectLst/>
              <a:highlight>
                <a:srgbClr val="FFFF00"/>
              </a:highlight>
              <a:uLnTx/>
              <a:uFillTx/>
              <a:latin typeface="微软雅黑" panose="020B0503020204020204" charset="-122"/>
              <a:ea typeface="微软雅黑" panose="020B0503020204020204" charset="-122"/>
              <a:sym typeface="+mn-ea"/>
            </a:endParaRPr>
          </a:p>
          <a:p>
            <a:endParaRPr lang="zh-CN" altLang="en-US" noProof="0" dirty="0">
              <a:ln>
                <a:noFill/>
              </a:ln>
              <a:solidFill>
                <a:srgbClr val="C00000"/>
              </a:solidFill>
              <a:effectLst/>
              <a:highlight>
                <a:srgbClr val="FFFF00"/>
              </a:highlight>
              <a:uLnTx/>
              <a:uFillTx/>
              <a:latin typeface="微软雅黑" panose="020B0503020204020204" charset="-122"/>
              <a:ea typeface="微软雅黑" panose="020B0503020204020204" charset="-122"/>
              <a:sym typeface="+mn-ea"/>
            </a:endParaRPr>
          </a:p>
          <a:p>
            <a:endParaRPr lang="zh-CN" altLang="en-US" noProof="0" dirty="0">
              <a:ln>
                <a:noFill/>
              </a:ln>
              <a:solidFill>
                <a:srgbClr val="C00000"/>
              </a:solidFill>
              <a:effectLst/>
              <a:highlight>
                <a:srgbClr val="FFFF00"/>
              </a:highlight>
              <a:uLnTx/>
              <a:uFillTx/>
              <a:latin typeface="微软雅黑" panose="020B0503020204020204" charset="-122"/>
              <a:ea typeface="微软雅黑" panose="020B0503020204020204" charset="-122"/>
              <a:sym typeface="+mn-ea"/>
            </a:endParaRPr>
          </a:p>
        </p:txBody>
      </p:sp>
      <p:sp>
        <p:nvSpPr>
          <p:cNvPr id="4" name="灯片编号占位符 3"/>
          <p:cNvSpPr>
            <a:spLocks noGrp="1"/>
          </p:cNvSpPr>
          <p:nvPr>
            <p:ph type="sldNum" sz="quarter" idx="5"/>
          </p:nvPr>
        </p:nvSpPr>
        <p:spPr/>
        <p:txBody>
          <a:bodyPr/>
          <a:p>
            <a:fld id="{4C124F95-A27F-4848-8BFC-F38062363DBC}"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8.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4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8.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7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9.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9.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8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9.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0.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0.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1.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9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0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4.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2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5.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3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15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7.xml"/></Relationships>
</file>

<file path=ppt/slideLayouts/_rels/slideLayout15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8.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9.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2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7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2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0.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0.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8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0.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1.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1.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8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1.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2.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19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3.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0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4.xml"/></Relationships>
</file>

<file path=ppt/slideLayouts/_rels/slideLayout2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1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2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5.xml"/></Relationships>
</file>

<file path=ppt/slideLayouts/_rels/slideLayout22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2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5.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23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6.xml"/></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6.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7.xml"/></Relationships>
</file>

<file path=ppt/slideLayouts/_rels/slideLayout24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7.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25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8.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8.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6.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8.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9.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3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39.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6.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26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0.xml"/></Relationships>
</file>

<file path=ppt/slideLayouts/_rels/slideLayout26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0.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5.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6.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27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1.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1.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3.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4.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28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2.xml"/></Relationships>
</file>

<file path=ppt/slideLayouts/_rels/slideLayout28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2.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8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2.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9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29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3.xml"/></Relationships>
</file>

<file path=ppt/slideLayouts/_rels/slideLayout29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3.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29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3.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0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01.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02.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03.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0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4.xml"/></Relationships>
</file>

<file path=ppt/slideLayouts/_rels/slideLayout30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0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4.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10.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5.xml"/></Relationships>
</file>

<file path=ppt/slideLayouts/_rels/slideLayout31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5.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1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5.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1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1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20.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21.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2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6.xml"/></Relationships>
</file>

<file path=ppt/slideLayouts/_rels/slideLayout32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6.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32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6.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32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33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33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7.xml"/></Relationships>
</file>

<file path=ppt/slideLayouts/_rels/slideLayout33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7.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33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7.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33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337.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338.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339.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34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8.xml"/></Relationships>
</file>

<file path=ppt/slideLayouts/_rels/slideLayout34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8.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4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8.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4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46.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47.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48.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34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9.xml"/></Relationships>
</file>

<file path=ppt/slideLayouts/_rels/slideLayout35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49.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5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49.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54.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55.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56.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57.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35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0.xml"/></Relationships>
</file>

<file path=ppt/slideLayouts/_rels/slideLayout35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6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0.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63.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6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65.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66.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36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1.xml"/></Relationships>
</file>

<file path=ppt/slideLayouts/_rels/slideLayout36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7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1.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72.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73.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74.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7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37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2.xml"/></Relationships>
</file>

<file path=ppt/slideLayouts/_rels/slideLayout37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7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2.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81.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82.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83.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84.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38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3.xml"/></Relationships>
</file>

<file path=ppt/slideLayouts/_rels/slideLayout38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8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3.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90.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91.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92.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93.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39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4.xml"/></Relationships>
</file>

<file path=ppt/slideLayouts/_rels/slideLayout39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9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4.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399.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400.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401.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402.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40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5.xml"/></Relationships>
</file>

<file path=ppt/slideLayouts/_rels/slideLayout40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5.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40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5.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408.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40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410.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411.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41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6.xml"/></Relationships>
</file>

<file path=ppt/slideLayouts/_rels/slideLayout41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6.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41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6.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417.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418.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419.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42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42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7.xml"/></Relationships>
</file>

<file path=ppt/slideLayouts/_rels/slideLayout42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7.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42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7.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426.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427.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428.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429.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43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8.xml"/></Relationships>
</file>

<file path=ppt/slideLayouts/_rels/slideLayout43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8.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43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8.xml"/></Relationships>
</file>

<file path=ppt/slideLayouts/_rels/slideLayout434.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435.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436.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437.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438.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43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9.xml"/></Relationships>
</file>

<file path=ppt/slideLayouts/_rels/slideLayout44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59.xml"/></Relationships>
</file>

<file path=ppt/slideLayouts/_rels/slideLayout441.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44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59.xml"/></Relationships>
</file>

<file path=ppt/slideLayouts/_rels/slideLayout44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444.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445.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446.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447.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44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0.xml"/></Relationships>
</file>

<file path=ppt/slideLayouts/_rels/slideLayout44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0.xml"/></Relationships>
</file>

<file path=ppt/slideLayouts/_rels/slideLayout450.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45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0.xml"/></Relationships>
</file>

<file path=ppt/slideLayouts/_rels/slideLayout452.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453.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45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455.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456.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45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1.xml"/></Relationships>
</file>

<file path=ppt/slideLayouts/_rels/slideLayout45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1.xml"/></Relationships>
</file>

<file path=ppt/slideLayouts/_rels/slideLayout459.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46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1.xml"/></Relationships>
</file>

<file path=ppt/slideLayouts/_rels/slideLayout461.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462.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463.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464.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46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46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2.xml"/></Relationships>
</file>

<file path=ppt/slideLayouts/_rels/slideLayout46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2.xml"/></Relationships>
</file>

<file path=ppt/slideLayouts/_rels/slideLayout468.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46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2.xml"/></Relationships>
</file>

<file path=ppt/slideLayouts/_rels/slideLayout470.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471.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472.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473.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474.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47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3.xml"/></Relationships>
</file>

<file path=ppt/slideLayouts/_rels/slideLayout47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3.xml"/></Relationships>
</file>

<file path=ppt/slideLayouts/_rels/slideLayout477.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47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3.xml"/></Relationships>
</file>

<file path=ppt/slideLayouts/_rels/slideLayout479.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480.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481.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482.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483.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48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4.xml"/></Relationships>
</file>

<file path=ppt/slideLayouts/_rels/slideLayout48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4.xml"/></Relationships>
</file>

<file path=ppt/slideLayouts/_rels/slideLayout486.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48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4.xml"/></Relationships>
</file>

<file path=ppt/slideLayouts/_rels/slideLayout488.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489.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490.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491.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492.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49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5.xml"/></Relationships>
</file>

<file path=ppt/slideLayouts/_rels/slideLayout49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5.xml"/></Relationships>
</file>

<file path=ppt/slideLayouts/_rels/slideLayout495.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49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5.xml"/></Relationships>
</file>

<file path=ppt/slideLayouts/_rels/slideLayout497.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498.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499.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500.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501.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50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6.xml"/></Relationships>
</file>

<file path=ppt/slideLayouts/_rels/slideLayout50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6.xml"/></Relationships>
</file>

<file path=ppt/slideLayouts/_rels/slideLayout504.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50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6.xml"/></Relationships>
</file>

<file path=ppt/slideLayouts/_rels/slideLayout506.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507.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508.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509.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510.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51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7.xml"/></Relationships>
</file>

<file path=ppt/slideLayouts/_rels/slideLayout51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7.xml"/></Relationships>
</file>

<file path=ppt/slideLayouts/_rels/slideLayout513.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51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7.xml"/></Relationships>
</file>

<file path=ppt/slideLayouts/_rels/slideLayout515.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516.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517.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518.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519.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52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8.xml"/></Relationships>
</file>

<file path=ppt/slideLayouts/_rels/slideLayout52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8.xml"/></Relationships>
</file>

<file path=ppt/slideLayouts/_rels/slideLayout522.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52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8.xml"/></Relationships>
</file>

<file path=ppt/slideLayouts/_rels/slideLayout524.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525.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526.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527.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528.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52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9.xml"/></Relationships>
</file>

<file path=ppt/slideLayouts/_rels/slideLayout53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69.xml"/></Relationships>
</file>

<file path=ppt/slideLayouts/_rels/slideLayout531.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53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69.xml"/></Relationships>
</file>

<file path=ppt/slideLayouts/_rels/slideLayout533.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534.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535.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536.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537.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53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0.xml"/></Relationships>
</file>

<file path=ppt/slideLayouts/_rels/slideLayout53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0.xml"/></Relationships>
</file>

<file path=ppt/slideLayouts/_rels/slideLayout540.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54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0.xml"/></Relationships>
</file>

<file path=ppt/slideLayouts/_rels/slideLayout542.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543.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544.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545.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546.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54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1.xml"/></Relationships>
</file>

<file path=ppt/slideLayouts/_rels/slideLayout54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1.xml"/></Relationships>
</file>

<file path=ppt/slideLayouts/_rels/slideLayout549.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55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1.xml"/></Relationships>
</file>

<file path=ppt/slideLayouts/_rels/slideLayout551.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552.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553.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554.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555.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55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2.xml"/></Relationships>
</file>

<file path=ppt/slideLayouts/_rels/slideLayout55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2.xml"/></Relationships>
</file>

<file path=ppt/slideLayouts/_rels/slideLayout558.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55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2.xml"/></Relationships>
</file>

<file path=ppt/slideLayouts/_rels/slideLayout560.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561.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562.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563.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564.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56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3.xml"/></Relationships>
</file>

<file path=ppt/slideLayouts/_rels/slideLayout56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3.xml"/></Relationships>
</file>

<file path=ppt/slideLayouts/_rels/slideLayout567.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56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3.xml"/></Relationships>
</file>

<file path=ppt/slideLayouts/_rels/slideLayout569.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570.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571.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572.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573.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57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4.xml"/></Relationships>
</file>

<file path=ppt/slideLayouts/_rels/slideLayout57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4.xml"/></Relationships>
</file>

<file path=ppt/slideLayouts/_rels/slideLayout576.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57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4.xml"/></Relationships>
</file>

<file path=ppt/slideLayouts/_rels/slideLayout578.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579.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580.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581.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582.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58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5.xml"/></Relationships>
</file>

<file path=ppt/slideLayouts/_rels/slideLayout58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5.xml"/></Relationships>
</file>

<file path=ppt/slideLayouts/_rels/slideLayout585.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58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5.xml"/></Relationships>
</file>

<file path=ppt/slideLayouts/_rels/slideLayout587.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588.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589.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590.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591.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59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6.xml"/></Relationships>
</file>

<file path=ppt/slideLayouts/_rels/slideLayout59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6.xml"/></Relationships>
</file>

<file path=ppt/slideLayouts/_rels/slideLayout594.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59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6.xml"/></Relationships>
</file>

<file path=ppt/slideLayouts/_rels/slideLayout596.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597.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598.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599.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600.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60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7.xml"/></Relationships>
</file>

<file path=ppt/slideLayouts/_rels/slideLayout60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7.xml"/></Relationships>
</file>

<file path=ppt/slideLayouts/_rels/slideLayout603.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60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7.xml"/></Relationships>
</file>

<file path=ppt/slideLayouts/_rels/slideLayout605.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606.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607.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608.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609.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61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8.xml"/></Relationships>
</file>

<file path=ppt/slideLayouts/_rels/slideLayout61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8.xml"/></Relationships>
</file>

<file path=ppt/slideLayouts/_rels/slideLayout612.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61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8.xml"/></Relationships>
</file>

<file path=ppt/slideLayouts/_rels/slideLayout614.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615.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616.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617.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618.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61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9.xml"/></Relationships>
</file>

<file path=ppt/slideLayouts/_rels/slideLayout62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79.xml"/></Relationships>
</file>

<file path=ppt/slideLayouts/_rels/slideLayout621.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62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79.xml"/></Relationships>
</file>

<file path=ppt/slideLayouts/_rels/slideLayout623.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624.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625.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626.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627.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62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0.xml"/></Relationships>
</file>

<file path=ppt/slideLayouts/_rels/slideLayout62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0.xml"/></Relationships>
</file>

<file path=ppt/slideLayouts/_rels/slideLayout630.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63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0.xml"/></Relationships>
</file>

<file path=ppt/slideLayouts/_rels/slideLayout632.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633.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634.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635.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636.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63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1.xml"/></Relationships>
</file>

<file path=ppt/slideLayouts/_rels/slideLayout63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1.xml"/></Relationships>
</file>

<file path=ppt/slideLayouts/_rels/slideLayout639.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64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1.xml"/></Relationships>
</file>

<file path=ppt/slideLayouts/_rels/slideLayout641.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642.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643.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644.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645.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64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2.xml"/></Relationships>
</file>

<file path=ppt/slideLayouts/_rels/slideLayout64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2.xml"/></Relationships>
</file>

<file path=ppt/slideLayouts/_rels/slideLayout648.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64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2.xml"/></Relationships>
</file>

<file path=ppt/slideLayouts/_rels/slideLayout650.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651.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652.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653.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654.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65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3.xml"/></Relationships>
</file>

<file path=ppt/slideLayouts/_rels/slideLayout65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3.xml"/></Relationships>
</file>

<file path=ppt/slideLayouts/_rels/slideLayout657.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65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3.xml"/></Relationships>
</file>

<file path=ppt/slideLayouts/_rels/slideLayout659.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660.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661.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662.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663.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66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4.xml"/></Relationships>
</file>

<file path=ppt/slideLayouts/_rels/slideLayout66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4.xml"/></Relationships>
</file>

<file path=ppt/slideLayouts/_rels/slideLayout666.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66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4.xml"/></Relationships>
</file>

<file path=ppt/slideLayouts/_rels/slideLayout668.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669.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670.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671.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672.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67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5.xml"/></Relationships>
</file>

<file path=ppt/slideLayouts/_rels/slideLayout67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5.xml"/></Relationships>
</file>

<file path=ppt/slideLayouts/_rels/slideLayout675.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67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5.xml"/></Relationships>
</file>

<file path=ppt/slideLayouts/_rels/slideLayout677.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678.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679.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680.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681.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68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6.xml"/></Relationships>
</file>

<file path=ppt/slideLayouts/_rels/slideLayout68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6.xml"/></Relationships>
</file>

<file path=ppt/slideLayouts/_rels/slideLayout684.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68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6.xml"/></Relationships>
</file>

<file path=ppt/slideLayouts/_rels/slideLayout686.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687.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688.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689.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690.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69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7.xml"/></Relationships>
</file>

<file path=ppt/slideLayouts/_rels/slideLayout69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7.xml"/></Relationships>
</file>

<file path=ppt/slideLayouts/_rels/slideLayout693.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69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7.xml"/></Relationships>
</file>

<file path=ppt/slideLayouts/_rels/slideLayout695.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696.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697.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698.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699.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70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8.xml"/></Relationships>
</file>

<file path=ppt/slideLayouts/_rels/slideLayout70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8.xml"/></Relationships>
</file>

<file path=ppt/slideLayouts/_rels/slideLayout702.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70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8.xml"/></Relationships>
</file>

<file path=ppt/slideLayouts/_rels/slideLayout704.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705.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706.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707.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708.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70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9.xml"/></Relationships>
</file>

<file path=ppt/slideLayouts/_rels/slideLayout71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89.xml"/></Relationships>
</file>

<file path=ppt/slideLayouts/_rels/slideLayout711.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71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89.xml"/></Relationships>
</file>

<file path=ppt/slideLayouts/_rels/slideLayout713.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714.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715.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716.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717.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71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0.xml"/></Relationships>
</file>

<file path=ppt/slideLayouts/_rels/slideLayout71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0.xml"/></Relationships>
</file>

<file path=ppt/slideLayouts/_rels/slideLayout720.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72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0.xml"/></Relationships>
</file>

<file path=ppt/slideLayouts/_rels/slideLayout722.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723.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724.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725.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726.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72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1.xml"/></Relationships>
</file>

<file path=ppt/slideLayouts/_rels/slideLayout72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1.xml"/></Relationships>
</file>

<file path=ppt/slideLayouts/_rels/slideLayout729.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73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1.xml"/></Relationships>
</file>

<file path=ppt/slideLayouts/_rels/slideLayout731.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732.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733.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734.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735.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73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2.xml"/></Relationships>
</file>

<file path=ppt/slideLayouts/_rels/slideLayout73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2.xml"/></Relationships>
</file>

<file path=ppt/slideLayouts/_rels/slideLayout738.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73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2.xml"/></Relationships>
</file>

<file path=ppt/slideLayouts/_rels/slideLayout740.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741.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742.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743.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744.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74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3.xml"/></Relationships>
</file>

<file path=ppt/slideLayouts/_rels/slideLayout74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3.xml"/></Relationships>
</file>

<file path=ppt/slideLayouts/_rels/slideLayout747.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74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3.xml"/></Relationships>
</file>

<file path=ppt/slideLayouts/_rels/slideLayout749.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750.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751.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752.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753.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75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4.xml"/></Relationships>
</file>

<file path=ppt/slideLayouts/_rels/slideLayout75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4.xml"/></Relationships>
</file>

<file path=ppt/slideLayouts/_rels/slideLayout756.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75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4.xml"/></Relationships>
</file>

<file path=ppt/slideLayouts/_rels/slideLayout758.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759.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760.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761.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762.xml.rels><?xml version="1.0" encoding="UTF-8" standalone="yes"?>
<Relationships xmlns="http://schemas.openxmlformats.org/package/2006/relationships"><Relationship Id="rId1" Type="http://schemas.openxmlformats.org/officeDocument/2006/relationships/slideMaster" Target="../slideMasters/slideMaster94.xml"/></Relationships>
</file>

<file path=ppt/slideLayouts/_rels/slideLayout76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5.xml"/></Relationships>
</file>

<file path=ppt/slideLayouts/_rels/slideLayout76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5.xml"/></Relationships>
</file>

<file path=ppt/slideLayouts/_rels/slideLayout765.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76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5.xml"/></Relationships>
</file>

<file path=ppt/slideLayouts/_rels/slideLayout767.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768.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769.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770.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771.xml.rels><?xml version="1.0" encoding="UTF-8" standalone="yes"?>
<Relationships xmlns="http://schemas.openxmlformats.org/package/2006/relationships"><Relationship Id="rId1" Type="http://schemas.openxmlformats.org/officeDocument/2006/relationships/slideMaster" Target="../slideMasters/slideMaster95.xml"/></Relationships>
</file>

<file path=ppt/slideLayouts/_rels/slideLayout77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6.xml"/></Relationships>
</file>

<file path=ppt/slideLayouts/_rels/slideLayout77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6.xml"/></Relationships>
</file>

<file path=ppt/slideLayouts/_rels/slideLayout774.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77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6.xml"/></Relationships>
</file>

<file path=ppt/slideLayouts/_rels/slideLayout776.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777.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778.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779.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780.xml.rels><?xml version="1.0" encoding="UTF-8" standalone="yes"?>
<Relationships xmlns="http://schemas.openxmlformats.org/package/2006/relationships"><Relationship Id="rId1" Type="http://schemas.openxmlformats.org/officeDocument/2006/relationships/slideMaster" Target="../slideMasters/slideMaster96.xml"/></Relationships>
</file>

<file path=ppt/slideLayouts/_rels/slideLayout78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7.xml"/></Relationships>
</file>

<file path=ppt/slideLayouts/_rels/slideLayout78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7.xml"/></Relationships>
</file>

<file path=ppt/slideLayouts/_rels/slideLayout783.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78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7.xml"/></Relationships>
</file>

<file path=ppt/slideLayouts/_rels/slideLayout785.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786.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787.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788.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789.xml.rels><?xml version="1.0" encoding="UTF-8" standalone="yes"?>
<Relationships xmlns="http://schemas.openxmlformats.org/package/2006/relationships"><Relationship Id="rId1" Type="http://schemas.openxmlformats.org/officeDocument/2006/relationships/slideMaster" Target="../slideMasters/slideMaster97.xml"/></Relationships>
</file>

<file path=ppt/slideLayouts/_rels/slideLayout79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8.xml"/></Relationships>
</file>

<file path=ppt/slideLayouts/_rels/slideLayout79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8.xml"/></Relationships>
</file>

<file path=ppt/slideLayouts/_rels/slideLayout792.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79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8.xml"/></Relationships>
</file>

<file path=ppt/slideLayouts/_rels/slideLayout794.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795.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796.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797.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798.xml.rels><?xml version="1.0" encoding="UTF-8" standalone="yes"?>
<Relationships xmlns="http://schemas.openxmlformats.org/package/2006/relationships"><Relationship Id="rId1" Type="http://schemas.openxmlformats.org/officeDocument/2006/relationships/slideMaster" Target="../slideMasters/slideMaster98.xml"/></Relationships>
</file>

<file path=ppt/slideLayouts/_rels/slideLayout79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9.xml"/></Relationships>
</file>

<file path=ppt/slideLayouts/_rels/slideLayout80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99.xml"/></Relationships>
</file>

<file path=ppt/slideLayouts/_rels/slideLayout801.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80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99.xml"/></Relationships>
</file>

<file path=ppt/slideLayouts/_rels/slideLayout803.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804.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805.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806.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807.xml.rels><?xml version="1.0" encoding="UTF-8" standalone="yes"?>
<Relationships xmlns="http://schemas.openxmlformats.org/package/2006/relationships"><Relationship Id="rId1" Type="http://schemas.openxmlformats.org/officeDocument/2006/relationships/slideMaster" Target="../slideMasters/slideMaster99.xml"/></Relationships>
</file>

<file path=ppt/slideLayouts/_rels/slideLayout80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0.xml"/></Relationships>
</file>

<file path=ppt/slideLayouts/_rels/slideLayout80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0.xml"/></Relationships>
</file>

<file path=ppt/slideLayouts/_rels/slideLayout810.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81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0.xml"/></Relationships>
</file>

<file path=ppt/slideLayouts/_rels/slideLayout812.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813.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814.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815.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816.xml.rels><?xml version="1.0" encoding="UTF-8" standalone="yes"?>
<Relationships xmlns="http://schemas.openxmlformats.org/package/2006/relationships"><Relationship Id="rId1" Type="http://schemas.openxmlformats.org/officeDocument/2006/relationships/slideMaster" Target="../slideMasters/slideMaster100.xml"/></Relationships>
</file>

<file path=ppt/slideLayouts/_rels/slideLayout81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1.xml"/></Relationships>
</file>

<file path=ppt/slideLayouts/_rels/slideLayout81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1.xml"/></Relationships>
</file>

<file path=ppt/slideLayouts/_rels/slideLayout819.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82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1.xml"/></Relationships>
</file>

<file path=ppt/slideLayouts/_rels/slideLayout821.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822.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823.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824.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825.xml.rels><?xml version="1.0" encoding="UTF-8" standalone="yes"?>
<Relationships xmlns="http://schemas.openxmlformats.org/package/2006/relationships"><Relationship Id="rId1" Type="http://schemas.openxmlformats.org/officeDocument/2006/relationships/slideMaster" Target="../slideMasters/slideMaster101.xml"/></Relationships>
</file>

<file path=ppt/slideLayouts/_rels/slideLayout8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2.xml"/></Relationships>
</file>

<file path=ppt/slideLayouts/_rels/slideLayout82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2.xml"/></Relationships>
</file>

<file path=ppt/slideLayouts/_rels/slideLayout828.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82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2.xml"/></Relationships>
</file>

<file path=ppt/slideLayouts/_rels/slideLayout830.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831.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832.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833.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834.xml.rels><?xml version="1.0" encoding="UTF-8" standalone="yes"?>
<Relationships xmlns="http://schemas.openxmlformats.org/package/2006/relationships"><Relationship Id="rId1" Type="http://schemas.openxmlformats.org/officeDocument/2006/relationships/slideMaster" Target="../slideMasters/slideMaster102.xml"/></Relationships>
</file>

<file path=ppt/slideLayouts/_rels/slideLayout83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3.xml"/></Relationships>
</file>

<file path=ppt/slideLayouts/_rels/slideLayout83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3.xml"/></Relationships>
</file>

<file path=ppt/slideLayouts/_rels/slideLayout837.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83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3.xml"/></Relationships>
</file>

<file path=ppt/slideLayouts/_rels/slideLayout839.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840.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841.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842.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843.xml.rels><?xml version="1.0" encoding="UTF-8" standalone="yes"?>
<Relationships xmlns="http://schemas.openxmlformats.org/package/2006/relationships"><Relationship Id="rId1" Type="http://schemas.openxmlformats.org/officeDocument/2006/relationships/slideMaster" Target="../slideMasters/slideMaster103.xml"/></Relationships>
</file>

<file path=ppt/slideLayouts/_rels/slideLayout84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4.xml"/></Relationships>
</file>

<file path=ppt/slideLayouts/_rels/slideLayout84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4.xml"/></Relationships>
</file>

<file path=ppt/slideLayouts/_rels/slideLayout846.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84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4.xml"/></Relationships>
</file>

<file path=ppt/slideLayouts/_rels/slideLayout848.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849.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850.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851.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852.xml.rels><?xml version="1.0" encoding="UTF-8" standalone="yes"?>
<Relationships xmlns="http://schemas.openxmlformats.org/package/2006/relationships"><Relationship Id="rId1" Type="http://schemas.openxmlformats.org/officeDocument/2006/relationships/slideMaster" Target="../slideMasters/slideMaster104.xml"/></Relationships>
</file>

<file path=ppt/slideLayouts/_rels/slideLayout85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5.xml"/></Relationships>
</file>

<file path=ppt/slideLayouts/_rels/slideLayout85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5.xml"/></Relationships>
</file>

<file path=ppt/slideLayouts/_rels/slideLayout855.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85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5.xml"/></Relationships>
</file>

<file path=ppt/slideLayouts/_rels/slideLayout857.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858.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859.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860.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861.xml.rels><?xml version="1.0" encoding="UTF-8" standalone="yes"?>
<Relationships xmlns="http://schemas.openxmlformats.org/package/2006/relationships"><Relationship Id="rId1" Type="http://schemas.openxmlformats.org/officeDocument/2006/relationships/slideMaster" Target="../slideMasters/slideMaster105.xml"/></Relationships>
</file>

<file path=ppt/slideLayouts/_rels/slideLayout86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6.xml"/></Relationships>
</file>

<file path=ppt/slideLayouts/_rels/slideLayout86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6.xml"/></Relationships>
</file>

<file path=ppt/slideLayouts/_rels/slideLayout864.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86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6.xml"/></Relationships>
</file>

<file path=ppt/slideLayouts/_rels/slideLayout866.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867.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868.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869.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870.xml.rels><?xml version="1.0" encoding="UTF-8" standalone="yes"?>
<Relationships xmlns="http://schemas.openxmlformats.org/package/2006/relationships"><Relationship Id="rId1" Type="http://schemas.openxmlformats.org/officeDocument/2006/relationships/slideMaster" Target="../slideMasters/slideMaster106.xml"/></Relationships>
</file>

<file path=ppt/slideLayouts/_rels/slideLayout87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7.xml"/></Relationships>
</file>

<file path=ppt/slideLayouts/_rels/slideLayout87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7.xml"/></Relationships>
</file>

<file path=ppt/slideLayouts/_rels/slideLayout873.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87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7.xml"/></Relationships>
</file>

<file path=ppt/slideLayouts/_rels/slideLayout875.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876.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877.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878.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879.xml.rels><?xml version="1.0" encoding="UTF-8" standalone="yes"?>
<Relationships xmlns="http://schemas.openxmlformats.org/package/2006/relationships"><Relationship Id="rId1" Type="http://schemas.openxmlformats.org/officeDocument/2006/relationships/slideMaster" Target="../slideMasters/slideMaster107.xml"/></Relationships>
</file>

<file path=ppt/slideLayouts/_rels/slideLayout88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8.xml"/></Relationships>
</file>

<file path=ppt/slideLayouts/_rels/slideLayout88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8.xml"/></Relationships>
</file>

<file path=ppt/slideLayouts/_rels/slideLayout882.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88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8.xml"/></Relationships>
</file>

<file path=ppt/slideLayouts/_rels/slideLayout884.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885.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886.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887.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888.xml.rels><?xml version="1.0" encoding="UTF-8" standalone="yes"?>
<Relationships xmlns="http://schemas.openxmlformats.org/package/2006/relationships"><Relationship Id="rId1" Type="http://schemas.openxmlformats.org/officeDocument/2006/relationships/slideMaster" Target="../slideMasters/slideMaster108.xml"/></Relationships>
</file>

<file path=ppt/slideLayouts/_rels/slideLayout88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9.xml"/></Relationships>
</file>

<file path=ppt/slideLayouts/_rels/slideLayout89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09.xml"/></Relationships>
</file>

<file path=ppt/slideLayouts/_rels/slideLayout891.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89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09.xml"/></Relationships>
</file>

<file path=ppt/slideLayouts/_rels/slideLayout893.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894.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895.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896.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897.xml.rels><?xml version="1.0" encoding="UTF-8" standalone="yes"?>
<Relationships xmlns="http://schemas.openxmlformats.org/package/2006/relationships"><Relationship Id="rId1" Type="http://schemas.openxmlformats.org/officeDocument/2006/relationships/slideMaster" Target="../slideMasters/slideMaster109.xml"/></Relationships>
</file>

<file path=ppt/slideLayouts/_rels/slideLayout89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0.xml"/></Relationships>
</file>

<file path=ppt/slideLayouts/_rels/slideLayout89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0.xml"/></Relationships>
</file>

<file path=ppt/slideLayouts/_rels/slideLayout900.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90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0.xml"/></Relationships>
</file>

<file path=ppt/slideLayouts/_rels/slideLayout902.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903.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904.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905.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906.xml.rels><?xml version="1.0" encoding="UTF-8" standalone="yes"?>
<Relationships xmlns="http://schemas.openxmlformats.org/package/2006/relationships"><Relationship Id="rId1" Type="http://schemas.openxmlformats.org/officeDocument/2006/relationships/slideMaster" Target="../slideMasters/slideMaster110.xml"/></Relationships>
</file>

<file path=ppt/slideLayouts/_rels/slideLayout90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1.xml"/></Relationships>
</file>

<file path=ppt/slideLayouts/_rels/slideLayout90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1.xml"/></Relationships>
</file>

<file path=ppt/slideLayouts/_rels/slideLayout909.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91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1.xml"/></Relationships>
</file>

<file path=ppt/slideLayouts/_rels/slideLayout911.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912.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913.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914.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915.xml.rels><?xml version="1.0" encoding="UTF-8" standalone="yes"?>
<Relationships xmlns="http://schemas.openxmlformats.org/package/2006/relationships"><Relationship Id="rId1" Type="http://schemas.openxmlformats.org/officeDocument/2006/relationships/slideMaster" Target="../slideMasters/slideMaster111.xml"/></Relationships>
</file>

<file path=ppt/slideLayouts/_rels/slideLayout91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2.xml"/></Relationships>
</file>

<file path=ppt/slideLayouts/_rels/slideLayout91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2.xml"/></Relationships>
</file>

<file path=ppt/slideLayouts/_rels/slideLayout918.xml.rels><?xml version="1.0" encoding="UTF-8" standalone="yes"?>
<Relationships xmlns="http://schemas.openxmlformats.org/package/2006/relationships"><Relationship Id="rId1" Type="http://schemas.openxmlformats.org/officeDocument/2006/relationships/slideMaster" Target="../slideMasters/slideMaster112.xml"/></Relationships>
</file>

<file path=ppt/slideLayouts/_rels/slideLayout91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2.xml"/></Relationships>
</file>

<file path=ppt/slideLayouts/_rels/slideLayout920.xml.rels><?xml version="1.0" encoding="UTF-8" standalone="yes"?>
<Relationships xmlns="http://schemas.openxmlformats.org/package/2006/relationships"><Relationship Id="rId1" Type="http://schemas.openxmlformats.org/officeDocument/2006/relationships/slideMaster" Target="../slideMasters/slideMaster112.xml"/></Relationships>
</file>

<file path=ppt/slideLayouts/_rels/slideLayout921.xml.rels><?xml version="1.0" encoding="UTF-8" standalone="yes"?>
<Relationships xmlns="http://schemas.openxmlformats.org/package/2006/relationships"><Relationship Id="rId1" Type="http://schemas.openxmlformats.org/officeDocument/2006/relationships/slideMaster" Target="../slideMasters/slideMaster112.xml"/></Relationships>
</file>

<file path=ppt/slideLayouts/_rels/slideLayout922.xml.rels><?xml version="1.0" encoding="UTF-8" standalone="yes"?>
<Relationships xmlns="http://schemas.openxmlformats.org/package/2006/relationships"><Relationship Id="rId1" Type="http://schemas.openxmlformats.org/officeDocument/2006/relationships/slideMaster" Target="../slideMasters/slideMaster112.xml"/></Relationships>
</file>

<file path=ppt/slideLayouts/_rels/slideLayout923.xml.rels><?xml version="1.0" encoding="UTF-8" standalone="yes"?>
<Relationships xmlns="http://schemas.openxmlformats.org/package/2006/relationships"><Relationship Id="rId1" Type="http://schemas.openxmlformats.org/officeDocument/2006/relationships/slideMaster" Target="../slideMasters/slideMaster112.xml"/></Relationships>
</file>

<file path=ppt/slideLayouts/_rels/slideLayout924.xml.rels><?xml version="1.0" encoding="UTF-8" standalone="yes"?>
<Relationships xmlns="http://schemas.openxmlformats.org/package/2006/relationships"><Relationship Id="rId1" Type="http://schemas.openxmlformats.org/officeDocument/2006/relationships/slideMaster" Target="../slideMasters/slideMaster112.xml"/></Relationships>
</file>

<file path=ppt/slideLayouts/_rels/slideLayout9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3.xml"/></Relationships>
</file>

<file path=ppt/slideLayouts/_rels/slideLayout9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3.xml"/></Relationships>
</file>

<file path=ppt/slideLayouts/_rels/slideLayout927.xml.rels><?xml version="1.0" encoding="UTF-8" standalone="yes"?>
<Relationships xmlns="http://schemas.openxmlformats.org/package/2006/relationships"><Relationship Id="rId1" Type="http://schemas.openxmlformats.org/officeDocument/2006/relationships/slideMaster" Target="../slideMasters/slideMaster113.xml"/></Relationships>
</file>

<file path=ppt/slideLayouts/_rels/slideLayout92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3.xml"/></Relationships>
</file>

<file path=ppt/slideLayouts/_rels/slideLayout929.xml.rels><?xml version="1.0" encoding="UTF-8" standalone="yes"?>
<Relationships xmlns="http://schemas.openxmlformats.org/package/2006/relationships"><Relationship Id="rId1" Type="http://schemas.openxmlformats.org/officeDocument/2006/relationships/slideMaster" Target="../slideMasters/slideMaster113.xml"/></Relationships>
</file>

<file path=ppt/slideLayouts/_rels/slideLayout930.xml.rels><?xml version="1.0" encoding="UTF-8" standalone="yes"?>
<Relationships xmlns="http://schemas.openxmlformats.org/package/2006/relationships"><Relationship Id="rId1" Type="http://schemas.openxmlformats.org/officeDocument/2006/relationships/slideMaster" Target="../slideMasters/slideMaster113.xml"/></Relationships>
</file>

<file path=ppt/slideLayouts/_rels/slideLayout931.xml.rels><?xml version="1.0" encoding="UTF-8" standalone="yes"?>
<Relationships xmlns="http://schemas.openxmlformats.org/package/2006/relationships"><Relationship Id="rId1" Type="http://schemas.openxmlformats.org/officeDocument/2006/relationships/slideMaster" Target="../slideMasters/slideMaster113.xml"/></Relationships>
</file>

<file path=ppt/slideLayouts/_rels/slideLayout932.xml.rels><?xml version="1.0" encoding="UTF-8" standalone="yes"?>
<Relationships xmlns="http://schemas.openxmlformats.org/package/2006/relationships"><Relationship Id="rId1" Type="http://schemas.openxmlformats.org/officeDocument/2006/relationships/slideMaster" Target="../slideMasters/slideMaster113.xml"/></Relationships>
</file>

<file path=ppt/slideLayouts/_rels/slideLayout933.xml.rels><?xml version="1.0" encoding="UTF-8" standalone="yes"?>
<Relationships xmlns="http://schemas.openxmlformats.org/package/2006/relationships"><Relationship Id="rId1" Type="http://schemas.openxmlformats.org/officeDocument/2006/relationships/slideMaster" Target="../slideMasters/slideMaster113.xml"/></Relationships>
</file>

<file path=ppt/slideLayouts/_rels/slideLayout93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4.xml"/></Relationships>
</file>

<file path=ppt/slideLayouts/_rels/slideLayout93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4.xml"/></Relationships>
</file>

<file path=ppt/slideLayouts/_rels/slideLayout936.xml.rels><?xml version="1.0" encoding="UTF-8" standalone="yes"?>
<Relationships xmlns="http://schemas.openxmlformats.org/package/2006/relationships"><Relationship Id="rId1" Type="http://schemas.openxmlformats.org/officeDocument/2006/relationships/slideMaster" Target="../slideMasters/slideMaster114.xml"/></Relationships>
</file>

<file path=ppt/slideLayouts/_rels/slideLayout93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4.xml"/></Relationships>
</file>

<file path=ppt/slideLayouts/_rels/slideLayout938.xml.rels><?xml version="1.0" encoding="UTF-8" standalone="yes"?>
<Relationships xmlns="http://schemas.openxmlformats.org/package/2006/relationships"><Relationship Id="rId1" Type="http://schemas.openxmlformats.org/officeDocument/2006/relationships/slideMaster" Target="../slideMasters/slideMaster114.xml"/></Relationships>
</file>

<file path=ppt/slideLayouts/_rels/slideLayout939.xml.rels><?xml version="1.0" encoding="UTF-8" standalone="yes"?>
<Relationships xmlns="http://schemas.openxmlformats.org/package/2006/relationships"><Relationship Id="rId1" Type="http://schemas.openxmlformats.org/officeDocument/2006/relationships/slideMaster" Target="../slideMasters/slideMaster114.xml"/></Relationships>
</file>

<file path=ppt/slideLayouts/_rels/slideLayout940.xml.rels><?xml version="1.0" encoding="UTF-8" standalone="yes"?>
<Relationships xmlns="http://schemas.openxmlformats.org/package/2006/relationships"><Relationship Id="rId1" Type="http://schemas.openxmlformats.org/officeDocument/2006/relationships/slideMaster" Target="../slideMasters/slideMaster114.xml"/></Relationships>
</file>

<file path=ppt/slideLayouts/_rels/slideLayout941.xml.rels><?xml version="1.0" encoding="UTF-8" standalone="yes"?>
<Relationships xmlns="http://schemas.openxmlformats.org/package/2006/relationships"><Relationship Id="rId1" Type="http://schemas.openxmlformats.org/officeDocument/2006/relationships/slideMaster" Target="../slideMasters/slideMaster114.xml"/></Relationships>
</file>

<file path=ppt/slideLayouts/_rels/slideLayout942.xml.rels><?xml version="1.0" encoding="UTF-8" standalone="yes"?>
<Relationships xmlns="http://schemas.openxmlformats.org/package/2006/relationships"><Relationship Id="rId1" Type="http://schemas.openxmlformats.org/officeDocument/2006/relationships/slideMaster" Target="../slideMasters/slideMaster114.xml"/></Relationships>
</file>

<file path=ppt/slideLayouts/_rels/slideLayout94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5.xml"/></Relationships>
</file>

<file path=ppt/slideLayouts/_rels/slideLayout94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5.xml"/></Relationships>
</file>

<file path=ppt/slideLayouts/_rels/slideLayout945.xml.rels><?xml version="1.0" encoding="UTF-8" standalone="yes"?>
<Relationships xmlns="http://schemas.openxmlformats.org/package/2006/relationships"><Relationship Id="rId1" Type="http://schemas.openxmlformats.org/officeDocument/2006/relationships/slideMaster" Target="../slideMasters/slideMaster115.xml"/></Relationships>
</file>

<file path=ppt/slideLayouts/_rels/slideLayout94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5.xml"/></Relationships>
</file>

<file path=ppt/slideLayouts/_rels/slideLayout947.xml.rels><?xml version="1.0" encoding="UTF-8" standalone="yes"?>
<Relationships xmlns="http://schemas.openxmlformats.org/package/2006/relationships"><Relationship Id="rId1" Type="http://schemas.openxmlformats.org/officeDocument/2006/relationships/slideMaster" Target="../slideMasters/slideMaster115.xml"/></Relationships>
</file>

<file path=ppt/slideLayouts/_rels/slideLayout948.xml.rels><?xml version="1.0" encoding="UTF-8" standalone="yes"?>
<Relationships xmlns="http://schemas.openxmlformats.org/package/2006/relationships"><Relationship Id="rId1" Type="http://schemas.openxmlformats.org/officeDocument/2006/relationships/slideMaster" Target="../slideMasters/slideMaster115.xml"/></Relationships>
</file>

<file path=ppt/slideLayouts/_rels/slideLayout949.xml.rels><?xml version="1.0" encoding="UTF-8" standalone="yes"?>
<Relationships xmlns="http://schemas.openxmlformats.org/package/2006/relationships"><Relationship Id="rId1" Type="http://schemas.openxmlformats.org/officeDocument/2006/relationships/slideMaster" Target="../slideMasters/slideMaster115.xml"/></Relationships>
</file>

<file path=ppt/slideLayouts/_rels/slideLayout950.xml.rels><?xml version="1.0" encoding="UTF-8" standalone="yes"?>
<Relationships xmlns="http://schemas.openxmlformats.org/package/2006/relationships"><Relationship Id="rId1" Type="http://schemas.openxmlformats.org/officeDocument/2006/relationships/slideMaster" Target="../slideMasters/slideMaster115.xml"/></Relationships>
</file>

<file path=ppt/slideLayouts/_rels/slideLayout951.xml.rels><?xml version="1.0" encoding="UTF-8" standalone="yes"?>
<Relationships xmlns="http://schemas.openxmlformats.org/package/2006/relationships"><Relationship Id="rId1" Type="http://schemas.openxmlformats.org/officeDocument/2006/relationships/slideMaster" Target="../slideMasters/slideMaster115.xml"/></Relationships>
</file>

<file path=ppt/slideLayouts/_rels/slideLayout95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6.xml"/></Relationships>
</file>

<file path=ppt/slideLayouts/_rels/slideLayout95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6.xml"/></Relationships>
</file>

<file path=ppt/slideLayouts/_rels/slideLayout954.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95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6.xml"/></Relationships>
</file>

<file path=ppt/slideLayouts/_rels/slideLayout956.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957.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958.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959.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960.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961.xml.rels><?xml version="1.0" encoding="UTF-8" standalone="yes"?>
<Relationships xmlns="http://schemas.openxmlformats.org/package/2006/relationships"><Relationship Id="rId1" Type="http://schemas.openxmlformats.org/officeDocument/2006/relationships/slideMaster" Target="../slideMasters/slideMaster116.xml"/></Relationships>
</file>

<file path=ppt/slideLayouts/_rels/slideLayout96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7.xml"/></Relationships>
</file>

<file path=ppt/slideLayouts/_rels/slideLayout96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7.xml"/></Relationships>
</file>

<file path=ppt/slideLayouts/_rels/slideLayout964.xml.rels><?xml version="1.0" encoding="UTF-8" standalone="yes"?>
<Relationships xmlns="http://schemas.openxmlformats.org/package/2006/relationships"><Relationship Id="rId1" Type="http://schemas.openxmlformats.org/officeDocument/2006/relationships/slideMaster" Target="../slideMasters/slideMaster117.xml"/></Relationships>
</file>

<file path=ppt/slideLayouts/_rels/slideLayout96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7.xml"/></Relationships>
</file>

<file path=ppt/slideLayouts/_rels/slideLayout966.xml.rels><?xml version="1.0" encoding="UTF-8" standalone="yes"?>
<Relationships xmlns="http://schemas.openxmlformats.org/package/2006/relationships"><Relationship Id="rId1" Type="http://schemas.openxmlformats.org/officeDocument/2006/relationships/slideMaster" Target="../slideMasters/slideMaster117.xml"/></Relationships>
</file>

<file path=ppt/slideLayouts/_rels/slideLayout967.xml.rels><?xml version="1.0" encoding="UTF-8" standalone="yes"?>
<Relationships xmlns="http://schemas.openxmlformats.org/package/2006/relationships"><Relationship Id="rId1" Type="http://schemas.openxmlformats.org/officeDocument/2006/relationships/slideMaster" Target="../slideMasters/slideMaster117.xml"/></Relationships>
</file>

<file path=ppt/slideLayouts/_rels/slideLayout968.xml.rels><?xml version="1.0" encoding="UTF-8" standalone="yes"?>
<Relationships xmlns="http://schemas.openxmlformats.org/package/2006/relationships"><Relationship Id="rId1" Type="http://schemas.openxmlformats.org/officeDocument/2006/relationships/slideMaster" Target="../slideMasters/slideMaster117.xml"/></Relationships>
</file>

<file path=ppt/slideLayouts/_rels/slideLayout969.xml.rels><?xml version="1.0" encoding="UTF-8" standalone="yes"?>
<Relationships xmlns="http://schemas.openxmlformats.org/package/2006/relationships"><Relationship Id="rId1" Type="http://schemas.openxmlformats.org/officeDocument/2006/relationships/slideMaster" Target="../slideMasters/slideMaster117.xml"/></Relationships>
</file>

<file path=ppt/slideLayouts/_rels/slideLayout970.xml.rels><?xml version="1.0" encoding="UTF-8" standalone="yes"?>
<Relationships xmlns="http://schemas.openxmlformats.org/package/2006/relationships"><Relationship Id="rId1" Type="http://schemas.openxmlformats.org/officeDocument/2006/relationships/slideMaster" Target="../slideMasters/slideMaster117.xml"/></Relationships>
</file>

<file path=ppt/slideLayouts/_rels/slideLayout97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8.xml"/></Relationships>
</file>

<file path=ppt/slideLayouts/_rels/slideLayout97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8.xml"/></Relationships>
</file>

<file path=ppt/slideLayouts/_rels/slideLayout973.xml.rels><?xml version="1.0" encoding="UTF-8" standalone="yes"?>
<Relationships xmlns="http://schemas.openxmlformats.org/package/2006/relationships"><Relationship Id="rId1" Type="http://schemas.openxmlformats.org/officeDocument/2006/relationships/slideMaster" Target="../slideMasters/slideMaster118.xml"/></Relationships>
</file>

<file path=ppt/slideLayouts/_rels/slideLayout97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8.xml"/></Relationships>
</file>

<file path=ppt/slideLayouts/_rels/slideLayout975.xml.rels><?xml version="1.0" encoding="UTF-8" standalone="yes"?>
<Relationships xmlns="http://schemas.openxmlformats.org/package/2006/relationships"><Relationship Id="rId1" Type="http://schemas.openxmlformats.org/officeDocument/2006/relationships/slideMaster" Target="../slideMasters/slideMaster118.xml"/></Relationships>
</file>

<file path=ppt/slideLayouts/_rels/slideLayout976.xml.rels><?xml version="1.0" encoding="UTF-8" standalone="yes"?>
<Relationships xmlns="http://schemas.openxmlformats.org/package/2006/relationships"><Relationship Id="rId1" Type="http://schemas.openxmlformats.org/officeDocument/2006/relationships/slideMaster" Target="../slideMasters/slideMaster118.xml"/></Relationships>
</file>

<file path=ppt/slideLayouts/_rels/slideLayout977.xml.rels><?xml version="1.0" encoding="UTF-8" standalone="yes"?>
<Relationships xmlns="http://schemas.openxmlformats.org/package/2006/relationships"><Relationship Id="rId1" Type="http://schemas.openxmlformats.org/officeDocument/2006/relationships/slideMaster" Target="../slideMasters/slideMaster118.xml"/></Relationships>
</file>

<file path=ppt/slideLayouts/_rels/slideLayout978.xml.rels><?xml version="1.0" encoding="UTF-8" standalone="yes"?>
<Relationships xmlns="http://schemas.openxmlformats.org/package/2006/relationships"><Relationship Id="rId1" Type="http://schemas.openxmlformats.org/officeDocument/2006/relationships/slideMaster" Target="../slideMasters/slideMaster118.xml"/></Relationships>
</file>

<file path=ppt/slideLayouts/_rels/slideLayout979.xml.rels><?xml version="1.0" encoding="UTF-8" standalone="yes"?>
<Relationships xmlns="http://schemas.openxmlformats.org/package/2006/relationships"><Relationship Id="rId1" Type="http://schemas.openxmlformats.org/officeDocument/2006/relationships/slideMaster" Target="../slideMasters/slideMaster118.xml"/></Relationships>
</file>

<file path=ppt/slideLayouts/_rels/slideLayout98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9.xml"/></Relationships>
</file>

<file path=ppt/slideLayouts/_rels/slideLayout98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19.xml"/></Relationships>
</file>

<file path=ppt/slideLayouts/_rels/slideLayout982.xml.rels><?xml version="1.0" encoding="UTF-8" standalone="yes"?>
<Relationships xmlns="http://schemas.openxmlformats.org/package/2006/relationships"><Relationship Id="rId1" Type="http://schemas.openxmlformats.org/officeDocument/2006/relationships/slideMaster" Target="../slideMasters/slideMaster119.xml"/></Relationships>
</file>

<file path=ppt/slideLayouts/_rels/slideLayout98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19.xml"/></Relationships>
</file>

<file path=ppt/slideLayouts/_rels/slideLayout984.xml.rels><?xml version="1.0" encoding="UTF-8" standalone="yes"?>
<Relationships xmlns="http://schemas.openxmlformats.org/package/2006/relationships"><Relationship Id="rId1" Type="http://schemas.openxmlformats.org/officeDocument/2006/relationships/slideMaster" Target="../slideMasters/slideMaster119.xml"/></Relationships>
</file>

<file path=ppt/slideLayouts/_rels/slideLayout985.xml.rels><?xml version="1.0" encoding="UTF-8" standalone="yes"?>
<Relationships xmlns="http://schemas.openxmlformats.org/package/2006/relationships"><Relationship Id="rId1" Type="http://schemas.openxmlformats.org/officeDocument/2006/relationships/slideMaster" Target="../slideMasters/slideMaster119.xml"/></Relationships>
</file>

<file path=ppt/slideLayouts/_rels/slideLayout986.xml.rels><?xml version="1.0" encoding="UTF-8" standalone="yes"?>
<Relationships xmlns="http://schemas.openxmlformats.org/package/2006/relationships"><Relationship Id="rId1" Type="http://schemas.openxmlformats.org/officeDocument/2006/relationships/slideMaster" Target="../slideMasters/slideMaster119.xml"/></Relationships>
</file>

<file path=ppt/slideLayouts/_rels/slideLayout987.xml.rels><?xml version="1.0" encoding="UTF-8" standalone="yes"?>
<Relationships xmlns="http://schemas.openxmlformats.org/package/2006/relationships"><Relationship Id="rId1" Type="http://schemas.openxmlformats.org/officeDocument/2006/relationships/slideMaster" Target="../slideMasters/slideMaster119.xml"/></Relationships>
</file>

<file path=ppt/slideLayouts/_rels/slideLayout988.xml.rels><?xml version="1.0" encoding="UTF-8" standalone="yes"?>
<Relationships xmlns="http://schemas.openxmlformats.org/package/2006/relationships"><Relationship Id="rId1" Type="http://schemas.openxmlformats.org/officeDocument/2006/relationships/slideMaster" Target="../slideMasters/slideMaster119.xml"/></Relationships>
</file>

<file path=ppt/slideLayouts/_rels/slideLayout98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0.xml"/></Relationships>
</file>

<file path=ppt/slideLayouts/_rels/slideLayout99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0.xml"/></Relationships>
</file>

<file path=ppt/slideLayouts/_rels/slideLayout991.xml.rels><?xml version="1.0" encoding="UTF-8" standalone="yes"?>
<Relationships xmlns="http://schemas.openxmlformats.org/package/2006/relationships"><Relationship Id="rId1" Type="http://schemas.openxmlformats.org/officeDocument/2006/relationships/slideMaster" Target="../slideMasters/slideMaster120.xml"/></Relationships>
</file>

<file path=ppt/slideLayouts/_rels/slideLayout99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0.xml"/></Relationships>
</file>

<file path=ppt/slideLayouts/_rels/slideLayout993.xml.rels><?xml version="1.0" encoding="UTF-8" standalone="yes"?>
<Relationships xmlns="http://schemas.openxmlformats.org/package/2006/relationships"><Relationship Id="rId1" Type="http://schemas.openxmlformats.org/officeDocument/2006/relationships/slideMaster" Target="../slideMasters/slideMaster120.xml"/></Relationships>
</file>

<file path=ppt/slideLayouts/_rels/slideLayout994.xml.rels><?xml version="1.0" encoding="UTF-8" standalone="yes"?>
<Relationships xmlns="http://schemas.openxmlformats.org/package/2006/relationships"><Relationship Id="rId1" Type="http://schemas.openxmlformats.org/officeDocument/2006/relationships/slideMaster" Target="../slideMasters/slideMaster120.xml"/></Relationships>
</file>

<file path=ppt/slideLayouts/_rels/slideLayout995.xml.rels><?xml version="1.0" encoding="UTF-8" standalone="yes"?>
<Relationships xmlns="http://schemas.openxmlformats.org/package/2006/relationships"><Relationship Id="rId1" Type="http://schemas.openxmlformats.org/officeDocument/2006/relationships/slideMaster" Target="../slideMasters/slideMaster120.xml"/></Relationships>
</file>

<file path=ppt/slideLayouts/_rels/slideLayout996.xml.rels><?xml version="1.0" encoding="UTF-8" standalone="yes"?>
<Relationships xmlns="http://schemas.openxmlformats.org/package/2006/relationships"><Relationship Id="rId1" Type="http://schemas.openxmlformats.org/officeDocument/2006/relationships/slideMaster" Target="../slideMasters/slideMaster120.xml"/></Relationships>
</file>

<file path=ppt/slideLayouts/_rels/slideLayout997.xml.rels><?xml version="1.0" encoding="UTF-8" standalone="yes"?>
<Relationships xmlns="http://schemas.openxmlformats.org/package/2006/relationships"><Relationship Id="rId1" Type="http://schemas.openxmlformats.org/officeDocument/2006/relationships/slideMaster" Target="../slideMasters/slideMaster120.xml"/></Relationships>
</file>

<file path=ppt/slideLayouts/_rels/slideLayout99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1.xml"/></Relationships>
</file>

<file path=ppt/slideLayouts/_rels/slideLayout99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1.xml"/></Relationships>
</file>

<file path=ppt/slideLayouts/_rels/slideLayout1000.xml.rels><?xml version="1.0" encoding="UTF-8" standalone="yes"?>
<Relationships xmlns="http://schemas.openxmlformats.org/package/2006/relationships"><Relationship Id="rId1" Type="http://schemas.openxmlformats.org/officeDocument/2006/relationships/slideMaster" Target="../slideMasters/slideMaster121.xml"/></Relationships>
</file>

<file path=ppt/slideLayouts/_rels/slideLayout100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1.xml"/></Relationships>
</file>

<file path=ppt/slideLayouts/_rels/slideLayout1002.xml.rels><?xml version="1.0" encoding="UTF-8" standalone="yes"?>
<Relationships xmlns="http://schemas.openxmlformats.org/package/2006/relationships"><Relationship Id="rId1" Type="http://schemas.openxmlformats.org/officeDocument/2006/relationships/slideMaster" Target="../slideMasters/slideMaster121.xml"/></Relationships>
</file>

<file path=ppt/slideLayouts/_rels/slideLayout1003.xml.rels><?xml version="1.0" encoding="UTF-8" standalone="yes"?>
<Relationships xmlns="http://schemas.openxmlformats.org/package/2006/relationships"><Relationship Id="rId1" Type="http://schemas.openxmlformats.org/officeDocument/2006/relationships/slideMaster" Target="../slideMasters/slideMaster121.xml"/></Relationships>
</file>

<file path=ppt/slideLayouts/_rels/slideLayout1004.xml.rels><?xml version="1.0" encoding="UTF-8" standalone="yes"?>
<Relationships xmlns="http://schemas.openxmlformats.org/package/2006/relationships"><Relationship Id="rId1" Type="http://schemas.openxmlformats.org/officeDocument/2006/relationships/slideMaster" Target="../slideMasters/slideMaster121.xml"/></Relationships>
</file>

<file path=ppt/slideLayouts/_rels/slideLayout1005.xml.rels><?xml version="1.0" encoding="UTF-8" standalone="yes"?>
<Relationships xmlns="http://schemas.openxmlformats.org/package/2006/relationships"><Relationship Id="rId1" Type="http://schemas.openxmlformats.org/officeDocument/2006/relationships/slideMaster" Target="../slideMasters/slideMaster121.xml"/></Relationships>
</file>

<file path=ppt/slideLayouts/_rels/slideLayout1006.xml.rels><?xml version="1.0" encoding="UTF-8" standalone="yes"?>
<Relationships xmlns="http://schemas.openxmlformats.org/package/2006/relationships"><Relationship Id="rId1" Type="http://schemas.openxmlformats.org/officeDocument/2006/relationships/slideMaster" Target="../slideMasters/slideMaster121.xml"/></Relationships>
</file>

<file path=ppt/slideLayouts/_rels/slideLayout100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2.xml"/></Relationships>
</file>

<file path=ppt/slideLayouts/_rels/slideLayout100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2.xml"/></Relationships>
</file>

<file path=ppt/slideLayouts/_rels/slideLayout1009.xml.rels><?xml version="1.0" encoding="UTF-8" standalone="yes"?>
<Relationships xmlns="http://schemas.openxmlformats.org/package/2006/relationships"><Relationship Id="rId1" Type="http://schemas.openxmlformats.org/officeDocument/2006/relationships/slideMaster" Target="../slideMasters/slideMaster122.xml"/></Relationships>
</file>

<file path=ppt/slideLayouts/_rels/slideLayout101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2.xml"/></Relationships>
</file>

<file path=ppt/slideLayouts/_rels/slideLayout1011.xml.rels><?xml version="1.0" encoding="UTF-8" standalone="yes"?>
<Relationships xmlns="http://schemas.openxmlformats.org/package/2006/relationships"><Relationship Id="rId1" Type="http://schemas.openxmlformats.org/officeDocument/2006/relationships/slideMaster" Target="../slideMasters/slideMaster122.xml"/></Relationships>
</file>

<file path=ppt/slideLayouts/_rels/slideLayout1012.xml.rels><?xml version="1.0" encoding="UTF-8" standalone="yes"?>
<Relationships xmlns="http://schemas.openxmlformats.org/package/2006/relationships"><Relationship Id="rId1" Type="http://schemas.openxmlformats.org/officeDocument/2006/relationships/slideMaster" Target="../slideMasters/slideMaster122.xml"/></Relationships>
</file>

<file path=ppt/slideLayouts/_rels/slideLayout1013.xml.rels><?xml version="1.0" encoding="UTF-8" standalone="yes"?>
<Relationships xmlns="http://schemas.openxmlformats.org/package/2006/relationships"><Relationship Id="rId1" Type="http://schemas.openxmlformats.org/officeDocument/2006/relationships/slideMaster" Target="../slideMasters/slideMaster122.xml"/></Relationships>
</file>

<file path=ppt/slideLayouts/_rels/slideLayout1014.xml.rels><?xml version="1.0" encoding="UTF-8" standalone="yes"?>
<Relationships xmlns="http://schemas.openxmlformats.org/package/2006/relationships"><Relationship Id="rId1" Type="http://schemas.openxmlformats.org/officeDocument/2006/relationships/slideMaster" Target="../slideMasters/slideMaster122.xml"/></Relationships>
</file>

<file path=ppt/slideLayouts/_rels/slideLayout1015.xml.rels><?xml version="1.0" encoding="UTF-8" standalone="yes"?>
<Relationships xmlns="http://schemas.openxmlformats.org/package/2006/relationships"><Relationship Id="rId1" Type="http://schemas.openxmlformats.org/officeDocument/2006/relationships/slideMaster" Target="../slideMasters/slideMaster122.xml"/></Relationships>
</file>

<file path=ppt/slideLayouts/_rels/slideLayout101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3.xml"/></Relationships>
</file>

<file path=ppt/slideLayouts/_rels/slideLayout101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3.xml"/></Relationships>
</file>

<file path=ppt/slideLayouts/_rels/slideLayout1018.xml.rels><?xml version="1.0" encoding="UTF-8" standalone="yes"?>
<Relationships xmlns="http://schemas.openxmlformats.org/package/2006/relationships"><Relationship Id="rId1" Type="http://schemas.openxmlformats.org/officeDocument/2006/relationships/slideMaster" Target="../slideMasters/slideMaster123.xml"/></Relationships>
</file>

<file path=ppt/slideLayouts/_rels/slideLayout101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3.xml"/></Relationships>
</file>

<file path=ppt/slideLayouts/_rels/slideLayout1020.xml.rels><?xml version="1.0" encoding="UTF-8" standalone="yes"?>
<Relationships xmlns="http://schemas.openxmlformats.org/package/2006/relationships"><Relationship Id="rId1" Type="http://schemas.openxmlformats.org/officeDocument/2006/relationships/slideMaster" Target="../slideMasters/slideMaster123.xml"/></Relationships>
</file>

<file path=ppt/slideLayouts/_rels/slideLayout1021.xml.rels><?xml version="1.0" encoding="UTF-8" standalone="yes"?>
<Relationships xmlns="http://schemas.openxmlformats.org/package/2006/relationships"><Relationship Id="rId1" Type="http://schemas.openxmlformats.org/officeDocument/2006/relationships/slideMaster" Target="../slideMasters/slideMaster123.xml"/></Relationships>
</file>

<file path=ppt/slideLayouts/_rels/slideLayout1022.xml.rels><?xml version="1.0" encoding="UTF-8" standalone="yes"?>
<Relationships xmlns="http://schemas.openxmlformats.org/package/2006/relationships"><Relationship Id="rId1" Type="http://schemas.openxmlformats.org/officeDocument/2006/relationships/slideMaster" Target="../slideMasters/slideMaster123.xml"/></Relationships>
</file>

<file path=ppt/slideLayouts/_rels/slideLayout1023.xml.rels><?xml version="1.0" encoding="UTF-8" standalone="yes"?>
<Relationships xmlns="http://schemas.openxmlformats.org/package/2006/relationships"><Relationship Id="rId1" Type="http://schemas.openxmlformats.org/officeDocument/2006/relationships/slideMaster" Target="../slideMasters/slideMaster123.xml"/></Relationships>
</file>

<file path=ppt/slideLayouts/_rels/slideLayout1024.xml.rels><?xml version="1.0" encoding="UTF-8" standalone="yes"?>
<Relationships xmlns="http://schemas.openxmlformats.org/package/2006/relationships"><Relationship Id="rId1" Type="http://schemas.openxmlformats.org/officeDocument/2006/relationships/slideMaster" Target="../slideMasters/slideMaster123.xml"/></Relationships>
</file>

<file path=ppt/slideLayouts/_rels/slideLayout10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4.xml"/></Relationships>
</file>

<file path=ppt/slideLayouts/_rels/slideLayout10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4.xml"/></Relationships>
</file>

<file path=ppt/slideLayouts/_rels/slideLayout1027.xml.rels><?xml version="1.0" encoding="UTF-8" standalone="yes"?>
<Relationships xmlns="http://schemas.openxmlformats.org/package/2006/relationships"><Relationship Id="rId1" Type="http://schemas.openxmlformats.org/officeDocument/2006/relationships/slideMaster" Target="../slideMasters/slideMaster124.xml"/></Relationships>
</file>

<file path=ppt/slideLayouts/_rels/slideLayout102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4.xml"/></Relationships>
</file>

<file path=ppt/slideLayouts/_rels/slideLayout1029.xml.rels><?xml version="1.0" encoding="UTF-8" standalone="yes"?>
<Relationships xmlns="http://schemas.openxmlformats.org/package/2006/relationships"><Relationship Id="rId1" Type="http://schemas.openxmlformats.org/officeDocument/2006/relationships/slideMaster" Target="../slideMasters/slideMaster124.xml"/></Relationships>
</file>

<file path=ppt/slideLayouts/_rels/slideLayout1030.xml.rels><?xml version="1.0" encoding="UTF-8" standalone="yes"?>
<Relationships xmlns="http://schemas.openxmlformats.org/package/2006/relationships"><Relationship Id="rId1" Type="http://schemas.openxmlformats.org/officeDocument/2006/relationships/slideMaster" Target="../slideMasters/slideMaster124.xml"/></Relationships>
</file>

<file path=ppt/slideLayouts/_rels/slideLayout1031.xml.rels><?xml version="1.0" encoding="UTF-8" standalone="yes"?>
<Relationships xmlns="http://schemas.openxmlformats.org/package/2006/relationships"><Relationship Id="rId1" Type="http://schemas.openxmlformats.org/officeDocument/2006/relationships/slideMaster" Target="../slideMasters/slideMaster124.xml"/></Relationships>
</file>

<file path=ppt/slideLayouts/_rels/slideLayout1032.xml.rels><?xml version="1.0" encoding="UTF-8" standalone="yes"?>
<Relationships xmlns="http://schemas.openxmlformats.org/package/2006/relationships"><Relationship Id="rId1" Type="http://schemas.openxmlformats.org/officeDocument/2006/relationships/slideMaster" Target="../slideMasters/slideMaster124.xml"/></Relationships>
</file>

<file path=ppt/slideLayouts/_rels/slideLayout1033.xml.rels><?xml version="1.0" encoding="UTF-8" standalone="yes"?>
<Relationships xmlns="http://schemas.openxmlformats.org/package/2006/relationships"><Relationship Id="rId1" Type="http://schemas.openxmlformats.org/officeDocument/2006/relationships/slideMaster" Target="../slideMasters/slideMaster124.xml"/></Relationships>
</file>

<file path=ppt/slideLayouts/_rels/slideLayout103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5.xml"/></Relationships>
</file>

<file path=ppt/slideLayouts/_rels/slideLayout103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5.xml"/></Relationships>
</file>

<file path=ppt/slideLayouts/_rels/slideLayout1036.xml.rels><?xml version="1.0" encoding="UTF-8" standalone="yes"?>
<Relationships xmlns="http://schemas.openxmlformats.org/package/2006/relationships"><Relationship Id="rId1" Type="http://schemas.openxmlformats.org/officeDocument/2006/relationships/slideMaster" Target="../slideMasters/slideMaster125.xml"/></Relationships>
</file>

<file path=ppt/slideLayouts/_rels/slideLayout103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5.xml"/></Relationships>
</file>

<file path=ppt/slideLayouts/_rels/slideLayout1038.xml.rels><?xml version="1.0" encoding="UTF-8" standalone="yes"?>
<Relationships xmlns="http://schemas.openxmlformats.org/package/2006/relationships"><Relationship Id="rId1" Type="http://schemas.openxmlformats.org/officeDocument/2006/relationships/slideMaster" Target="../slideMasters/slideMaster125.xml"/></Relationships>
</file>

<file path=ppt/slideLayouts/_rels/slideLayout1039.xml.rels><?xml version="1.0" encoding="UTF-8" standalone="yes"?>
<Relationships xmlns="http://schemas.openxmlformats.org/package/2006/relationships"><Relationship Id="rId1" Type="http://schemas.openxmlformats.org/officeDocument/2006/relationships/slideMaster" Target="../slideMasters/slideMaster125.xml"/></Relationships>
</file>

<file path=ppt/slideLayouts/_rels/slideLayout1040.xml.rels><?xml version="1.0" encoding="UTF-8" standalone="yes"?>
<Relationships xmlns="http://schemas.openxmlformats.org/package/2006/relationships"><Relationship Id="rId1" Type="http://schemas.openxmlformats.org/officeDocument/2006/relationships/slideMaster" Target="../slideMasters/slideMaster125.xml"/></Relationships>
</file>

<file path=ppt/slideLayouts/_rels/slideLayout1041.xml.rels><?xml version="1.0" encoding="UTF-8" standalone="yes"?>
<Relationships xmlns="http://schemas.openxmlformats.org/package/2006/relationships"><Relationship Id="rId1" Type="http://schemas.openxmlformats.org/officeDocument/2006/relationships/slideMaster" Target="../slideMasters/slideMaster125.xml"/></Relationships>
</file>

<file path=ppt/slideLayouts/_rels/slideLayout1042.xml.rels><?xml version="1.0" encoding="UTF-8" standalone="yes"?>
<Relationships xmlns="http://schemas.openxmlformats.org/package/2006/relationships"><Relationship Id="rId1" Type="http://schemas.openxmlformats.org/officeDocument/2006/relationships/slideMaster" Target="../slideMasters/slideMaster125.xml"/></Relationships>
</file>

<file path=ppt/slideLayouts/_rels/slideLayout104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6.xml"/></Relationships>
</file>

<file path=ppt/slideLayouts/_rels/slideLayout104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6.xml"/></Relationships>
</file>

<file path=ppt/slideLayouts/_rels/slideLayout1045.xml.rels><?xml version="1.0" encoding="UTF-8" standalone="yes"?>
<Relationships xmlns="http://schemas.openxmlformats.org/package/2006/relationships"><Relationship Id="rId1" Type="http://schemas.openxmlformats.org/officeDocument/2006/relationships/slideMaster" Target="../slideMasters/slideMaster126.xml"/></Relationships>
</file>

<file path=ppt/slideLayouts/_rels/slideLayout104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6.xml"/></Relationships>
</file>

<file path=ppt/slideLayouts/_rels/slideLayout1047.xml.rels><?xml version="1.0" encoding="UTF-8" standalone="yes"?>
<Relationships xmlns="http://schemas.openxmlformats.org/package/2006/relationships"><Relationship Id="rId1" Type="http://schemas.openxmlformats.org/officeDocument/2006/relationships/slideMaster" Target="../slideMasters/slideMaster126.xml"/></Relationships>
</file>

<file path=ppt/slideLayouts/_rels/slideLayout1048.xml.rels><?xml version="1.0" encoding="UTF-8" standalone="yes"?>
<Relationships xmlns="http://schemas.openxmlformats.org/package/2006/relationships"><Relationship Id="rId1" Type="http://schemas.openxmlformats.org/officeDocument/2006/relationships/slideMaster" Target="../slideMasters/slideMaster126.xml"/></Relationships>
</file>

<file path=ppt/slideLayouts/_rels/slideLayout1049.xml.rels><?xml version="1.0" encoding="UTF-8" standalone="yes"?>
<Relationships xmlns="http://schemas.openxmlformats.org/package/2006/relationships"><Relationship Id="rId1" Type="http://schemas.openxmlformats.org/officeDocument/2006/relationships/slideMaster" Target="../slideMasters/slideMaster126.xml"/></Relationships>
</file>

<file path=ppt/slideLayouts/_rels/slideLayout1050.xml.rels><?xml version="1.0" encoding="UTF-8" standalone="yes"?>
<Relationships xmlns="http://schemas.openxmlformats.org/package/2006/relationships"><Relationship Id="rId1" Type="http://schemas.openxmlformats.org/officeDocument/2006/relationships/slideMaster" Target="../slideMasters/slideMaster126.xml"/></Relationships>
</file>

<file path=ppt/slideLayouts/_rels/slideLayout1051.xml.rels><?xml version="1.0" encoding="UTF-8" standalone="yes"?>
<Relationships xmlns="http://schemas.openxmlformats.org/package/2006/relationships"><Relationship Id="rId1" Type="http://schemas.openxmlformats.org/officeDocument/2006/relationships/slideMaster" Target="../slideMasters/slideMaster126.xml"/></Relationships>
</file>

<file path=ppt/slideLayouts/_rels/slideLayout105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7.xml"/></Relationships>
</file>

<file path=ppt/slideLayouts/_rels/slideLayout105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7.xml"/></Relationships>
</file>

<file path=ppt/slideLayouts/_rels/slideLayout1054.xml.rels><?xml version="1.0" encoding="UTF-8" standalone="yes"?>
<Relationships xmlns="http://schemas.openxmlformats.org/package/2006/relationships"><Relationship Id="rId1" Type="http://schemas.openxmlformats.org/officeDocument/2006/relationships/slideMaster" Target="../slideMasters/slideMaster127.xml"/></Relationships>
</file>

<file path=ppt/slideLayouts/_rels/slideLayout105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7.xml"/></Relationships>
</file>

<file path=ppt/slideLayouts/_rels/slideLayout1056.xml.rels><?xml version="1.0" encoding="UTF-8" standalone="yes"?>
<Relationships xmlns="http://schemas.openxmlformats.org/package/2006/relationships"><Relationship Id="rId1" Type="http://schemas.openxmlformats.org/officeDocument/2006/relationships/slideMaster" Target="../slideMasters/slideMaster127.xml"/></Relationships>
</file>

<file path=ppt/slideLayouts/_rels/slideLayout1057.xml.rels><?xml version="1.0" encoding="UTF-8" standalone="yes"?>
<Relationships xmlns="http://schemas.openxmlformats.org/package/2006/relationships"><Relationship Id="rId1" Type="http://schemas.openxmlformats.org/officeDocument/2006/relationships/slideMaster" Target="../slideMasters/slideMaster127.xml"/></Relationships>
</file>

<file path=ppt/slideLayouts/_rels/slideLayout1058.xml.rels><?xml version="1.0" encoding="UTF-8" standalone="yes"?>
<Relationships xmlns="http://schemas.openxmlformats.org/package/2006/relationships"><Relationship Id="rId1" Type="http://schemas.openxmlformats.org/officeDocument/2006/relationships/slideMaster" Target="../slideMasters/slideMaster127.xml"/></Relationships>
</file>

<file path=ppt/slideLayouts/_rels/slideLayout1059.xml.rels><?xml version="1.0" encoding="UTF-8" standalone="yes"?>
<Relationships xmlns="http://schemas.openxmlformats.org/package/2006/relationships"><Relationship Id="rId1" Type="http://schemas.openxmlformats.org/officeDocument/2006/relationships/slideMaster" Target="../slideMasters/slideMaster127.xml"/></Relationships>
</file>

<file path=ppt/slideLayouts/_rels/slideLayout1060.xml.rels><?xml version="1.0" encoding="UTF-8" standalone="yes"?>
<Relationships xmlns="http://schemas.openxmlformats.org/package/2006/relationships"><Relationship Id="rId1" Type="http://schemas.openxmlformats.org/officeDocument/2006/relationships/slideMaster" Target="../slideMasters/slideMaster127.xml"/></Relationships>
</file>

<file path=ppt/slideLayouts/_rels/slideLayout106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8.xml"/></Relationships>
</file>

<file path=ppt/slideLayouts/_rels/slideLayout106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8.xml"/></Relationships>
</file>

<file path=ppt/slideLayouts/_rels/slideLayout1063.xml.rels><?xml version="1.0" encoding="UTF-8" standalone="yes"?>
<Relationships xmlns="http://schemas.openxmlformats.org/package/2006/relationships"><Relationship Id="rId1" Type="http://schemas.openxmlformats.org/officeDocument/2006/relationships/slideMaster" Target="../slideMasters/slideMaster128.xml"/></Relationships>
</file>

<file path=ppt/slideLayouts/_rels/slideLayout106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8.xml"/></Relationships>
</file>

<file path=ppt/slideLayouts/_rels/slideLayout1065.xml.rels><?xml version="1.0" encoding="UTF-8" standalone="yes"?>
<Relationships xmlns="http://schemas.openxmlformats.org/package/2006/relationships"><Relationship Id="rId1" Type="http://schemas.openxmlformats.org/officeDocument/2006/relationships/slideMaster" Target="../slideMasters/slideMaster128.xml"/></Relationships>
</file>

<file path=ppt/slideLayouts/_rels/slideLayout1066.xml.rels><?xml version="1.0" encoding="UTF-8" standalone="yes"?>
<Relationships xmlns="http://schemas.openxmlformats.org/package/2006/relationships"><Relationship Id="rId1" Type="http://schemas.openxmlformats.org/officeDocument/2006/relationships/slideMaster" Target="../slideMasters/slideMaster128.xml"/></Relationships>
</file>

<file path=ppt/slideLayouts/_rels/slideLayout1067.xml.rels><?xml version="1.0" encoding="UTF-8" standalone="yes"?>
<Relationships xmlns="http://schemas.openxmlformats.org/package/2006/relationships"><Relationship Id="rId1" Type="http://schemas.openxmlformats.org/officeDocument/2006/relationships/slideMaster" Target="../slideMasters/slideMaster128.xml"/></Relationships>
</file>

<file path=ppt/slideLayouts/_rels/slideLayout1068.xml.rels><?xml version="1.0" encoding="UTF-8" standalone="yes"?>
<Relationships xmlns="http://schemas.openxmlformats.org/package/2006/relationships"><Relationship Id="rId1" Type="http://schemas.openxmlformats.org/officeDocument/2006/relationships/slideMaster" Target="../slideMasters/slideMaster128.xml"/></Relationships>
</file>

<file path=ppt/slideLayouts/_rels/slideLayout1069.xml.rels><?xml version="1.0" encoding="UTF-8" standalone="yes"?>
<Relationships xmlns="http://schemas.openxmlformats.org/package/2006/relationships"><Relationship Id="rId1" Type="http://schemas.openxmlformats.org/officeDocument/2006/relationships/slideMaster" Target="../slideMasters/slideMaster128.xml"/></Relationships>
</file>

<file path=ppt/slideLayouts/_rels/slideLayout107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9.xml"/></Relationships>
</file>

<file path=ppt/slideLayouts/_rels/slideLayout107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29.xml"/></Relationships>
</file>

<file path=ppt/slideLayouts/_rels/slideLayout1072.xml.rels><?xml version="1.0" encoding="UTF-8" standalone="yes"?>
<Relationships xmlns="http://schemas.openxmlformats.org/package/2006/relationships"><Relationship Id="rId1" Type="http://schemas.openxmlformats.org/officeDocument/2006/relationships/slideMaster" Target="../slideMasters/slideMaster129.xml"/></Relationships>
</file>

<file path=ppt/slideLayouts/_rels/slideLayout107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29.xml"/></Relationships>
</file>

<file path=ppt/slideLayouts/_rels/slideLayout1074.xml.rels><?xml version="1.0" encoding="UTF-8" standalone="yes"?>
<Relationships xmlns="http://schemas.openxmlformats.org/package/2006/relationships"><Relationship Id="rId1" Type="http://schemas.openxmlformats.org/officeDocument/2006/relationships/slideMaster" Target="../slideMasters/slideMaster129.xml"/></Relationships>
</file>

<file path=ppt/slideLayouts/_rels/slideLayout1075.xml.rels><?xml version="1.0" encoding="UTF-8" standalone="yes"?>
<Relationships xmlns="http://schemas.openxmlformats.org/package/2006/relationships"><Relationship Id="rId1" Type="http://schemas.openxmlformats.org/officeDocument/2006/relationships/slideMaster" Target="../slideMasters/slideMaster129.xml"/></Relationships>
</file>

<file path=ppt/slideLayouts/_rels/slideLayout1076.xml.rels><?xml version="1.0" encoding="UTF-8" standalone="yes"?>
<Relationships xmlns="http://schemas.openxmlformats.org/package/2006/relationships"><Relationship Id="rId1" Type="http://schemas.openxmlformats.org/officeDocument/2006/relationships/slideMaster" Target="../slideMasters/slideMaster129.xml"/></Relationships>
</file>

<file path=ppt/slideLayouts/_rels/slideLayout1077.xml.rels><?xml version="1.0" encoding="UTF-8" standalone="yes"?>
<Relationships xmlns="http://schemas.openxmlformats.org/package/2006/relationships"><Relationship Id="rId1" Type="http://schemas.openxmlformats.org/officeDocument/2006/relationships/slideMaster" Target="../slideMasters/slideMaster129.xml"/></Relationships>
</file>

<file path=ppt/slideLayouts/_rels/slideLayout1078.xml.rels><?xml version="1.0" encoding="UTF-8" standalone="yes"?>
<Relationships xmlns="http://schemas.openxmlformats.org/package/2006/relationships"><Relationship Id="rId1" Type="http://schemas.openxmlformats.org/officeDocument/2006/relationships/slideMaster" Target="../slideMasters/slideMaster129.xml"/></Relationships>
</file>

<file path=ppt/slideLayouts/_rels/slideLayout107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0.xml"/></Relationships>
</file>

<file path=ppt/slideLayouts/_rels/slideLayout108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0.xml"/></Relationships>
</file>

<file path=ppt/slideLayouts/_rels/slideLayout1081.xml.rels><?xml version="1.0" encoding="UTF-8" standalone="yes"?>
<Relationships xmlns="http://schemas.openxmlformats.org/package/2006/relationships"><Relationship Id="rId1" Type="http://schemas.openxmlformats.org/officeDocument/2006/relationships/slideMaster" Target="../slideMasters/slideMaster130.xml"/></Relationships>
</file>

<file path=ppt/slideLayouts/_rels/slideLayout108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0.xml"/></Relationships>
</file>

<file path=ppt/slideLayouts/_rels/slideLayout1083.xml.rels><?xml version="1.0" encoding="UTF-8" standalone="yes"?>
<Relationships xmlns="http://schemas.openxmlformats.org/package/2006/relationships"><Relationship Id="rId1" Type="http://schemas.openxmlformats.org/officeDocument/2006/relationships/slideMaster" Target="../slideMasters/slideMaster130.xml"/></Relationships>
</file>

<file path=ppt/slideLayouts/_rels/slideLayout1084.xml.rels><?xml version="1.0" encoding="UTF-8" standalone="yes"?>
<Relationships xmlns="http://schemas.openxmlformats.org/package/2006/relationships"><Relationship Id="rId1" Type="http://schemas.openxmlformats.org/officeDocument/2006/relationships/slideMaster" Target="../slideMasters/slideMaster130.xml"/></Relationships>
</file>

<file path=ppt/slideLayouts/_rels/slideLayout1085.xml.rels><?xml version="1.0" encoding="UTF-8" standalone="yes"?>
<Relationships xmlns="http://schemas.openxmlformats.org/package/2006/relationships"><Relationship Id="rId1" Type="http://schemas.openxmlformats.org/officeDocument/2006/relationships/slideMaster" Target="../slideMasters/slideMaster130.xml"/></Relationships>
</file>

<file path=ppt/slideLayouts/_rels/slideLayout1086.xml.rels><?xml version="1.0" encoding="UTF-8" standalone="yes"?>
<Relationships xmlns="http://schemas.openxmlformats.org/package/2006/relationships"><Relationship Id="rId1" Type="http://schemas.openxmlformats.org/officeDocument/2006/relationships/slideMaster" Target="../slideMasters/slideMaster130.xml"/></Relationships>
</file>

<file path=ppt/slideLayouts/_rels/slideLayout1087.xml.rels><?xml version="1.0" encoding="UTF-8" standalone="yes"?>
<Relationships xmlns="http://schemas.openxmlformats.org/package/2006/relationships"><Relationship Id="rId1" Type="http://schemas.openxmlformats.org/officeDocument/2006/relationships/slideMaster" Target="../slideMasters/slideMaster130.xml"/></Relationships>
</file>

<file path=ppt/slideLayouts/_rels/slideLayout108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1.xml"/></Relationships>
</file>

<file path=ppt/slideLayouts/_rels/slideLayout108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1.xml"/></Relationships>
</file>

<file path=ppt/slideLayouts/_rels/slideLayout1090.xml.rels><?xml version="1.0" encoding="UTF-8" standalone="yes"?>
<Relationships xmlns="http://schemas.openxmlformats.org/package/2006/relationships"><Relationship Id="rId1" Type="http://schemas.openxmlformats.org/officeDocument/2006/relationships/slideMaster" Target="../slideMasters/slideMaster131.xml"/></Relationships>
</file>

<file path=ppt/slideLayouts/_rels/slideLayout109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1.xml"/></Relationships>
</file>

<file path=ppt/slideLayouts/_rels/slideLayout1092.xml.rels><?xml version="1.0" encoding="UTF-8" standalone="yes"?>
<Relationships xmlns="http://schemas.openxmlformats.org/package/2006/relationships"><Relationship Id="rId1" Type="http://schemas.openxmlformats.org/officeDocument/2006/relationships/slideMaster" Target="../slideMasters/slideMaster131.xml"/></Relationships>
</file>

<file path=ppt/slideLayouts/_rels/slideLayout1093.xml.rels><?xml version="1.0" encoding="UTF-8" standalone="yes"?>
<Relationships xmlns="http://schemas.openxmlformats.org/package/2006/relationships"><Relationship Id="rId1" Type="http://schemas.openxmlformats.org/officeDocument/2006/relationships/slideMaster" Target="../slideMasters/slideMaster131.xml"/></Relationships>
</file>

<file path=ppt/slideLayouts/_rels/slideLayout1094.xml.rels><?xml version="1.0" encoding="UTF-8" standalone="yes"?>
<Relationships xmlns="http://schemas.openxmlformats.org/package/2006/relationships"><Relationship Id="rId1" Type="http://schemas.openxmlformats.org/officeDocument/2006/relationships/slideMaster" Target="../slideMasters/slideMaster131.xml"/></Relationships>
</file>

<file path=ppt/slideLayouts/_rels/slideLayout1095.xml.rels><?xml version="1.0" encoding="UTF-8" standalone="yes"?>
<Relationships xmlns="http://schemas.openxmlformats.org/package/2006/relationships"><Relationship Id="rId1" Type="http://schemas.openxmlformats.org/officeDocument/2006/relationships/slideMaster" Target="../slideMasters/slideMaster131.xml"/></Relationships>
</file>

<file path=ppt/slideLayouts/_rels/slideLayout1096.xml.rels><?xml version="1.0" encoding="UTF-8" standalone="yes"?>
<Relationships xmlns="http://schemas.openxmlformats.org/package/2006/relationships"><Relationship Id="rId1" Type="http://schemas.openxmlformats.org/officeDocument/2006/relationships/slideMaster" Target="../slideMasters/slideMaster131.xml"/></Relationships>
</file>

<file path=ppt/slideLayouts/_rels/slideLayout109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2.xml"/></Relationships>
</file>

<file path=ppt/slideLayouts/_rels/slideLayout109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2.xml"/></Relationships>
</file>

<file path=ppt/slideLayouts/_rels/slideLayout1099.xml.rels><?xml version="1.0" encoding="UTF-8" standalone="yes"?>
<Relationships xmlns="http://schemas.openxmlformats.org/package/2006/relationships"><Relationship Id="rId1" Type="http://schemas.openxmlformats.org/officeDocument/2006/relationships/slideMaster" Target="../slideMasters/slideMaster132.xml"/></Relationships>
</file>

<file path=ppt/slideLayouts/_rels/slideLayout110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2.xml"/></Relationships>
</file>

<file path=ppt/slideLayouts/_rels/slideLayout1101.xml.rels><?xml version="1.0" encoding="UTF-8" standalone="yes"?>
<Relationships xmlns="http://schemas.openxmlformats.org/package/2006/relationships"><Relationship Id="rId1" Type="http://schemas.openxmlformats.org/officeDocument/2006/relationships/slideMaster" Target="../slideMasters/slideMaster132.xml"/></Relationships>
</file>

<file path=ppt/slideLayouts/_rels/slideLayout1102.xml.rels><?xml version="1.0" encoding="UTF-8" standalone="yes"?>
<Relationships xmlns="http://schemas.openxmlformats.org/package/2006/relationships"><Relationship Id="rId1" Type="http://schemas.openxmlformats.org/officeDocument/2006/relationships/slideMaster" Target="../slideMasters/slideMaster132.xml"/></Relationships>
</file>

<file path=ppt/slideLayouts/_rels/slideLayout1103.xml.rels><?xml version="1.0" encoding="UTF-8" standalone="yes"?>
<Relationships xmlns="http://schemas.openxmlformats.org/package/2006/relationships"><Relationship Id="rId1" Type="http://schemas.openxmlformats.org/officeDocument/2006/relationships/slideMaster" Target="../slideMasters/slideMaster132.xml"/></Relationships>
</file>

<file path=ppt/slideLayouts/_rels/slideLayout1104.xml.rels><?xml version="1.0" encoding="UTF-8" standalone="yes"?>
<Relationships xmlns="http://schemas.openxmlformats.org/package/2006/relationships"><Relationship Id="rId1" Type="http://schemas.openxmlformats.org/officeDocument/2006/relationships/slideMaster" Target="../slideMasters/slideMaster132.xml"/></Relationships>
</file>

<file path=ppt/slideLayouts/_rels/slideLayout1105.xml.rels><?xml version="1.0" encoding="UTF-8" standalone="yes"?>
<Relationships xmlns="http://schemas.openxmlformats.org/package/2006/relationships"><Relationship Id="rId1" Type="http://schemas.openxmlformats.org/officeDocument/2006/relationships/slideMaster" Target="../slideMasters/slideMaster132.xml"/></Relationships>
</file>

<file path=ppt/slideLayouts/_rels/slideLayout110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3.xml"/></Relationships>
</file>

<file path=ppt/slideLayouts/_rels/slideLayout110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3.xml"/></Relationships>
</file>

<file path=ppt/slideLayouts/_rels/slideLayout1108.xml.rels><?xml version="1.0" encoding="UTF-8" standalone="yes"?>
<Relationships xmlns="http://schemas.openxmlformats.org/package/2006/relationships"><Relationship Id="rId1" Type="http://schemas.openxmlformats.org/officeDocument/2006/relationships/slideMaster" Target="../slideMasters/slideMaster133.xml"/></Relationships>
</file>

<file path=ppt/slideLayouts/_rels/slideLayout110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3.xml"/></Relationships>
</file>

<file path=ppt/slideLayouts/_rels/slideLayout1110.xml.rels><?xml version="1.0" encoding="UTF-8" standalone="yes"?>
<Relationships xmlns="http://schemas.openxmlformats.org/package/2006/relationships"><Relationship Id="rId1" Type="http://schemas.openxmlformats.org/officeDocument/2006/relationships/slideMaster" Target="../slideMasters/slideMaster133.xml"/></Relationships>
</file>

<file path=ppt/slideLayouts/_rels/slideLayout1111.xml.rels><?xml version="1.0" encoding="UTF-8" standalone="yes"?>
<Relationships xmlns="http://schemas.openxmlformats.org/package/2006/relationships"><Relationship Id="rId1" Type="http://schemas.openxmlformats.org/officeDocument/2006/relationships/slideMaster" Target="../slideMasters/slideMaster133.xml"/></Relationships>
</file>

<file path=ppt/slideLayouts/_rels/slideLayout1112.xml.rels><?xml version="1.0" encoding="UTF-8" standalone="yes"?>
<Relationships xmlns="http://schemas.openxmlformats.org/package/2006/relationships"><Relationship Id="rId1" Type="http://schemas.openxmlformats.org/officeDocument/2006/relationships/slideMaster" Target="../slideMasters/slideMaster133.xml"/></Relationships>
</file>

<file path=ppt/slideLayouts/_rels/slideLayout1113.xml.rels><?xml version="1.0" encoding="UTF-8" standalone="yes"?>
<Relationships xmlns="http://schemas.openxmlformats.org/package/2006/relationships"><Relationship Id="rId1" Type="http://schemas.openxmlformats.org/officeDocument/2006/relationships/slideMaster" Target="../slideMasters/slideMaster133.xml"/></Relationships>
</file>

<file path=ppt/slideLayouts/_rels/slideLayout1114.xml.rels><?xml version="1.0" encoding="UTF-8" standalone="yes"?>
<Relationships xmlns="http://schemas.openxmlformats.org/package/2006/relationships"><Relationship Id="rId1" Type="http://schemas.openxmlformats.org/officeDocument/2006/relationships/slideMaster" Target="../slideMasters/slideMaster133.xml"/></Relationships>
</file>

<file path=ppt/slideLayouts/_rels/slideLayout111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4.xml"/></Relationships>
</file>

<file path=ppt/slideLayouts/_rels/slideLayout111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4.xml"/></Relationships>
</file>

<file path=ppt/slideLayouts/_rels/slideLayout1117.xml.rels><?xml version="1.0" encoding="UTF-8" standalone="yes"?>
<Relationships xmlns="http://schemas.openxmlformats.org/package/2006/relationships"><Relationship Id="rId1" Type="http://schemas.openxmlformats.org/officeDocument/2006/relationships/slideMaster" Target="../slideMasters/slideMaster134.xml"/></Relationships>
</file>

<file path=ppt/slideLayouts/_rels/slideLayout111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4.xml"/></Relationships>
</file>

<file path=ppt/slideLayouts/_rels/slideLayout1119.xml.rels><?xml version="1.0" encoding="UTF-8" standalone="yes"?>
<Relationships xmlns="http://schemas.openxmlformats.org/package/2006/relationships"><Relationship Id="rId1" Type="http://schemas.openxmlformats.org/officeDocument/2006/relationships/slideMaster" Target="../slideMasters/slideMaster134.xml"/></Relationships>
</file>

<file path=ppt/slideLayouts/_rels/slideLayout1120.xml.rels><?xml version="1.0" encoding="UTF-8" standalone="yes"?>
<Relationships xmlns="http://schemas.openxmlformats.org/package/2006/relationships"><Relationship Id="rId1" Type="http://schemas.openxmlformats.org/officeDocument/2006/relationships/slideMaster" Target="../slideMasters/slideMaster134.xml"/></Relationships>
</file>

<file path=ppt/slideLayouts/_rels/slideLayout1121.xml.rels><?xml version="1.0" encoding="UTF-8" standalone="yes"?>
<Relationships xmlns="http://schemas.openxmlformats.org/package/2006/relationships"><Relationship Id="rId1" Type="http://schemas.openxmlformats.org/officeDocument/2006/relationships/slideMaster" Target="../slideMasters/slideMaster134.xml"/></Relationships>
</file>

<file path=ppt/slideLayouts/_rels/slideLayout1122.xml.rels><?xml version="1.0" encoding="UTF-8" standalone="yes"?>
<Relationships xmlns="http://schemas.openxmlformats.org/package/2006/relationships"><Relationship Id="rId1" Type="http://schemas.openxmlformats.org/officeDocument/2006/relationships/slideMaster" Target="../slideMasters/slideMaster134.xml"/></Relationships>
</file>

<file path=ppt/slideLayouts/_rels/slideLayout1123.xml.rels><?xml version="1.0" encoding="UTF-8" standalone="yes"?>
<Relationships xmlns="http://schemas.openxmlformats.org/package/2006/relationships"><Relationship Id="rId1" Type="http://schemas.openxmlformats.org/officeDocument/2006/relationships/slideMaster" Target="../slideMasters/slideMaster134.xml"/></Relationships>
</file>

<file path=ppt/slideLayouts/_rels/slideLayout112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5.xml"/></Relationships>
</file>

<file path=ppt/slideLayouts/_rels/slideLayout11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5.xml"/></Relationships>
</file>

<file path=ppt/slideLayouts/_rels/slideLayout1126.xml.rels><?xml version="1.0" encoding="UTF-8" standalone="yes"?>
<Relationships xmlns="http://schemas.openxmlformats.org/package/2006/relationships"><Relationship Id="rId1" Type="http://schemas.openxmlformats.org/officeDocument/2006/relationships/slideMaster" Target="../slideMasters/slideMaster135.xml"/></Relationships>
</file>

<file path=ppt/slideLayouts/_rels/slideLayout112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5.xml"/></Relationships>
</file>

<file path=ppt/slideLayouts/_rels/slideLayout1128.xml.rels><?xml version="1.0" encoding="UTF-8" standalone="yes"?>
<Relationships xmlns="http://schemas.openxmlformats.org/package/2006/relationships"><Relationship Id="rId1" Type="http://schemas.openxmlformats.org/officeDocument/2006/relationships/slideMaster" Target="../slideMasters/slideMaster135.xml"/></Relationships>
</file>

<file path=ppt/slideLayouts/_rels/slideLayout1129.xml.rels><?xml version="1.0" encoding="UTF-8" standalone="yes"?>
<Relationships xmlns="http://schemas.openxmlformats.org/package/2006/relationships"><Relationship Id="rId1" Type="http://schemas.openxmlformats.org/officeDocument/2006/relationships/slideMaster" Target="../slideMasters/slideMaster135.xml"/></Relationships>
</file>

<file path=ppt/slideLayouts/_rels/slideLayout1130.xml.rels><?xml version="1.0" encoding="UTF-8" standalone="yes"?>
<Relationships xmlns="http://schemas.openxmlformats.org/package/2006/relationships"><Relationship Id="rId1" Type="http://schemas.openxmlformats.org/officeDocument/2006/relationships/slideMaster" Target="../slideMasters/slideMaster135.xml"/></Relationships>
</file>

<file path=ppt/slideLayouts/_rels/slideLayout1131.xml.rels><?xml version="1.0" encoding="UTF-8" standalone="yes"?>
<Relationships xmlns="http://schemas.openxmlformats.org/package/2006/relationships"><Relationship Id="rId1" Type="http://schemas.openxmlformats.org/officeDocument/2006/relationships/slideMaster" Target="../slideMasters/slideMaster135.xml"/></Relationships>
</file>

<file path=ppt/slideLayouts/_rels/slideLayout1132.xml.rels><?xml version="1.0" encoding="UTF-8" standalone="yes"?>
<Relationships xmlns="http://schemas.openxmlformats.org/package/2006/relationships"><Relationship Id="rId1" Type="http://schemas.openxmlformats.org/officeDocument/2006/relationships/slideMaster" Target="../slideMasters/slideMaster135.xml"/></Relationships>
</file>

<file path=ppt/slideLayouts/_rels/slideLayout113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6.xml"/></Relationships>
</file>

<file path=ppt/slideLayouts/_rels/slideLayout113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6.xml"/></Relationships>
</file>

<file path=ppt/slideLayouts/_rels/slideLayout1135.xml.rels><?xml version="1.0" encoding="UTF-8" standalone="yes"?>
<Relationships xmlns="http://schemas.openxmlformats.org/package/2006/relationships"><Relationship Id="rId1" Type="http://schemas.openxmlformats.org/officeDocument/2006/relationships/slideMaster" Target="../slideMasters/slideMaster136.xml"/></Relationships>
</file>

<file path=ppt/slideLayouts/_rels/slideLayout113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6.xml"/></Relationships>
</file>

<file path=ppt/slideLayouts/_rels/slideLayout1137.xml.rels><?xml version="1.0" encoding="UTF-8" standalone="yes"?>
<Relationships xmlns="http://schemas.openxmlformats.org/package/2006/relationships"><Relationship Id="rId1" Type="http://schemas.openxmlformats.org/officeDocument/2006/relationships/slideMaster" Target="../slideMasters/slideMaster136.xml"/></Relationships>
</file>

<file path=ppt/slideLayouts/_rels/slideLayout1138.xml.rels><?xml version="1.0" encoding="UTF-8" standalone="yes"?>
<Relationships xmlns="http://schemas.openxmlformats.org/package/2006/relationships"><Relationship Id="rId1" Type="http://schemas.openxmlformats.org/officeDocument/2006/relationships/slideMaster" Target="../slideMasters/slideMaster136.xml"/></Relationships>
</file>

<file path=ppt/slideLayouts/_rels/slideLayout1139.xml.rels><?xml version="1.0" encoding="UTF-8" standalone="yes"?>
<Relationships xmlns="http://schemas.openxmlformats.org/package/2006/relationships"><Relationship Id="rId1" Type="http://schemas.openxmlformats.org/officeDocument/2006/relationships/slideMaster" Target="../slideMasters/slideMaster136.xml"/></Relationships>
</file>

<file path=ppt/slideLayouts/_rels/slideLayout1140.xml.rels><?xml version="1.0" encoding="UTF-8" standalone="yes"?>
<Relationships xmlns="http://schemas.openxmlformats.org/package/2006/relationships"><Relationship Id="rId1" Type="http://schemas.openxmlformats.org/officeDocument/2006/relationships/slideMaster" Target="../slideMasters/slideMaster136.xml"/></Relationships>
</file>

<file path=ppt/slideLayouts/_rels/slideLayout1141.xml.rels><?xml version="1.0" encoding="UTF-8" standalone="yes"?>
<Relationships xmlns="http://schemas.openxmlformats.org/package/2006/relationships"><Relationship Id="rId1" Type="http://schemas.openxmlformats.org/officeDocument/2006/relationships/slideMaster" Target="../slideMasters/slideMaster136.xml"/></Relationships>
</file>

<file path=ppt/slideLayouts/_rels/slideLayout114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7.xml"/></Relationships>
</file>

<file path=ppt/slideLayouts/_rels/slideLayout114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7.xml"/></Relationships>
</file>

<file path=ppt/slideLayouts/_rels/slideLayout1144.xml.rels><?xml version="1.0" encoding="UTF-8" standalone="yes"?>
<Relationships xmlns="http://schemas.openxmlformats.org/package/2006/relationships"><Relationship Id="rId1" Type="http://schemas.openxmlformats.org/officeDocument/2006/relationships/slideMaster" Target="../slideMasters/slideMaster137.xml"/></Relationships>
</file>

<file path=ppt/slideLayouts/_rels/slideLayout114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7.xml"/></Relationships>
</file>

<file path=ppt/slideLayouts/_rels/slideLayout1146.xml.rels><?xml version="1.0" encoding="UTF-8" standalone="yes"?>
<Relationships xmlns="http://schemas.openxmlformats.org/package/2006/relationships"><Relationship Id="rId1" Type="http://schemas.openxmlformats.org/officeDocument/2006/relationships/slideMaster" Target="../slideMasters/slideMaster137.xml"/></Relationships>
</file>

<file path=ppt/slideLayouts/_rels/slideLayout1147.xml.rels><?xml version="1.0" encoding="UTF-8" standalone="yes"?>
<Relationships xmlns="http://schemas.openxmlformats.org/package/2006/relationships"><Relationship Id="rId1" Type="http://schemas.openxmlformats.org/officeDocument/2006/relationships/slideMaster" Target="../slideMasters/slideMaster137.xml"/></Relationships>
</file>

<file path=ppt/slideLayouts/_rels/slideLayout1148.xml.rels><?xml version="1.0" encoding="UTF-8" standalone="yes"?>
<Relationships xmlns="http://schemas.openxmlformats.org/package/2006/relationships"><Relationship Id="rId1" Type="http://schemas.openxmlformats.org/officeDocument/2006/relationships/slideMaster" Target="../slideMasters/slideMaster137.xml"/></Relationships>
</file>

<file path=ppt/slideLayouts/_rels/slideLayout1149.xml.rels><?xml version="1.0" encoding="UTF-8" standalone="yes"?>
<Relationships xmlns="http://schemas.openxmlformats.org/package/2006/relationships"><Relationship Id="rId1" Type="http://schemas.openxmlformats.org/officeDocument/2006/relationships/slideMaster" Target="../slideMasters/slideMaster137.xml"/></Relationships>
</file>

<file path=ppt/slideLayouts/_rels/slideLayout1150.xml.rels><?xml version="1.0" encoding="UTF-8" standalone="yes"?>
<Relationships xmlns="http://schemas.openxmlformats.org/package/2006/relationships"><Relationship Id="rId1" Type="http://schemas.openxmlformats.org/officeDocument/2006/relationships/slideMaster" Target="../slideMasters/slideMaster137.xml"/></Relationships>
</file>

<file path=ppt/slideLayouts/_rels/slideLayout115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8.xml"/></Relationships>
</file>

<file path=ppt/slideLayouts/_rels/slideLayout115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8.xml"/></Relationships>
</file>

<file path=ppt/slideLayouts/_rels/slideLayout1153.xml.rels><?xml version="1.0" encoding="UTF-8" standalone="yes"?>
<Relationships xmlns="http://schemas.openxmlformats.org/package/2006/relationships"><Relationship Id="rId1" Type="http://schemas.openxmlformats.org/officeDocument/2006/relationships/slideMaster" Target="../slideMasters/slideMaster138.xml"/></Relationships>
</file>

<file path=ppt/slideLayouts/_rels/slideLayout115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8.xml"/></Relationships>
</file>

<file path=ppt/slideLayouts/_rels/slideLayout1155.xml.rels><?xml version="1.0" encoding="UTF-8" standalone="yes"?>
<Relationships xmlns="http://schemas.openxmlformats.org/package/2006/relationships"><Relationship Id="rId1" Type="http://schemas.openxmlformats.org/officeDocument/2006/relationships/slideMaster" Target="../slideMasters/slideMaster138.xml"/></Relationships>
</file>

<file path=ppt/slideLayouts/_rels/slideLayout1156.xml.rels><?xml version="1.0" encoding="UTF-8" standalone="yes"?>
<Relationships xmlns="http://schemas.openxmlformats.org/package/2006/relationships"><Relationship Id="rId1" Type="http://schemas.openxmlformats.org/officeDocument/2006/relationships/slideMaster" Target="../slideMasters/slideMaster138.xml"/></Relationships>
</file>

<file path=ppt/slideLayouts/_rels/slideLayout1157.xml.rels><?xml version="1.0" encoding="UTF-8" standalone="yes"?>
<Relationships xmlns="http://schemas.openxmlformats.org/package/2006/relationships"><Relationship Id="rId1" Type="http://schemas.openxmlformats.org/officeDocument/2006/relationships/slideMaster" Target="../slideMasters/slideMaster138.xml"/></Relationships>
</file>

<file path=ppt/slideLayouts/_rels/slideLayout1158.xml.rels><?xml version="1.0" encoding="UTF-8" standalone="yes"?>
<Relationships xmlns="http://schemas.openxmlformats.org/package/2006/relationships"><Relationship Id="rId1" Type="http://schemas.openxmlformats.org/officeDocument/2006/relationships/slideMaster" Target="../slideMasters/slideMaster138.xml"/></Relationships>
</file>

<file path=ppt/slideLayouts/_rels/slideLayout1159.xml.rels><?xml version="1.0" encoding="UTF-8" standalone="yes"?>
<Relationships xmlns="http://schemas.openxmlformats.org/package/2006/relationships"><Relationship Id="rId1" Type="http://schemas.openxmlformats.org/officeDocument/2006/relationships/slideMaster" Target="../slideMasters/slideMaster138.xml"/></Relationships>
</file>

<file path=ppt/slideLayouts/_rels/slideLayout116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9.xml"/></Relationships>
</file>

<file path=ppt/slideLayouts/_rels/slideLayout116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39.xml"/></Relationships>
</file>

<file path=ppt/slideLayouts/_rels/slideLayout1162.xml.rels><?xml version="1.0" encoding="UTF-8" standalone="yes"?>
<Relationships xmlns="http://schemas.openxmlformats.org/package/2006/relationships"><Relationship Id="rId1" Type="http://schemas.openxmlformats.org/officeDocument/2006/relationships/slideMaster" Target="../slideMasters/slideMaster139.xml"/></Relationships>
</file>

<file path=ppt/slideLayouts/_rels/slideLayout116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39.xml"/></Relationships>
</file>

<file path=ppt/slideLayouts/_rels/slideLayout1164.xml.rels><?xml version="1.0" encoding="UTF-8" standalone="yes"?>
<Relationships xmlns="http://schemas.openxmlformats.org/package/2006/relationships"><Relationship Id="rId1" Type="http://schemas.openxmlformats.org/officeDocument/2006/relationships/slideMaster" Target="../slideMasters/slideMaster139.xml"/></Relationships>
</file>

<file path=ppt/slideLayouts/_rels/slideLayout1165.xml.rels><?xml version="1.0" encoding="UTF-8" standalone="yes"?>
<Relationships xmlns="http://schemas.openxmlformats.org/package/2006/relationships"><Relationship Id="rId1" Type="http://schemas.openxmlformats.org/officeDocument/2006/relationships/slideMaster" Target="../slideMasters/slideMaster139.xml"/></Relationships>
</file>

<file path=ppt/slideLayouts/_rels/slideLayout1166.xml.rels><?xml version="1.0" encoding="UTF-8" standalone="yes"?>
<Relationships xmlns="http://schemas.openxmlformats.org/package/2006/relationships"><Relationship Id="rId1" Type="http://schemas.openxmlformats.org/officeDocument/2006/relationships/slideMaster" Target="../slideMasters/slideMaster139.xml"/></Relationships>
</file>

<file path=ppt/slideLayouts/_rels/slideLayout1167.xml.rels><?xml version="1.0" encoding="UTF-8" standalone="yes"?>
<Relationships xmlns="http://schemas.openxmlformats.org/package/2006/relationships"><Relationship Id="rId1" Type="http://schemas.openxmlformats.org/officeDocument/2006/relationships/slideMaster" Target="../slideMasters/slideMaster139.xml"/></Relationships>
</file>

<file path=ppt/slideLayouts/_rels/slideLayout1168.xml.rels><?xml version="1.0" encoding="UTF-8" standalone="yes"?>
<Relationships xmlns="http://schemas.openxmlformats.org/package/2006/relationships"><Relationship Id="rId1" Type="http://schemas.openxmlformats.org/officeDocument/2006/relationships/slideMaster" Target="../slideMasters/slideMaster139.xml"/></Relationships>
</file>

<file path=ppt/slideLayouts/_rels/slideLayout1169.xml.rels><?xml version="1.0" encoding="UTF-8" standalone="yes"?>
<Relationships xmlns="http://schemas.openxmlformats.org/package/2006/relationships"><Relationship Id="rId1" Type="http://schemas.openxmlformats.org/officeDocument/2006/relationships/slideMaster" Target="../slideMasters/slideMaster139.xml"/></Relationships>
</file>

<file path=ppt/slideLayouts/_rels/slideLayout117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0.xml"/></Relationships>
</file>

<file path=ppt/slideLayouts/_rels/slideLayout117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0.xml"/></Relationships>
</file>

<file path=ppt/slideLayouts/_rels/slideLayout1172.xml.rels><?xml version="1.0" encoding="UTF-8" standalone="yes"?>
<Relationships xmlns="http://schemas.openxmlformats.org/package/2006/relationships"><Relationship Id="rId1" Type="http://schemas.openxmlformats.org/officeDocument/2006/relationships/slideMaster" Target="../slideMasters/slideMaster140.xml"/></Relationships>
</file>

<file path=ppt/slideLayouts/_rels/slideLayout117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0.xml"/></Relationships>
</file>

<file path=ppt/slideLayouts/_rels/slideLayout1174.xml.rels><?xml version="1.0" encoding="UTF-8" standalone="yes"?>
<Relationships xmlns="http://schemas.openxmlformats.org/package/2006/relationships"><Relationship Id="rId1" Type="http://schemas.openxmlformats.org/officeDocument/2006/relationships/slideMaster" Target="../slideMasters/slideMaster140.xml"/></Relationships>
</file>

<file path=ppt/slideLayouts/_rels/slideLayout1175.xml.rels><?xml version="1.0" encoding="UTF-8" standalone="yes"?>
<Relationships xmlns="http://schemas.openxmlformats.org/package/2006/relationships"><Relationship Id="rId1" Type="http://schemas.openxmlformats.org/officeDocument/2006/relationships/slideMaster" Target="../slideMasters/slideMaster140.xml"/></Relationships>
</file>

<file path=ppt/slideLayouts/_rels/slideLayout1176.xml.rels><?xml version="1.0" encoding="UTF-8" standalone="yes"?>
<Relationships xmlns="http://schemas.openxmlformats.org/package/2006/relationships"><Relationship Id="rId1" Type="http://schemas.openxmlformats.org/officeDocument/2006/relationships/slideMaster" Target="../slideMasters/slideMaster140.xml"/></Relationships>
</file>

<file path=ppt/slideLayouts/_rels/slideLayout1177.xml.rels><?xml version="1.0" encoding="UTF-8" standalone="yes"?>
<Relationships xmlns="http://schemas.openxmlformats.org/package/2006/relationships"><Relationship Id="rId1" Type="http://schemas.openxmlformats.org/officeDocument/2006/relationships/slideMaster" Target="../slideMasters/slideMaster140.xml"/></Relationships>
</file>

<file path=ppt/slideLayouts/_rels/slideLayout1178.xml.rels><?xml version="1.0" encoding="UTF-8" standalone="yes"?>
<Relationships xmlns="http://schemas.openxmlformats.org/package/2006/relationships"><Relationship Id="rId1" Type="http://schemas.openxmlformats.org/officeDocument/2006/relationships/slideMaster" Target="../slideMasters/slideMaster140.xml"/></Relationships>
</file>

<file path=ppt/slideLayouts/_rels/slideLayout117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1.xml"/></Relationships>
</file>

<file path=ppt/slideLayouts/_rels/slideLayout118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1.xml"/></Relationships>
</file>

<file path=ppt/slideLayouts/_rels/slideLayout1181.xml.rels><?xml version="1.0" encoding="UTF-8" standalone="yes"?>
<Relationships xmlns="http://schemas.openxmlformats.org/package/2006/relationships"><Relationship Id="rId1" Type="http://schemas.openxmlformats.org/officeDocument/2006/relationships/slideMaster" Target="../slideMasters/slideMaster141.xml"/></Relationships>
</file>

<file path=ppt/slideLayouts/_rels/slideLayout118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1.xml"/></Relationships>
</file>

<file path=ppt/slideLayouts/_rels/slideLayout1183.xml.rels><?xml version="1.0" encoding="UTF-8" standalone="yes"?>
<Relationships xmlns="http://schemas.openxmlformats.org/package/2006/relationships"><Relationship Id="rId1" Type="http://schemas.openxmlformats.org/officeDocument/2006/relationships/slideMaster" Target="../slideMasters/slideMaster141.xml"/></Relationships>
</file>

<file path=ppt/slideLayouts/_rels/slideLayout1184.xml.rels><?xml version="1.0" encoding="UTF-8" standalone="yes"?>
<Relationships xmlns="http://schemas.openxmlformats.org/package/2006/relationships"><Relationship Id="rId1" Type="http://schemas.openxmlformats.org/officeDocument/2006/relationships/slideMaster" Target="../slideMasters/slideMaster141.xml"/></Relationships>
</file>

<file path=ppt/slideLayouts/_rels/slideLayout1185.xml.rels><?xml version="1.0" encoding="UTF-8" standalone="yes"?>
<Relationships xmlns="http://schemas.openxmlformats.org/package/2006/relationships"><Relationship Id="rId1" Type="http://schemas.openxmlformats.org/officeDocument/2006/relationships/slideMaster" Target="../slideMasters/slideMaster141.xml"/></Relationships>
</file>

<file path=ppt/slideLayouts/_rels/slideLayout1186.xml.rels><?xml version="1.0" encoding="UTF-8" standalone="yes"?>
<Relationships xmlns="http://schemas.openxmlformats.org/package/2006/relationships"><Relationship Id="rId1" Type="http://schemas.openxmlformats.org/officeDocument/2006/relationships/slideMaster" Target="../slideMasters/slideMaster141.xml"/></Relationships>
</file>

<file path=ppt/slideLayouts/_rels/slideLayout1187.xml.rels><?xml version="1.0" encoding="UTF-8" standalone="yes"?>
<Relationships xmlns="http://schemas.openxmlformats.org/package/2006/relationships"><Relationship Id="rId1" Type="http://schemas.openxmlformats.org/officeDocument/2006/relationships/slideMaster" Target="../slideMasters/slideMaster141.xml"/></Relationships>
</file>

<file path=ppt/slideLayouts/_rels/slideLayout118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2.xml"/></Relationships>
</file>

<file path=ppt/slideLayouts/_rels/slideLayout118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2.xml"/></Relationships>
</file>

<file path=ppt/slideLayouts/_rels/slideLayout1190.xml.rels><?xml version="1.0" encoding="UTF-8" standalone="yes"?>
<Relationships xmlns="http://schemas.openxmlformats.org/package/2006/relationships"><Relationship Id="rId1" Type="http://schemas.openxmlformats.org/officeDocument/2006/relationships/slideMaster" Target="../slideMasters/slideMaster142.xml"/></Relationships>
</file>

<file path=ppt/slideLayouts/_rels/slideLayout119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2.xml"/></Relationships>
</file>

<file path=ppt/slideLayouts/_rels/slideLayout1192.xml.rels><?xml version="1.0" encoding="UTF-8" standalone="yes"?>
<Relationships xmlns="http://schemas.openxmlformats.org/package/2006/relationships"><Relationship Id="rId1" Type="http://schemas.openxmlformats.org/officeDocument/2006/relationships/slideMaster" Target="../slideMasters/slideMaster142.xml"/></Relationships>
</file>

<file path=ppt/slideLayouts/_rels/slideLayout1193.xml.rels><?xml version="1.0" encoding="UTF-8" standalone="yes"?>
<Relationships xmlns="http://schemas.openxmlformats.org/package/2006/relationships"><Relationship Id="rId1" Type="http://schemas.openxmlformats.org/officeDocument/2006/relationships/slideMaster" Target="../slideMasters/slideMaster142.xml"/></Relationships>
</file>

<file path=ppt/slideLayouts/_rels/slideLayout1194.xml.rels><?xml version="1.0" encoding="UTF-8" standalone="yes"?>
<Relationships xmlns="http://schemas.openxmlformats.org/package/2006/relationships"><Relationship Id="rId1" Type="http://schemas.openxmlformats.org/officeDocument/2006/relationships/slideMaster" Target="../slideMasters/slideMaster142.xml"/></Relationships>
</file>

<file path=ppt/slideLayouts/_rels/slideLayout1195.xml.rels><?xml version="1.0" encoding="UTF-8" standalone="yes"?>
<Relationships xmlns="http://schemas.openxmlformats.org/package/2006/relationships"><Relationship Id="rId1" Type="http://schemas.openxmlformats.org/officeDocument/2006/relationships/slideMaster" Target="../slideMasters/slideMaster142.xml"/></Relationships>
</file>

<file path=ppt/slideLayouts/_rels/slideLayout1196.xml.rels><?xml version="1.0" encoding="UTF-8" standalone="yes"?>
<Relationships xmlns="http://schemas.openxmlformats.org/package/2006/relationships"><Relationship Id="rId1" Type="http://schemas.openxmlformats.org/officeDocument/2006/relationships/slideMaster" Target="../slideMasters/slideMaster142.xml"/></Relationships>
</file>

<file path=ppt/slideLayouts/_rels/slideLayout119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3.xml"/></Relationships>
</file>

<file path=ppt/slideLayouts/_rels/slideLayout119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3.xml"/></Relationships>
</file>

<file path=ppt/slideLayouts/_rels/slideLayout1199.xml.rels><?xml version="1.0" encoding="UTF-8" standalone="yes"?>
<Relationships xmlns="http://schemas.openxmlformats.org/package/2006/relationships"><Relationship Id="rId1" Type="http://schemas.openxmlformats.org/officeDocument/2006/relationships/slideMaster" Target="../slideMasters/slideMaster143.xml"/></Relationships>
</file>

<file path=ppt/slideLayouts/_rels/slideLayout120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3.xml"/></Relationships>
</file>

<file path=ppt/slideLayouts/_rels/slideLayout1201.xml.rels><?xml version="1.0" encoding="UTF-8" standalone="yes"?>
<Relationships xmlns="http://schemas.openxmlformats.org/package/2006/relationships"><Relationship Id="rId1" Type="http://schemas.openxmlformats.org/officeDocument/2006/relationships/slideMaster" Target="../slideMasters/slideMaster143.xml"/></Relationships>
</file>

<file path=ppt/slideLayouts/_rels/slideLayout1202.xml.rels><?xml version="1.0" encoding="UTF-8" standalone="yes"?>
<Relationships xmlns="http://schemas.openxmlformats.org/package/2006/relationships"><Relationship Id="rId1" Type="http://schemas.openxmlformats.org/officeDocument/2006/relationships/slideMaster" Target="../slideMasters/slideMaster143.xml"/></Relationships>
</file>

<file path=ppt/slideLayouts/_rels/slideLayout1203.xml.rels><?xml version="1.0" encoding="UTF-8" standalone="yes"?>
<Relationships xmlns="http://schemas.openxmlformats.org/package/2006/relationships"><Relationship Id="rId1" Type="http://schemas.openxmlformats.org/officeDocument/2006/relationships/slideMaster" Target="../slideMasters/slideMaster143.xml"/></Relationships>
</file>

<file path=ppt/slideLayouts/_rels/slideLayout1204.xml.rels><?xml version="1.0" encoding="UTF-8" standalone="yes"?>
<Relationships xmlns="http://schemas.openxmlformats.org/package/2006/relationships"><Relationship Id="rId1" Type="http://schemas.openxmlformats.org/officeDocument/2006/relationships/slideMaster" Target="../slideMasters/slideMaster143.xml"/></Relationships>
</file>

<file path=ppt/slideLayouts/_rels/slideLayout1205.xml.rels><?xml version="1.0" encoding="UTF-8" standalone="yes"?>
<Relationships xmlns="http://schemas.openxmlformats.org/package/2006/relationships"><Relationship Id="rId1" Type="http://schemas.openxmlformats.org/officeDocument/2006/relationships/slideMaster" Target="../slideMasters/slideMaster143.xml"/></Relationships>
</file>

<file path=ppt/slideLayouts/_rels/slideLayout1206.xml.rels><?xml version="1.0" encoding="UTF-8" standalone="yes"?>
<Relationships xmlns="http://schemas.openxmlformats.org/package/2006/relationships"><Relationship Id="rId1" Type="http://schemas.openxmlformats.org/officeDocument/2006/relationships/slideMaster" Target="../slideMasters/slideMaster143.xml"/></Relationships>
</file>

<file path=ppt/slideLayouts/_rels/slideLayout120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4.xml"/></Relationships>
</file>

<file path=ppt/slideLayouts/_rels/slideLayout120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4.xml"/></Relationships>
</file>

<file path=ppt/slideLayouts/_rels/slideLayout1209.xml.rels><?xml version="1.0" encoding="UTF-8" standalone="yes"?>
<Relationships xmlns="http://schemas.openxmlformats.org/package/2006/relationships"><Relationship Id="rId1" Type="http://schemas.openxmlformats.org/officeDocument/2006/relationships/slideMaster" Target="../slideMasters/slideMaster144.xml"/></Relationships>
</file>

<file path=ppt/slideLayouts/_rels/slideLayout121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4.xml"/></Relationships>
</file>

<file path=ppt/slideLayouts/_rels/slideLayout1211.xml.rels><?xml version="1.0" encoding="UTF-8" standalone="yes"?>
<Relationships xmlns="http://schemas.openxmlformats.org/package/2006/relationships"><Relationship Id="rId1" Type="http://schemas.openxmlformats.org/officeDocument/2006/relationships/slideMaster" Target="../slideMasters/slideMaster144.xml"/></Relationships>
</file>

<file path=ppt/slideLayouts/_rels/slideLayout1212.xml.rels><?xml version="1.0" encoding="UTF-8" standalone="yes"?>
<Relationships xmlns="http://schemas.openxmlformats.org/package/2006/relationships"><Relationship Id="rId1" Type="http://schemas.openxmlformats.org/officeDocument/2006/relationships/slideMaster" Target="../slideMasters/slideMaster144.xml"/></Relationships>
</file>

<file path=ppt/slideLayouts/_rels/slideLayout1213.xml.rels><?xml version="1.0" encoding="UTF-8" standalone="yes"?>
<Relationships xmlns="http://schemas.openxmlformats.org/package/2006/relationships"><Relationship Id="rId1" Type="http://schemas.openxmlformats.org/officeDocument/2006/relationships/slideMaster" Target="../slideMasters/slideMaster144.xml"/></Relationships>
</file>

<file path=ppt/slideLayouts/_rels/slideLayout1214.xml.rels><?xml version="1.0" encoding="UTF-8" standalone="yes"?>
<Relationships xmlns="http://schemas.openxmlformats.org/package/2006/relationships"><Relationship Id="rId1" Type="http://schemas.openxmlformats.org/officeDocument/2006/relationships/slideMaster" Target="../slideMasters/slideMaster144.xml"/></Relationships>
</file>

<file path=ppt/slideLayouts/_rels/slideLayout1215.xml.rels><?xml version="1.0" encoding="UTF-8" standalone="yes"?>
<Relationships xmlns="http://schemas.openxmlformats.org/package/2006/relationships"><Relationship Id="rId1" Type="http://schemas.openxmlformats.org/officeDocument/2006/relationships/slideMaster" Target="../slideMasters/slideMaster144.xml"/></Relationships>
</file>

<file path=ppt/slideLayouts/_rels/slideLayout1216.xml.rels><?xml version="1.0" encoding="UTF-8" standalone="yes"?>
<Relationships xmlns="http://schemas.openxmlformats.org/package/2006/relationships"><Relationship Id="rId1" Type="http://schemas.openxmlformats.org/officeDocument/2006/relationships/slideMaster" Target="../slideMasters/slideMaster144.xml"/></Relationships>
</file>

<file path=ppt/slideLayouts/_rels/slideLayout121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5.xml"/></Relationships>
</file>

<file path=ppt/slideLayouts/_rels/slideLayout121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5.xml"/></Relationships>
</file>

<file path=ppt/slideLayouts/_rels/slideLayout1219.xml.rels><?xml version="1.0" encoding="UTF-8" standalone="yes"?>
<Relationships xmlns="http://schemas.openxmlformats.org/package/2006/relationships"><Relationship Id="rId1" Type="http://schemas.openxmlformats.org/officeDocument/2006/relationships/slideMaster" Target="../slideMasters/slideMaster145.xml"/></Relationships>
</file>

<file path=ppt/slideLayouts/_rels/slideLayout122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5.xml"/></Relationships>
</file>

<file path=ppt/slideLayouts/_rels/slideLayout1221.xml.rels><?xml version="1.0" encoding="UTF-8" standalone="yes"?>
<Relationships xmlns="http://schemas.openxmlformats.org/package/2006/relationships"><Relationship Id="rId1" Type="http://schemas.openxmlformats.org/officeDocument/2006/relationships/slideMaster" Target="../slideMasters/slideMaster145.xml"/></Relationships>
</file>

<file path=ppt/slideLayouts/_rels/slideLayout1222.xml.rels><?xml version="1.0" encoding="UTF-8" standalone="yes"?>
<Relationships xmlns="http://schemas.openxmlformats.org/package/2006/relationships"><Relationship Id="rId1" Type="http://schemas.openxmlformats.org/officeDocument/2006/relationships/slideMaster" Target="../slideMasters/slideMaster145.xml"/></Relationships>
</file>

<file path=ppt/slideLayouts/_rels/slideLayout1223.xml.rels><?xml version="1.0" encoding="UTF-8" standalone="yes"?>
<Relationships xmlns="http://schemas.openxmlformats.org/package/2006/relationships"><Relationship Id="rId1" Type="http://schemas.openxmlformats.org/officeDocument/2006/relationships/slideMaster" Target="../slideMasters/slideMaster145.xml"/></Relationships>
</file>

<file path=ppt/slideLayouts/_rels/slideLayout1224.xml.rels><?xml version="1.0" encoding="UTF-8" standalone="yes"?>
<Relationships xmlns="http://schemas.openxmlformats.org/package/2006/relationships"><Relationship Id="rId1" Type="http://schemas.openxmlformats.org/officeDocument/2006/relationships/slideMaster" Target="../slideMasters/slideMaster145.xml"/></Relationships>
</file>

<file path=ppt/slideLayouts/_rels/slideLayout1225.xml.rels><?xml version="1.0" encoding="UTF-8" standalone="yes"?>
<Relationships xmlns="http://schemas.openxmlformats.org/package/2006/relationships"><Relationship Id="rId1" Type="http://schemas.openxmlformats.org/officeDocument/2006/relationships/slideMaster" Target="../slideMasters/slideMaster145.xml"/></Relationships>
</file>

<file path=ppt/slideLayouts/_rels/slideLayout1226.xml.rels><?xml version="1.0" encoding="UTF-8" standalone="yes"?>
<Relationships xmlns="http://schemas.openxmlformats.org/package/2006/relationships"><Relationship Id="rId1" Type="http://schemas.openxmlformats.org/officeDocument/2006/relationships/slideMaster" Target="../slideMasters/slideMaster145.xml"/></Relationships>
</file>

<file path=ppt/slideLayouts/_rels/slideLayout122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6.xml"/></Relationships>
</file>

<file path=ppt/slideLayouts/_rels/slideLayout122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6.xml"/></Relationships>
</file>

<file path=ppt/slideLayouts/_rels/slideLayout1229.xml.rels><?xml version="1.0" encoding="UTF-8" standalone="yes"?>
<Relationships xmlns="http://schemas.openxmlformats.org/package/2006/relationships"><Relationship Id="rId1" Type="http://schemas.openxmlformats.org/officeDocument/2006/relationships/slideMaster" Target="../slideMasters/slideMaster146.xml"/></Relationships>
</file>

<file path=ppt/slideLayouts/_rels/slideLayout123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6.xml"/></Relationships>
</file>

<file path=ppt/slideLayouts/_rels/slideLayout1231.xml.rels><?xml version="1.0" encoding="UTF-8" standalone="yes"?>
<Relationships xmlns="http://schemas.openxmlformats.org/package/2006/relationships"><Relationship Id="rId1" Type="http://schemas.openxmlformats.org/officeDocument/2006/relationships/slideMaster" Target="../slideMasters/slideMaster146.xml"/></Relationships>
</file>

<file path=ppt/slideLayouts/_rels/slideLayout1232.xml.rels><?xml version="1.0" encoding="UTF-8" standalone="yes"?>
<Relationships xmlns="http://schemas.openxmlformats.org/package/2006/relationships"><Relationship Id="rId1" Type="http://schemas.openxmlformats.org/officeDocument/2006/relationships/slideMaster" Target="../slideMasters/slideMaster146.xml"/></Relationships>
</file>

<file path=ppt/slideLayouts/_rels/slideLayout1233.xml.rels><?xml version="1.0" encoding="UTF-8" standalone="yes"?>
<Relationships xmlns="http://schemas.openxmlformats.org/package/2006/relationships"><Relationship Id="rId1" Type="http://schemas.openxmlformats.org/officeDocument/2006/relationships/slideMaster" Target="../slideMasters/slideMaster146.xml"/></Relationships>
</file>

<file path=ppt/slideLayouts/_rels/slideLayout1234.xml.rels><?xml version="1.0" encoding="UTF-8" standalone="yes"?>
<Relationships xmlns="http://schemas.openxmlformats.org/package/2006/relationships"><Relationship Id="rId1" Type="http://schemas.openxmlformats.org/officeDocument/2006/relationships/slideMaster" Target="../slideMasters/slideMaster146.xml"/></Relationships>
</file>

<file path=ppt/slideLayouts/_rels/slideLayout1235.xml.rels><?xml version="1.0" encoding="UTF-8" standalone="yes"?>
<Relationships xmlns="http://schemas.openxmlformats.org/package/2006/relationships"><Relationship Id="rId1" Type="http://schemas.openxmlformats.org/officeDocument/2006/relationships/slideMaster" Target="../slideMasters/slideMaster146.xml"/></Relationships>
</file>

<file path=ppt/slideLayouts/_rels/slideLayout1236.xml.rels><?xml version="1.0" encoding="UTF-8" standalone="yes"?>
<Relationships xmlns="http://schemas.openxmlformats.org/package/2006/relationships"><Relationship Id="rId1" Type="http://schemas.openxmlformats.org/officeDocument/2006/relationships/slideMaster" Target="../slideMasters/slideMaster146.xml"/></Relationships>
</file>

<file path=ppt/slideLayouts/_rels/slideLayout123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7.xml"/></Relationships>
</file>

<file path=ppt/slideLayouts/_rels/slideLayout123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7.xml"/></Relationships>
</file>

<file path=ppt/slideLayouts/_rels/slideLayout1239.xml.rels><?xml version="1.0" encoding="UTF-8" standalone="yes"?>
<Relationships xmlns="http://schemas.openxmlformats.org/package/2006/relationships"><Relationship Id="rId1" Type="http://schemas.openxmlformats.org/officeDocument/2006/relationships/slideMaster" Target="../slideMasters/slideMaster147.xml"/></Relationships>
</file>

<file path=ppt/slideLayouts/_rels/slideLayout124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7.xml"/></Relationships>
</file>

<file path=ppt/slideLayouts/_rels/slideLayout1241.xml.rels><?xml version="1.0" encoding="UTF-8" standalone="yes"?>
<Relationships xmlns="http://schemas.openxmlformats.org/package/2006/relationships"><Relationship Id="rId1" Type="http://schemas.openxmlformats.org/officeDocument/2006/relationships/slideMaster" Target="../slideMasters/slideMaster147.xml"/></Relationships>
</file>

<file path=ppt/slideLayouts/_rels/slideLayout1242.xml.rels><?xml version="1.0" encoding="UTF-8" standalone="yes"?>
<Relationships xmlns="http://schemas.openxmlformats.org/package/2006/relationships"><Relationship Id="rId1" Type="http://schemas.openxmlformats.org/officeDocument/2006/relationships/slideMaster" Target="../slideMasters/slideMaster147.xml"/></Relationships>
</file>

<file path=ppt/slideLayouts/_rels/slideLayout1243.xml.rels><?xml version="1.0" encoding="UTF-8" standalone="yes"?>
<Relationships xmlns="http://schemas.openxmlformats.org/package/2006/relationships"><Relationship Id="rId1" Type="http://schemas.openxmlformats.org/officeDocument/2006/relationships/slideMaster" Target="../slideMasters/slideMaster147.xml"/></Relationships>
</file>

<file path=ppt/slideLayouts/_rels/slideLayout1244.xml.rels><?xml version="1.0" encoding="UTF-8" standalone="yes"?>
<Relationships xmlns="http://schemas.openxmlformats.org/package/2006/relationships"><Relationship Id="rId1" Type="http://schemas.openxmlformats.org/officeDocument/2006/relationships/slideMaster" Target="../slideMasters/slideMaster147.xml"/></Relationships>
</file>

<file path=ppt/slideLayouts/_rels/slideLayout1245.xml.rels><?xml version="1.0" encoding="UTF-8" standalone="yes"?>
<Relationships xmlns="http://schemas.openxmlformats.org/package/2006/relationships"><Relationship Id="rId1" Type="http://schemas.openxmlformats.org/officeDocument/2006/relationships/slideMaster" Target="../slideMasters/slideMaster147.xml"/></Relationships>
</file>

<file path=ppt/slideLayouts/_rels/slideLayout1246.xml.rels><?xml version="1.0" encoding="UTF-8" standalone="yes"?>
<Relationships xmlns="http://schemas.openxmlformats.org/package/2006/relationships"><Relationship Id="rId1" Type="http://schemas.openxmlformats.org/officeDocument/2006/relationships/slideMaster" Target="../slideMasters/slideMaster147.xml"/></Relationships>
</file>

<file path=ppt/slideLayouts/_rels/slideLayout124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8.xml"/></Relationships>
</file>

<file path=ppt/slideLayouts/_rels/slideLayout124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8.xml"/></Relationships>
</file>

<file path=ppt/slideLayouts/_rels/slideLayout1249.xml.rels><?xml version="1.0" encoding="UTF-8" standalone="yes"?>
<Relationships xmlns="http://schemas.openxmlformats.org/package/2006/relationships"><Relationship Id="rId1" Type="http://schemas.openxmlformats.org/officeDocument/2006/relationships/slideMaster" Target="../slideMasters/slideMaster148.xml"/></Relationships>
</file>

<file path=ppt/slideLayouts/_rels/slideLayout125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8.xml"/></Relationships>
</file>

<file path=ppt/slideLayouts/_rels/slideLayout1251.xml.rels><?xml version="1.0" encoding="UTF-8" standalone="yes"?>
<Relationships xmlns="http://schemas.openxmlformats.org/package/2006/relationships"><Relationship Id="rId1" Type="http://schemas.openxmlformats.org/officeDocument/2006/relationships/slideMaster" Target="../slideMasters/slideMaster148.xml"/></Relationships>
</file>

<file path=ppt/slideLayouts/_rels/slideLayout1252.xml.rels><?xml version="1.0" encoding="UTF-8" standalone="yes"?>
<Relationships xmlns="http://schemas.openxmlformats.org/package/2006/relationships"><Relationship Id="rId1" Type="http://schemas.openxmlformats.org/officeDocument/2006/relationships/slideMaster" Target="../slideMasters/slideMaster148.xml"/></Relationships>
</file>

<file path=ppt/slideLayouts/_rels/slideLayout1253.xml.rels><?xml version="1.0" encoding="UTF-8" standalone="yes"?>
<Relationships xmlns="http://schemas.openxmlformats.org/package/2006/relationships"><Relationship Id="rId1" Type="http://schemas.openxmlformats.org/officeDocument/2006/relationships/slideMaster" Target="../slideMasters/slideMaster148.xml"/></Relationships>
</file>

<file path=ppt/slideLayouts/_rels/slideLayout1254.xml.rels><?xml version="1.0" encoding="UTF-8" standalone="yes"?>
<Relationships xmlns="http://schemas.openxmlformats.org/package/2006/relationships"><Relationship Id="rId1" Type="http://schemas.openxmlformats.org/officeDocument/2006/relationships/slideMaster" Target="../slideMasters/slideMaster148.xml"/></Relationships>
</file>

<file path=ppt/slideLayouts/_rels/slideLayout1255.xml.rels><?xml version="1.0" encoding="UTF-8" standalone="yes"?>
<Relationships xmlns="http://schemas.openxmlformats.org/package/2006/relationships"><Relationship Id="rId1" Type="http://schemas.openxmlformats.org/officeDocument/2006/relationships/slideMaster" Target="../slideMasters/slideMaster148.xml"/></Relationships>
</file>

<file path=ppt/slideLayouts/_rels/slideLayout1256.xml.rels><?xml version="1.0" encoding="UTF-8" standalone="yes"?>
<Relationships xmlns="http://schemas.openxmlformats.org/package/2006/relationships"><Relationship Id="rId1" Type="http://schemas.openxmlformats.org/officeDocument/2006/relationships/slideMaster" Target="../slideMasters/slideMaster148.xml"/></Relationships>
</file>

<file path=ppt/slideLayouts/_rels/slideLayout125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9.xml"/></Relationships>
</file>

<file path=ppt/slideLayouts/_rels/slideLayout125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49.xml"/></Relationships>
</file>

<file path=ppt/slideLayouts/_rels/slideLayout1259.xml.rels><?xml version="1.0" encoding="UTF-8" standalone="yes"?>
<Relationships xmlns="http://schemas.openxmlformats.org/package/2006/relationships"><Relationship Id="rId1" Type="http://schemas.openxmlformats.org/officeDocument/2006/relationships/slideMaster" Target="../slideMasters/slideMaster149.xml"/></Relationships>
</file>

<file path=ppt/slideLayouts/_rels/slideLayout126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49.xml"/></Relationships>
</file>

<file path=ppt/slideLayouts/_rels/slideLayout1261.xml.rels><?xml version="1.0" encoding="UTF-8" standalone="yes"?>
<Relationships xmlns="http://schemas.openxmlformats.org/package/2006/relationships"><Relationship Id="rId1" Type="http://schemas.openxmlformats.org/officeDocument/2006/relationships/slideMaster" Target="../slideMasters/slideMaster149.xml"/></Relationships>
</file>

<file path=ppt/slideLayouts/_rels/slideLayout1262.xml.rels><?xml version="1.0" encoding="UTF-8" standalone="yes"?>
<Relationships xmlns="http://schemas.openxmlformats.org/package/2006/relationships"><Relationship Id="rId1" Type="http://schemas.openxmlformats.org/officeDocument/2006/relationships/slideMaster" Target="../slideMasters/slideMaster149.xml"/></Relationships>
</file>

<file path=ppt/slideLayouts/_rels/slideLayout1263.xml.rels><?xml version="1.0" encoding="UTF-8" standalone="yes"?>
<Relationships xmlns="http://schemas.openxmlformats.org/package/2006/relationships"><Relationship Id="rId1" Type="http://schemas.openxmlformats.org/officeDocument/2006/relationships/slideMaster" Target="../slideMasters/slideMaster149.xml"/></Relationships>
</file>

<file path=ppt/slideLayouts/_rels/slideLayout1264.xml.rels><?xml version="1.0" encoding="UTF-8" standalone="yes"?>
<Relationships xmlns="http://schemas.openxmlformats.org/package/2006/relationships"><Relationship Id="rId1" Type="http://schemas.openxmlformats.org/officeDocument/2006/relationships/slideMaster" Target="../slideMasters/slideMaster149.xml"/></Relationships>
</file>

<file path=ppt/slideLayouts/_rels/slideLayout1265.xml.rels><?xml version="1.0" encoding="UTF-8" standalone="yes"?>
<Relationships xmlns="http://schemas.openxmlformats.org/package/2006/relationships"><Relationship Id="rId1" Type="http://schemas.openxmlformats.org/officeDocument/2006/relationships/slideMaster" Target="../slideMasters/slideMaster149.xml"/></Relationships>
</file>

<file path=ppt/slideLayouts/_rels/slideLayout1266.xml.rels><?xml version="1.0" encoding="UTF-8" standalone="yes"?>
<Relationships xmlns="http://schemas.openxmlformats.org/package/2006/relationships"><Relationship Id="rId1" Type="http://schemas.openxmlformats.org/officeDocument/2006/relationships/slideMaster" Target="../slideMasters/slideMaster149.xml"/></Relationships>
</file>

<file path=ppt/slideLayouts/_rels/slideLayout126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0.xml"/></Relationships>
</file>

<file path=ppt/slideLayouts/_rels/slideLayout126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0.xml"/></Relationships>
</file>

<file path=ppt/slideLayouts/_rels/slideLayout1269.xml.rels><?xml version="1.0" encoding="UTF-8" standalone="yes"?>
<Relationships xmlns="http://schemas.openxmlformats.org/package/2006/relationships"><Relationship Id="rId1" Type="http://schemas.openxmlformats.org/officeDocument/2006/relationships/slideMaster" Target="../slideMasters/slideMaster150.xml"/></Relationships>
</file>

<file path=ppt/slideLayouts/_rels/slideLayout127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0.xml"/></Relationships>
</file>

<file path=ppt/slideLayouts/_rels/slideLayout1271.xml.rels><?xml version="1.0" encoding="UTF-8" standalone="yes"?>
<Relationships xmlns="http://schemas.openxmlformats.org/package/2006/relationships"><Relationship Id="rId1" Type="http://schemas.openxmlformats.org/officeDocument/2006/relationships/slideMaster" Target="../slideMasters/slideMaster150.xml"/></Relationships>
</file>

<file path=ppt/slideLayouts/_rels/slideLayout1272.xml.rels><?xml version="1.0" encoding="UTF-8" standalone="yes"?>
<Relationships xmlns="http://schemas.openxmlformats.org/package/2006/relationships"><Relationship Id="rId1" Type="http://schemas.openxmlformats.org/officeDocument/2006/relationships/slideMaster" Target="../slideMasters/slideMaster150.xml"/></Relationships>
</file>

<file path=ppt/slideLayouts/_rels/slideLayout1273.xml.rels><?xml version="1.0" encoding="UTF-8" standalone="yes"?>
<Relationships xmlns="http://schemas.openxmlformats.org/package/2006/relationships"><Relationship Id="rId1" Type="http://schemas.openxmlformats.org/officeDocument/2006/relationships/slideMaster" Target="../slideMasters/slideMaster150.xml"/></Relationships>
</file>

<file path=ppt/slideLayouts/_rels/slideLayout1274.xml.rels><?xml version="1.0" encoding="UTF-8" standalone="yes"?>
<Relationships xmlns="http://schemas.openxmlformats.org/package/2006/relationships"><Relationship Id="rId1" Type="http://schemas.openxmlformats.org/officeDocument/2006/relationships/slideMaster" Target="../slideMasters/slideMaster150.xml"/></Relationships>
</file>

<file path=ppt/slideLayouts/_rels/slideLayout1275.xml.rels><?xml version="1.0" encoding="UTF-8" standalone="yes"?>
<Relationships xmlns="http://schemas.openxmlformats.org/package/2006/relationships"><Relationship Id="rId1" Type="http://schemas.openxmlformats.org/officeDocument/2006/relationships/slideMaster" Target="../slideMasters/slideMaster150.xml"/></Relationships>
</file>

<file path=ppt/slideLayouts/_rels/slideLayout1276.xml.rels><?xml version="1.0" encoding="UTF-8" standalone="yes"?>
<Relationships xmlns="http://schemas.openxmlformats.org/package/2006/relationships"><Relationship Id="rId1" Type="http://schemas.openxmlformats.org/officeDocument/2006/relationships/slideMaster" Target="../slideMasters/slideMaster150.xml"/></Relationships>
</file>

<file path=ppt/slideLayouts/_rels/slideLayout127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1.xml"/></Relationships>
</file>

<file path=ppt/slideLayouts/_rels/slideLayout127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1.xml"/></Relationships>
</file>

<file path=ppt/slideLayouts/_rels/slideLayout1279.xml.rels><?xml version="1.0" encoding="UTF-8" standalone="yes"?>
<Relationships xmlns="http://schemas.openxmlformats.org/package/2006/relationships"><Relationship Id="rId1" Type="http://schemas.openxmlformats.org/officeDocument/2006/relationships/slideMaster" Target="../slideMasters/slideMaster151.xml"/></Relationships>
</file>

<file path=ppt/slideLayouts/_rels/slideLayout128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1.xml"/></Relationships>
</file>

<file path=ppt/slideLayouts/_rels/slideLayout1281.xml.rels><?xml version="1.0" encoding="UTF-8" standalone="yes"?>
<Relationships xmlns="http://schemas.openxmlformats.org/package/2006/relationships"><Relationship Id="rId1" Type="http://schemas.openxmlformats.org/officeDocument/2006/relationships/slideMaster" Target="../slideMasters/slideMaster151.xml"/></Relationships>
</file>

<file path=ppt/slideLayouts/_rels/slideLayout1282.xml.rels><?xml version="1.0" encoding="UTF-8" standalone="yes"?>
<Relationships xmlns="http://schemas.openxmlformats.org/package/2006/relationships"><Relationship Id="rId1" Type="http://schemas.openxmlformats.org/officeDocument/2006/relationships/slideMaster" Target="../slideMasters/slideMaster151.xml"/></Relationships>
</file>

<file path=ppt/slideLayouts/_rels/slideLayout1283.xml.rels><?xml version="1.0" encoding="UTF-8" standalone="yes"?>
<Relationships xmlns="http://schemas.openxmlformats.org/package/2006/relationships"><Relationship Id="rId1" Type="http://schemas.openxmlformats.org/officeDocument/2006/relationships/slideMaster" Target="../slideMasters/slideMaster151.xml"/></Relationships>
</file>

<file path=ppt/slideLayouts/_rels/slideLayout1284.xml.rels><?xml version="1.0" encoding="UTF-8" standalone="yes"?>
<Relationships xmlns="http://schemas.openxmlformats.org/package/2006/relationships"><Relationship Id="rId1" Type="http://schemas.openxmlformats.org/officeDocument/2006/relationships/slideMaster" Target="../slideMasters/slideMaster151.xml"/></Relationships>
</file>

<file path=ppt/slideLayouts/_rels/slideLayout1285.xml.rels><?xml version="1.0" encoding="UTF-8" standalone="yes"?>
<Relationships xmlns="http://schemas.openxmlformats.org/package/2006/relationships"><Relationship Id="rId1" Type="http://schemas.openxmlformats.org/officeDocument/2006/relationships/slideMaster" Target="../slideMasters/slideMaster151.xml"/></Relationships>
</file>

<file path=ppt/slideLayouts/_rels/slideLayout1286.xml.rels><?xml version="1.0" encoding="UTF-8" standalone="yes"?>
<Relationships xmlns="http://schemas.openxmlformats.org/package/2006/relationships"><Relationship Id="rId1" Type="http://schemas.openxmlformats.org/officeDocument/2006/relationships/slideMaster" Target="../slideMasters/slideMaster151.xml"/></Relationships>
</file>

<file path=ppt/slideLayouts/_rels/slideLayout128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2.xml"/></Relationships>
</file>

<file path=ppt/slideLayouts/_rels/slideLayout128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2.xml"/></Relationships>
</file>

<file path=ppt/slideLayouts/_rels/slideLayout1289.xml.rels><?xml version="1.0" encoding="UTF-8" standalone="yes"?>
<Relationships xmlns="http://schemas.openxmlformats.org/package/2006/relationships"><Relationship Id="rId1" Type="http://schemas.openxmlformats.org/officeDocument/2006/relationships/slideMaster" Target="../slideMasters/slideMaster152.xml"/></Relationships>
</file>

<file path=ppt/slideLayouts/_rels/slideLayout129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2.xml"/></Relationships>
</file>

<file path=ppt/slideLayouts/_rels/slideLayout1291.xml.rels><?xml version="1.0" encoding="UTF-8" standalone="yes"?>
<Relationships xmlns="http://schemas.openxmlformats.org/package/2006/relationships"><Relationship Id="rId1" Type="http://schemas.openxmlformats.org/officeDocument/2006/relationships/slideMaster" Target="../slideMasters/slideMaster152.xml"/></Relationships>
</file>

<file path=ppt/slideLayouts/_rels/slideLayout1292.xml.rels><?xml version="1.0" encoding="UTF-8" standalone="yes"?>
<Relationships xmlns="http://schemas.openxmlformats.org/package/2006/relationships"><Relationship Id="rId1" Type="http://schemas.openxmlformats.org/officeDocument/2006/relationships/slideMaster" Target="../slideMasters/slideMaster152.xml"/></Relationships>
</file>

<file path=ppt/slideLayouts/_rels/slideLayout1293.xml.rels><?xml version="1.0" encoding="UTF-8" standalone="yes"?>
<Relationships xmlns="http://schemas.openxmlformats.org/package/2006/relationships"><Relationship Id="rId1" Type="http://schemas.openxmlformats.org/officeDocument/2006/relationships/slideMaster" Target="../slideMasters/slideMaster152.xml"/></Relationships>
</file>

<file path=ppt/slideLayouts/_rels/slideLayout1294.xml.rels><?xml version="1.0" encoding="UTF-8" standalone="yes"?>
<Relationships xmlns="http://schemas.openxmlformats.org/package/2006/relationships"><Relationship Id="rId1" Type="http://schemas.openxmlformats.org/officeDocument/2006/relationships/slideMaster" Target="../slideMasters/slideMaster152.xml"/></Relationships>
</file>

<file path=ppt/slideLayouts/_rels/slideLayout1295.xml.rels><?xml version="1.0" encoding="UTF-8" standalone="yes"?>
<Relationships xmlns="http://schemas.openxmlformats.org/package/2006/relationships"><Relationship Id="rId1" Type="http://schemas.openxmlformats.org/officeDocument/2006/relationships/slideMaster" Target="../slideMasters/slideMaster152.xml"/></Relationships>
</file>

<file path=ppt/slideLayouts/_rels/slideLayout129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3.xml"/></Relationships>
</file>

<file path=ppt/slideLayouts/_rels/slideLayout129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3.xml"/></Relationships>
</file>

<file path=ppt/slideLayouts/_rels/slideLayout1298.xml.rels><?xml version="1.0" encoding="UTF-8" standalone="yes"?>
<Relationships xmlns="http://schemas.openxmlformats.org/package/2006/relationships"><Relationship Id="rId1" Type="http://schemas.openxmlformats.org/officeDocument/2006/relationships/slideMaster" Target="../slideMasters/slideMaster153.xml"/></Relationships>
</file>

<file path=ppt/slideLayouts/_rels/slideLayout129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3.xml"/></Relationships>
</file>

<file path=ppt/slideLayouts/_rels/slideLayout1300.xml.rels><?xml version="1.0" encoding="UTF-8" standalone="yes"?>
<Relationships xmlns="http://schemas.openxmlformats.org/package/2006/relationships"><Relationship Id="rId1" Type="http://schemas.openxmlformats.org/officeDocument/2006/relationships/slideMaster" Target="../slideMasters/slideMaster153.xml"/></Relationships>
</file>

<file path=ppt/slideLayouts/_rels/slideLayout1301.xml.rels><?xml version="1.0" encoding="UTF-8" standalone="yes"?>
<Relationships xmlns="http://schemas.openxmlformats.org/package/2006/relationships"><Relationship Id="rId1" Type="http://schemas.openxmlformats.org/officeDocument/2006/relationships/slideMaster" Target="../slideMasters/slideMaster153.xml"/></Relationships>
</file>

<file path=ppt/slideLayouts/_rels/slideLayout1302.xml.rels><?xml version="1.0" encoding="UTF-8" standalone="yes"?>
<Relationships xmlns="http://schemas.openxmlformats.org/package/2006/relationships"><Relationship Id="rId1" Type="http://schemas.openxmlformats.org/officeDocument/2006/relationships/slideMaster" Target="../slideMasters/slideMaster153.xml"/></Relationships>
</file>

<file path=ppt/slideLayouts/_rels/slideLayout1303.xml.rels><?xml version="1.0" encoding="UTF-8" standalone="yes"?>
<Relationships xmlns="http://schemas.openxmlformats.org/package/2006/relationships"><Relationship Id="rId1" Type="http://schemas.openxmlformats.org/officeDocument/2006/relationships/slideMaster" Target="../slideMasters/slideMaster153.xml"/></Relationships>
</file>

<file path=ppt/slideLayouts/_rels/slideLayout1304.xml.rels><?xml version="1.0" encoding="UTF-8" standalone="yes"?>
<Relationships xmlns="http://schemas.openxmlformats.org/package/2006/relationships"><Relationship Id="rId1" Type="http://schemas.openxmlformats.org/officeDocument/2006/relationships/slideMaster" Target="../slideMasters/slideMaster153.xml"/></Relationships>
</file>

<file path=ppt/slideLayouts/_rels/slideLayout1305.xml.rels><?xml version="1.0" encoding="UTF-8" standalone="yes"?>
<Relationships xmlns="http://schemas.openxmlformats.org/package/2006/relationships"><Relationship Id="rId1" Type="http://schemas.openxmlformats.org/officeDocument/2006/relationships/slideMaster" Target="../slideMasters/slideMaster153.xml"/></Relationships>
</file>

<file path=ppt/slideLayouts/_rels/slideLayout130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4.xml"/></Relationships>
</file>

<file path=ppt/slideLayouts/_rels/slideLayout130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4.xml"/></Relationships>
</file>

<file path=ppt/slideLayouts/_rels/slideLayout1308.xml.rels><?xml version="1.0" encoding="UTF-8" standalone="yes"?>
<Relationships xmlns="http://schemas.openxmlformats.org/package/2006/relationships"><Relationship Id="rId1" Type="http://schemas.openxmlformats.org/officeDocument/2006/relationships/slideMaster" Target="../slideMasters/slideMaster154.xml"/></Relationships>
</file>

<file path=ppt/slideLayouts/_rels/slideLayout130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4.xml"/></Relationships>
</file>

<file path=ppt/slideLayouts/_rels/slideLayout1310.xml.rels><?xml version="1.0" encoding="UTF-8" standalone="yes"?>
<Relationships xmlns="http://schemas.openxmlformats.org/package/2006/relationships"><Relationship Id="rId1" Type="http://schemas.openxmlformats.org/officeDocument/2006/relationships/slideMaster" Target="../slideMasters/slideMaster154.xml"/></Relationships>
</file>

<file path=ppt/slideLayouts/_rels/slideLayout1311.xml.rels><?xml version="1.0" encoding="UTF-8" standalone="yes"?>
<Relationships xmlns="http://schemas.openxmlformats.org/package/2006/relationships"><Relationship Id="rId1" Type="http://schemas.openxmlformats.org/officeDocument/2006/relationships/slideMaster" Target="../slideMasters/slideMaster154.xml"/></Relationships>
</file>

<file path=ppt/slideLayouts/_rels/slideLayout1312.xml.rels><?xml version="1.0" encoding="UTF-8" standalone="yes"?>
<Relationships xmlns="http://schemas.openxmlformats.org/package/2006/relationships"><Relationship Id="rId1" Type="http://schemas.openxmlformats.org/officeDocument/2006/relationships/slideMaster" Target="../slideMasters/slideMaster154.xml"/></Relationships>
</file>

<file path=ppt/slideLayouts/_rels/slideLayout1313.xml.rels><?xml version="1.0" encoding="UTF-8" standalone="yes"?>
<Relationships xmlns="http://schemas.openxmlformats.org/package/2006/relationships"><Relationship Id="rId1" Type="http://schemas.openxmlformats.org/officeDocument/2006/relationships/slideMaster" Target="../slideMasters/slideMaster154.xml"/></Relationships>
</file>

<file path=ppt/slideLayouts/_rels/slideLayout1314.xml.rels><?xml version="1.0" encoding="UTF-8" standalone="yes"?>
<Relationships xmlns="http://schemas.openxmlformats.org/package/2006/relationships"><Relationship Id="rId1" Type="http://schemas.openxmlformats.org/officeDocument/2006/relationships/slideMaster" Target="../slideMasters/slideMaster154.xml"/></Relationships>
</file>

<file path=ppt/slideLayouts/_rels/slideLayout131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5.xml"/></Relationships>
</file>

<file path=ppt/slideLayouts/_rels/slideLayout131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5.xml"/></Relationships>
</file>

<file path=ppt/slideLayouts/_rels/slideLayout1317.xml.rels><?xml version="1.0" encoding="UTF-8" standalone="yes"?>
<Relationships xmlns="http://schemas.openxmlformats.org/package/2006/relationships"><Relationship Id="rId1" Type="http://schemas.openxmlformats.org/officeDocument/2006/relationships/slideMaster" Target="../slideMasters/slideMaster155.xml"/></Relationships>
</file>

<file path=ppt/slideLayouts/_rels/slideLayout131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5.xml"/></Relationships>
</file>

<file path=ppt/slideLayouts/_rels/slideLayout1319.xml.rels><?xml version="1.0" encoding="UTF-8" standalone="yes"?>
<Relationships xmlns="http://schemas.openxmlformats.org/package/2006/relationships"><Relationship Id="rId1" Type="http://schemas.openxmlformats.org/officeDocument/2006/relationships/slideMaster" Target="../slideMasters/slideMaster155.xml"/></Relationships>
</file>

<file path=ppt/slideLayouts/_rels/slideLayout1320.xml.rels><?xml version="1.0" encoding="UTF-8" standalone="yes"?>
<Relationships xmlns="http://schemas.openxmlformats.org/package/2006/relationships"><Relationship Id="rId1" Type="http://schemas.openxmlformats.org/officeDocument/2006/relationships/slideMaster" Target="../slideMasters/slideMaster155.xml"/></Relationships>
</file>

<file path=ppt/slideLayouts/_rels/slideLayout1321.xml.rels><?xml version="1.0" encoding="UTF-8" standalone="yes"?>
<Relationships xmlns="http://schemas.openxmlformats.org/package/2006/relationships"><Relationship Id="rId1" Type="http://schemas.openxmlformats.org/officeDocument/2006/relationships/slideMaster" Target="../slideMasters/slideMaster155.xml"/></Relationships>
</file>

<file path=ppt/slideLayouts/_rels/slideLayout1322.xml.rels><?xml version="1.0" encoding="UTF-8" standalone="yes"?>
<Relationships xmlns="http://schemas.openxmlformats.org/package/2006/relationships"><Relationship Id="rId1" Type="http://schemas.openxmlformats.org/officeDocument/2006/relationships/slideMaster" Target="../slideMasters/slideMaster155.xml"/></Relationships>
</file>

<file path=ppt/slideLayouts/_rels/slideLayout1323.xml.rels><?xml version="1.0" encoding="UTF-8" standalone="yes"?>
<Relationships xmlns="http://schemas.openxmlformats.org/package/2006/relationships"><Relationship Id="rId1" Type="http://schemas.openxmlformats.org/officeDocument/2006/relationships/slideMaster" Target="../slideMasters/slideMaster155.xml"/></Relationships>
</file>

<file path=ppt/slideLayouts/_rels/slideLayout1324.xml.rels><?xml version="1.0" encoding="UTF-8" standalone="yes"?>
<Relationships xmlns="http://schemas.openxmlformats.org/package/2006/relationships"><Relationship Id="rId1" Type="http://schemas.openxmlformats.org/officeDocument/2006/relationships/slideMaster" Target="../slideMasters/slideMaster155.xml"/></Relationships>
</file>

<file path=ppt/slideLayouts/_rels/slideLayout13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6.xml"/></Relationships>
</file>

<file path=ppt/slideLayouts/_rels/slideLayout13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6.xml"/></Relationships>
</file>

<file path=ppt/slideLayouts/_rels/slideLayout1327.xml.rels><?xml version="1.0" encoding="UTF-8" standalone="yes"?>
<Relationships xmlns="http://schemas.openxmlformats.org/package/2006/relationships"><Relationship Id="rId1" Type="http://schemas.openxmlformats.org/officeDocument/2006/relationships/slideMaster" Target="../slideMasters/slideMaster156.xml"/></Relationships>
</file>

<file path=ppt/slideLayouts/_rels/slideLayout132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6.xml"/></Relationships>
</file>

<file path=ppt/slideLayouts/_rels/slideLayout1329.xml.rels><?xml version="1.0" encoding="UTF-8" standalone="yes"?>
<Relationships xmlns="http://schemas.openxmlformats.org/package/2006/relationships"><Relationship Id="rId1" Type="http://schemas.openxmlformats.org/officeDocument/2006/relationships/slideMaster" Target="../slideMasters/slideMaster156.xml"/></Relationships>
</file>

<file path=ppt/slideLayouts/_rels/slideLayout1330.xml.rels><?xml version="1.0" encoding="UTF-8" standalone="yes"?>
<Relationships xmlns="http://schemas.openxmlformats.org/package/2006/relationships"><Relationship Id="rId1" Type="http://schemas.openxmlformats.org/officeDocument/2006/relationships/slideMaster" Target="../slideMasters/slideMaster156.xml"/></Relationships>
</file>

<file path=ppt/slideLayouts/_rels/slideLayout1331.xml.rels><?xml version="1.0" encoding="UTF-8" standalone="yes"?>
<Relationships xmlns="http://schemas.openxmlformats.org/package/2006/relationships"><Relationship Id="rId1" Type="http://schemas.openxmlformats.org/officeDocument/2006/relationships/slideMaster" Target="../slideMasters/slideMaster156.xml"/></Relationships>
</file>

<file path=ppt/slideLayouts/_rels/slideLayout1332.xml.rels><?xml version="1.0" encoding="UTF-8" standalone="yes"?>
<Relationships xmlns="http://schemas.openxmlformats.org/package/2006/relationships"><Relationship Id="rId1" Type="http://schemas.openxmlformats.org/officeDocument/2006/relationships/slideMaster" Target="../slideMasters/slideMaster156.xml"/></Relationships>
</file>

<file path=ppt/slideLayouts/_rels/slideLayout1333.xml.rels><?xml version="1.0" encoding="UTF-8" standalone="yes"?>
<Relationships xmlns="http://schemas.openxmlformats.org/package/2006/relationships"><Relationship Id="rId1" Type="http://schemas.openxmlformats.org/officeDocument/2006/relationships/slideMaster" Target="../slideMasters/slideMaster156.xml"/></Relationships>
</file>

<file path=ppt/slideLayouts/_rels/slideLayout133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7.xml"/></Relationships>
</file>

<file path=ppt/slideLayouts/_rels/slideLayout133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7.xml"/></Relationships>
</file>

<file path=ppt/slideLayouts/_rels/slideLayout1336.xml.rels><?xml version="1.0" encoding="UTF-8" standalone="yes"?>
<Relationships xmlns="http://schemas.openxmlformats.org/package/2006/relationships"><Relationship Id="rId1" Type="http://schemas.openxmlformats.org/officeDocument/2006/relationships/slideMaster" Target="../slideMasters/slideMaster157.xml"/></Relationships>
</file>

<file path=ppt/slideLayouts/_rels/slideLayout133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7.xml"/></Relationships>
</file>

<file path=ppt/slideLayouts/_rels/slideLayout1338.xml.rels><?xml version="1.0" encoding="UTF-8" standalone="yes"?>
<Relationships xmlns="http://schemas.openxmlformats.org/package/2006/relationships"><Relationship Id="rId1" Type="http://schemas.openxmlformats.org/officeDocument/2006/relationships/slideMaster" Target="../slideMasters/slideMaster157.xml"/></Relationships>
</file>

<file path=ppt/slideLayouts/_rels/slideLayout1339.xml.rels><?xml version="1.0" encoding="UTF-8" standalone="yes"?>
<Relationships xmlns="http://schemas.openxmlformats.org/package/2006/relationships"><Relationship Id="rId1" Type="http://schemas.openxmlformats.org/officeDocument/2006/relationships/slideMaster" Target="../slideMasters/slideMaster157.xml"/></Relationships>
</file>

<file path=ppt/slideLayouts/_rels/slideLayout1340.xml.rels><?xml version="1.0" encoding="UTF-8" standalone="yes"?>
<Relationships xmlns="http://schemas.openxmlformats.org/package/2006/relationships"><Relationship Id="rId1" Type="http://schemas.openxmlformats.org/officeDocument/2006/relationships/slideMaster" Target="../slideMasters/slideMaster157.xml"/></Relationships>
</file>

<file path=ppt/slideLayouts/_rels/slideLayout1341.xml.rels><?xml version="1.0" encoding="UTF-8" standalone="yes"?>
<Relationships xmlns="http://schemas.openxmlformats.org/package/2006/relationships"><Relationship Id="rId1" Type="http://schemas.openxmlformats.org/officeDocument/2006/relationships/slideMaster" Target="../slideMasters/slideMaster157.xml"/></Relationships>
</file>

<file path=ppt/slideLayouts/_rels/slideLayout1342.xml.rels><?xml version="1.0" encoding="UTF-8" standalone="yes"?>
<Relationships xmlns="http://schemas.openxmlformats.org/package/2006/relationships"><Relationship Id="rId1" Type="http://schemas.openxmlformats.org/officeDocument/2006/relationships/slideMaster" Target="../slideMasters/slideMaster157.xml"/></Relationships>
</file>

<file path=ppt/slideLayouts/_rels/slideLayout134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8.xml"/></Relationships>
</file>

<file path=ppt/slideLayouts/_rels/slideLayout134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8.xml"/></Relationships>
</file>

<file path=ppt/slideLayouts/_rels/slideLayout1345.xml.rels><?xml version="1.0" encoding="UTF-8" standalone="yes"?>
<Relationships xmlns="http://schemas.openxmlformats.org/package/2006/relationships"><Relationship Id="rId1" Type="http://schemas.openxmlformats.org/officeDocument/2006/relationships/slideMaster" Target="../slideMasters/slideMaster158.xml"/></Relationships>
</file>

<file path=ppt/slideLayouts/_rels/slideLayout134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8.xml"/></Relationships>
</file>

<file path=ppt/slideLayouts/_rels/slideLayout1347.xml.rels><?xml version="1.0" encoding="UTF-8" standalone="yes"?>
<Relationships xmlns="http://schemas.openxmlformats.org/package/2006/relationships"><Relationship Id="rId1" Type="http://schemas.openxmlformats.org/officeDocument/2006/relationships/slideMaster" Target="../slideMasters/slideMaster158.xml"/></Relationships>
</file>

<file path=ppt/slideLayouts/_rels/slideLayout1348.xml.rels><?xml version="1.0" encoding="UTF-8" standalone="yes"?>
<Relationships xmlns="http://schemas.openxmlformats.org/package/2006/relationships"><Relationship Id="rId1" Type="http://schemas.openxmlformats.org/officeDocument/2006/relationships/slideMaster" Target="../slideMasters/slideMaster158.xml"/></Relationships>
</file>

<file path=ppt/slideLayouts/_rels/slideLayout1349.xml.rels><?xml version="1.0" encoding="UTF-8" standalone="yes"?>
<Relationships xmlns="http://schemas.openxmlformats.org/package/2006/relationships"><Relationship Id="rId1" Type="http://schemas.openxmlformats.org/officeDocument/2006/relationships/slideMaster" Target="../slideMasters/slideMaster158.xml"/></Relationships>
</file>

<file path=ppt/slideLayouts/_rels/slideLayout1350.xml.rels><?xml version="1.0" encoding="UTF-8" standalone="yes"?>
<Relationships xmlns="http://schemas.openxmlformats.org/package/2006/relationships"><Relationship Id="rId1" Type="http://schemas.openxmlformats.org/officeDocument/2006/relationships/slideMaster" Target="../slideMasters/slideMaster158.xml"/></Relationships>
</file>

<file path=ppt/slideLayouts/_rels/slideLayout1351.xml.rels><?xml version="1.0" encoding="UTF-8" standalone="yes"?>
<Relationships xmlns="http://schemas.openxmlformats.org/package/2006/relationships"><Relationship Id="rId1" Type="http://schemas.openxmlformats.org/officeDocument/2006/relationships/slideMaster" Target="../slideMasters/slideMaster158.xml"/></Relationships>
</file>

<file path=ppt/slideLayouts/_rels/slideLayout135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9.xml"/></Relationships>
</file>

<file path=ppt/slideLayouts/_rels/slideLayout135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59.xml"/></Relationships>
</file>

<file path=ppt/slideLayouts/_rels/slideLayout1354.xml.rels><?xml version="1.0" encoding="UTF-8" standalone="yes"?>
<Relationships xmlns="http://schemas.openxmlformats.org/package/2006/relationships"><Relationship Id="rId1" Type="http://schemas.openxmlformats.org/officeDocument/2006/relationships/slideMaster" Target="../slideMasters/slideMaster159.xml"/></Relationships>
</file>

<file path=ppt/slideLayouts/_rels/slideLayout135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59.xml"/></Relationships>
</file>

<file path=ppt/slideLayouts/_rels/slideLayout1356.xml.rels><?xml version="1.0" encoding="UTF-8" standalone="yes"?>
<Relationships xmlns="http://schemas.openxmlformats.org/package/2006/relationships"><Relationship Id="rId1" Type="http://schemas.openxmlformats.org/officeDocument/2006/relationships/slideMaster" Target="../slideMasters/slideMaster159.xml"/></Relationships>
</file>

<file path=ppt/slideLayouts/_rels/slideLayout1357.xml.rels><?xml version="1.0" encoding="UTF-8" standalone="yes"?>
<Relationships xmlns="http://schemas.openxmlformats.org/package/2006/relationships"><Relationship Id="rId1" Type="http://schemas.openxmlformats.org/officeDocument/2006/relationships/slideMaster" Target="../slideMasters/slideMaster159.xml"/></Relationships>
</file>

<file path=ppt/slideLayouts/_rels/slideLayout1358.xml.rels><?xml version="1.0" encoding="UTF-8" standalone="yes"?>
<Relationships xmlns="http://schemas.openxmlformats.org/package/2006/relationships"><Relationship Id="rId1" Type="http://schemas.openxmlformats.org/officeDocument/2006/relationships/slideMaster" Target="../slideMasters/slideMaster159.xml"/></Relationships>
</file>

<file path=ppt/slideLayouts/_rels/slideLayout1359.xml.rels><?xml version="1.0" encoding="UTF-8" standalone="yes"?>
<Relationships xmlns="http://schemas.openxmlformats.org/package/2006/relationships"><Relationship Id="rId1" Type="http://schemas.openxmlformats.org/officeDocument/2006/relationships/slideMaster" Target="../slideMasters/slideMaster159.xml"/></Relationships>
</file>

<file path=ppt/slideLayouts/_rels/slideLayout1360.xml.rels><?xml version="1.0" encoding="UTF-8" standalone="yes"?>
<Relationships xmlns="http://schemas.openxmlformats.org/package/2006/relationships"><Relationship Id="rId1" Type="http://schemas.openxmlformats.org/officeDocument/2006/relationships/slideMaster" Target="../slideMasters/slideMaster159.xml"/></Relationships>
</file>

<file path=ppt/slideLayouts/_rels/slideLayout136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0.xml"/></Relationships>
</file>

<file path=ppt/slideLayouts/_rels/slideLayout136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0.xml"/></Relationships>
</file>

<file path=ppt/slideLayouts/_rels/slideLayout1363.xml.rels><?xml version="1.0" encoding="UTF-8" standalone="yes"?>
<Relationships xmlns="http://schemas.openxmlformats.org/package/2006/relationships"><Relationship Id="rId1" Type="http://schemas.openxmlformats.org/officeDocument/2006/relationships/slideMaster" Target="../slideMasters/slideMaster160.xml"/></Relationships>
</file>

<file path=ppt/slideLayouts/_rels/slideLayout136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0.xml"/></Relationships>
</file>

<file path=ppt/slideLayouts/_rels/slideLayout1365.xml.rels><?xml version="1.0" encoding="UTF-8" standalone="yes"?>
<Relationships xmlns="http://schemas.openxmlformats.org/package/2006/relationships"><Relationship Id="rId1" Type="http://schemas.openxmlformats.org/officeDocument/2006/relationships/slideMaster" Target="../slideMasters/slideMaster160.xml"/></Relationships>
</file>

<file path=ppt/slideLayouts/_rels/slideLayout1366.xml.rels><?xml version="1.0" encoding="UTF-8" standalone="yes"?>
<Relationships xmlns="http://schemas.openxmlformats.org/package/2006/relationships"><Relationship Id="rId1" Type="http://schemas.openxmlformats.org/officeDocument/2006/relationships/slideMaster" Target="../slideMasters/slideMaster160.xml"/></Relationships>
</file>

<file path=ppt/slideLayouts/_rels/slideLayout1367.xml.rels><?xml version="1.0" encoding="UTF-8" standalone="yes"?>
<Relationships xmlns="http://schemas.openxmlformats.org/package/2006/relationships"><Relationship Id="rId1" Type="http://schemas.openxmlformats.org/officeDocument/2006/relationships/slideMaster" Target="../slideMasters/slideMaster160.xml"/></Relationships>
</file>

<file path=ppt/slideLayouts/_rels/slideLayout1368.xml.rels><?xml version="1.0" encoding="UTF-8" standalone="yes"?>
<Relationships xmlns="http://schemas.openxmlformats.org/package/2006/relationships"><Relationship Id="rId1" Type="http://schemas.openxmlformats.org/officeDocument/2006/relationships/slideMaster" Target="../slideMasters/slideMaster160.xml"/></Relationships>
</file>

<file path=ppt/slideLayouts/_rels/slideLayout1369.xml.rels><?xml version="1.0" encoding="UTF-8" standalone="yes"?>
<Relationships xmlns="http://schemas.openxmlformats.org/package/2006/relationships"><Relationship Id="rId1" Type="http://schemas.openxmlformats.org/officeDocument/2006/relationships/slideMaster" Target="../slideMasters/slideMaster160.xml"/></Relationships>
</file>

<file path=ppt/slideLayouts/_rels/slideLayout137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1.xml"/></Relationships>
</file>

<file path=ppt/slideLayouts/_rels/slideLayout137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1.xml"/></Relationships>
</file>

<file path=ppt/slideLayouts/_rels/slideLayout1372.xml.rels><?xml version="1.0" encoding="UTF-8" standalone="yes"?>
<Relationships xmlns="http://schemas.openxmlformats.org/package/2006/relationships"><Relationship Id="rId1" Type="http://schemas.openxmlformats.org/officeDocument/2006/relationships/slideMaster" Target="../slideMasters/slideMaster161.xml"/></Relationships>
</file>

<file path=ppt/slideLayouts/_rels/slideLayout137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1.xml"/></Relationships>
</file>

<file path=ppt/slideLayouts/_rels/slideLayout1374.xml.rels><?xml version="1.0" encoding="UTF-8" standalone="yes"?>
<Relationships xmlns="http://schemas.openxmlformats.org/package/2006/relationships"><Relationship Id="rId1" Type="http://schemas.openxmlformats.org/officeDocument/2006/relationships/slideMaster" Target="../slideMasters/slideMaster161.xml"/></Relationships>
</file>

<file path=ppt/slideLayouts/_rels/slideLayout1375.xml.rels><?xml version="1.0" encoding="UTF-8" standalone="yes"?>
<Relationships xmlns="http://schemas.openxmlformats.org/package/2006/relationships"><Relationship Id="rId1" Type="http://schemas.openxmlformats.org/officeDocument/2006/relationships/slideMaster" Target="../slideMasters/slideMaster161.xml"/></Relationships>
</file>

<file path=ppt/slideLayouts/_rels/slideLayout1376.xml.rels><?xml version="1.0" encoding="UTF-8" standalone="yes"?>
<Relationships xmlns="http://schemas.openxmlformats.org/package/2006/relationships"><Relationship Id="rId1" Type="http://schemas.openxmlformats.org/officeDocument/2006/relationships/slideMaster" Target="../slideMasters/slideMaster161.xml"/></Relationships>
</file>

<file path=ppt/slideLayouts/_rels/slideLayout1377.xml.rels><?xml version="1.0" encoding="UTF-8" standalone="yes"?>
<Relationships xmlns="http://schemas.openxmlformats.org/package/2006/relationships"><Relationship Id="rId1" Type="http://schemas.openxmlformats.org/officeDocument/2006/relationships/slideMaster" Target="../slideMasters/slideMaster161.xml"/></Relationships>
</file>

<file path=ppt/slideLayouts/_rels/slideLayout1378.xml.rels><?xml version="1.0" encoding="UTF-8" standalone="yes"?>
<Relationships xmlns="http://schemas.openxmlformats.org/package/2006/relationships"><Relationship Id="rId1" Type="http://schemas.openxmlformats.org/officeDocument/2006/relationships/slideMaster" Target="../slideMasters/slideMaster161.xml"/></Relationships>
</file>

<file path=ppt/slideLayouts/_rels/slideLayout137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2.xml"/></Relationships>
</file>

<file path=ppt/slideLayouts/_rels/slideLayout138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2.xml"/></Relationships>
</file>

<file path=ppt/slideLayouts/_rels/slideLayout1381.xml.rels><?xml version="1.0" encoding="UTF-8" standalone="yes"?>
<Relationships xmlns="http://schemas.openxmlformats.org/package/2006/relationships"><Relationship Id="rId1" Type="http://schemas.openxmlformats.org/officeDocument/2006/relationships/slideMaster" Target="../slideMasters/slideMaster162.xml"/></Relationships>
</file>

<file path=ppt/slideLayouts/_rels/slideLayout138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2.xml"/></Relationships>
</file>

<file path=ppt/slideLayouts/_rels/slideLayout1383.xml.rels><?xml version="1.0" encoding="UTF-8" standalone="yes"?>
<Relationships xmlns="http://schemas.openxmlformats.org/package/2006/relationships"><Relationship Id="rId1" Type="http://schemas.openxmlformats.org/officeDocument/2006/relationships/slideMaster" Target="../slideMasters/slideMaster162.xml"/></Relationships>
</file>

<file path=ppt/slideLayouts/_rels/slideLayout1384.xml.rels><?xml version="1.0" encoding="UTF-8" standalone="yes"?>
<Relationships xmlns="http://schemas.openxmlformats.org/package/2006/relationships"><Relationship Id="rId1" Type="http://schemas.openxmlformats.org/officeDocument/2006/relationships/slideMaster" Target="../slideMasters/slideMaster162.xml"/></Relationships>
</file>

<file path=ppt/slideLayouts/_rels/slideLayout1385.xml.rels><?xml version="1.0" encoding="UTF-8" standalone="yes"?>
<Relationships xmlns="http://schemas.openxmlformats.org/package/2006/relationships"><Relationship Id="rId1" Type="http://schemas.openxmlformats.org/officeDocument/2006/relationships/slideMaster" Target="../slideMasters/slideMaster162.xml"/></Relationships>
</file>

<file path=ppt/slideLayouts/_rels/slideLayout1386.xml.rels><?xml version="1.0" encoding="UTF-8" standalone="yes"?>
<Relationships xmlns="http://schemas.openxmlformats.org/package/2006/relationships"><Relationship Id="rId1" Type="http://schemas.openxmlformats.org/officeDocument/2006/relationships/slideMaster" Target="../slideMasters/slideMaster162.xml"/></Relationships>
</file>

<file path=ppt/slideLayouts/_rels/slideLayout1387.xml.rels><?xml version="1.0" encoding="UTF-8" standalone="yes"?>
<Relationships xmlns="http://schemas.openxmlformats.org/package/2006/relationships"><Relationship Id="rId1" Type="http://schemas.openxmlformats.org/officeDocument/2006/relationships/slideMaster" Target="../slideMasters/slideMaster162.xml"/></Relationships>
</file>

<file path=ppt/slideLayouts/_rels/slideLayout138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3.xml"/></Relationships>
</file>

<file path=ppt/slideLayouts/_rels/slideLayout138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3.xml"/></Relationships>
</file>

<file path=ppt/slideLayouts/_rels/slideLayout1390.xml.rels><?xml version="1.0" encoding="UTF-8" standalone="yes"?>
<Relationships xmlns="http://schemas.openxmlformats.org/package/2006/relationships"><Relationship Id="rId1" Type="http://schemas.openxmlformats.org/officeDocument/2006/relationships/slideMaster" Target="../slideMasters/slideMaster163.xml"/></Relationships>
</file>

<file path=ppt/slideLayouts/_rels/slideLayout1391.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3.xml"/></Relationships>
</file>

<file path=ppt/slideLayouts/_rels/slideLayout1392.xml.rels><?xml version="1.0" encoding="UTF-8" standalone="yes"?>
<Relationships xmlns="http://schemas.openxmlformats.org/package/2006/relationships"><Relationship Id="rId1" Type="http://schemas.openxmlformats.org/officeDocument/2006/relationships/slideMaster" Target="../slideMasters/slideMaster163.xml"/></Relationships>
</file>

<file path=ppt/slideLayouts/_rels/slideLayout1393.xml.rels><?xml version="1.0" encoding="UTF-8" standalone="yes"?>
<Relationships xmlns="http://schemas.openxmlformats.org/package/2006/relationships"><Relationship Id="rId1" Type="http://schemas.openxmlformats.org/officeDocument/2006/relationships/slideMaster" Target="../slideMasters/slideMaster163.xml"/></Relationships>
</file>

<file path=ppt/slideLayouts/_rels/slideLayout1394.xml.rels><?xml version="1.0" encoding="UTF-8" standalone="yes"?>
<Relationships xmlns="http://schemas.openxmlformats.org/package/2006/relationships"><Relationship Id="rId1" Type="http://schemas.openxmlformats.org/officeDocument/2006/relationships/slideMaster" Target="../slideMasters/slideMaster163.xml"/></Relationships>
</file>

<file path=ppt/slideLayouts/_rels/slideLayout1395.xml.rels><?xml version="1.0" encoding="UTF-8" standalone="yes"?>
<Relationships xmlns="http://schemas.openxmlformats.org/package/2006/relationships"><Relationship Id="rId1" Type="http://schemas.openxmlformats.org/officeDocument/2006/relationships/slideMaster" Target="../slideMasters/slideMaster163.xml"/></Relationships>
</file>

<file path=ppt/slideLayouts/_rels/slideLayout1396.xml.rels><?xml version="1.0" encoding="UTF-8" standalone="yes"?>
<Relationships xmlns="http://schemas.openxmlformats.org/package/2006/relationships"><Relationship Id="rId1" Type="http://schemas.openxmlformats.org/officeDocument/2006/relationships/slideMaster" Target="../slideMasters/slideMaster163.xml"/></Relationships>
</file>

<file path=ppt/slideLayouts/_rels/slideLayout139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4.xml"/></Relationships>
</file>

<file path=ppt/slideLayouts/_rels/slideLayout139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4.xml"/></Relationships>
</file>

<file path=ppt/slideLayouts/_rels/slideLayout1399.xml.rels><?xml version="1.0" encoding="UTF-8" standalone="yes"?>
<Relationships xmlns="http://schemas.openxmlformats.org/package/2006/relationships"><Relationship Id="rId1" Type="http://schemas.openxmlformats.org/officeDocument/2006/relationships/slideMaster" Target="../slideMasters/slideMaster164.xml"/></Relationships>
</file>

<file path=ppt/slideLayouts/_rels/slideLayout140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4.xml"/></Relationships>
</file>

<file path=ppt/slideLayouts/_rels/slideLayout1401.xml.rels><?xml version="1.0" encoding="UTF-8" standalone="yes"?>
<Relationships xmlns="http://schemas.openxmlformats.org/package/2006/relationships"><Relationship Id="rId1" Type="http://schemas.openxmlformats.org/officeDocument/2006/relationships/slideMaster" Target="../slideMasters/slideMaster164.xml"/></Relationships>
</file>

<file path=ppt/slideLayouts/_rels/slideLayout1402.xml.rels><?xml version="1.0" encoding="UTF-8" standalone="yes"?>
<Relationships xmlns="http://schemas.openxmlformats.org/package/2006/relationships"><Relationship Id="rId1" Type="http://schemas.openxmlformats.org/officeDocument/2006/relationships/slideMaster" Target="../slideMasters/slideMaster164.xml"/></Relationships>
</file>

<file path=ppt/slideLayouts/_rels/slideLayout1403.xml.rels><?xml version="1.0" encoding="UTF-8" standalone="yes"?>
<Relationships xmlns="http://schemas.openxmlformats.org/package/2006/relationships"><Relationship Id="rId1" Type="http://schemas.openxmlformats.org/officeDocument/2006/relationships/slideMaster" Target="../slideMasters/slideMaster164.xml"/></Relationships>
</file>

<file path=ppt/slideLayouts/_rels/slideLayout1404.xml.rels><?xml version="1.0" encoding="UTF-8" standalone="yes"?>
<Relationships xmlns="http://schemas.openxmlformats.org/package/2006/relationships"><Relationship Id="rId1" Type="http://schemas.openxmlformats.org/officeDocument/2006/relationships/slideMaster" Target="../slideMasters/slideMaster164.xml"/></Relationships>
</file>

<file path=ppt/slideLayouts/_rels/slideLayout1405.xml.rels><?xml version="1.0" encoding="UTF-8" standalone="yes"?>
<Relationships xmlns="http://schemas.openxmlformats.org/package/2006/relationships"><Relationship Id="rId1" Type="http://schemas.openxmlformats.org/officeDocument/2006/relationships/slideMaster" Target="../slideMasters/slideMaster164.xml"/></Relationships>
</file>

<file path=ppt/slideLayouts/_rels/slideLayout1406.xml.rels><?xml version="1.0" encoding="UTF-8" standalone="yes"?>
<Relationships xmlns="http://schemas.openxmlformats.org/package/2006/relationships"><Relationship Id="rId1" Type="http://schemas.openxmlformats.org/officeDocument/2006/relationships/slideMaster" Target="../slideMasters/slideMaster164.xml"/></Relationships>
</file>

<file path=ppt/slideLayouts/_rels/slideLayout140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5.xml"/></Relationships>
</file>

<file path=ppt/slideLayouts/_rels/slideLayout1408.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5.xml"/></Relationships>
</file>

<file path=ppt/slideLayouts/_rels/slideLayout1409.xml.rels><?xml version="1.0" encoding="UTF-8" standalone="yes"?>
<Relationships xmlns="http://schemas.openxmlformats.org/package/2006/relationships"><Relationship Id="rId1" Type="http://schemas.openxmlformats.org/officeDocument/2006/relationships/slideMaster" Target="../slideMasters/slideMaster165.xml"/></Relationships>
</file>

<file path=ppt/slideLayouts/_rels/slideLayout1410.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5.xml"/></Relationships>
</file>

<file path=ppt/slideLayouts/_rels/slideLayout1411.xml.rels><?xml version="1.0" encoding="UTF-8" standalone="yes"?>
<Relationships xmlns="http://schemas.openxmlformats.org/package/2006/relationships"><Relationship Id="rId1" Type="http://schemas.openxmlformats.org/officeDocument/2006/relationships/slideMaster" Target="../slideMasters/slideMaster165.xml"/></Relationships>
</file>

<file path=ppt/slideLayouts/_rels/slideLayout1412.xml.rels><?xml version="1.0" encoding="UTF-8" standalone="yes"?>
<Relationships xmlns="http://schemas.openxmlformats.org/package/2006/relationships"><Relationship Id="rId1" Type="http://schemas.openxmlformats.org/officeDocument/2006/relationships/slideMaster" Target="../slideMasters/slideMaster165.xml"/></Relationships>
</file>

<file path=ppt/slideLayouts/_rels/slideLayout1413.xml.rels><?xml version="1.0" encoding="UTF-8" standalone="yes"?>
<Relationships xmlns="http://schemas.openxmlformats.org/package/2006/relationships"><Relationship Id="rId1" Type="http://schemas.openxmlformats.org/officeDocument/2006/relationships/slideMaster" Target="../slideMasters/slideMaster165.xml"/></Relationships>
</file>

<file path=ppt/slideLayouts/_rels/slideLayout1414.xml.rels><?xml version="1.0" encoding="UTF-8" standalone="yes"?>
<Relationships xmlns="http://schemas.openxmlformats.org/package/2006/relationships"><Relationship Id="rId1" Type="http://schemas.openxmlformats.org/officeDocument/2006/relationships/slideMaster" Target="../slideMasters/slideMaster165.xml"/></Relationships>
</file>

<file path=ppt/slideLayouts/_rels/slideLayout1415.xml.rels><?xml version="1.0" encoding="UTF-8" standalone="yes"?>
<Relationships xmlns="http://schemas.openxmlformats.org/package/2006/relationships"><Relationship Id="rId1" Type="http://schemas.openxmlformats.org/officeDocument/2006/relationships/slideMaster" Target="../slideMasters/slideMaster165.xml"/></Relationships>
</file>

<file path=ppt/slideLayouts/_rels/slideLayout141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6.xml"/></Relationships>
</file>

<file path=ppt/slideLayouts/_rels/slideLayout1417.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6.xml"/></Relationships>
</file>

<file path=ppt/slideLayouts/_rels/slideLayout1418.xml.rels><?xml version="1.0" encoding="UTF-8" standalone="yes"?>
<Relationships xmlns="http://schemas.openxmlformats.org/package/2006/relationships"><Relationship Id="rId1" Type="http://schemas.openxmlformats.org/officeDocument/2006/relationships/slideMaster" Target="../slideMasters/slideMaster166.xml"/></Relationships>
</file>

<file path=ppt/slideLayouts/_rels/slideLayout1419.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6.xml"/></Relationships>
</file>

<file path=ppt/slideLayouts/_rels/slideLayout1420.xml.rels><?xml version="1.0" encoding="UTF-8" standalone="yes"?>
<Relationships xmlns="http://schemas.openxmlformats.org/package/2006/relationships"><Relationship Id="rId1" Type="http://schemas.openxmlformats.org/officeDocument/2006/relationships/slideMaster" Target="../slideMasters/slideMaster166.xml"/></Relationships>
</file>

<file path=ppt/slideLayouts/_rels/slideLayout1421.xml.rels><?xml version="1.0" encoding="UTF-8" standalone="yes"?>
<Relationships xmlns="http://schemas.openxmlformats.org/package/2006/relationships"><Relationship Id="rId1" Type="http://schemas.openxmlformats.org/officeDocument/2006/relationships/slideMaster" Target="../slideMasters/slideMaster166.xml"/></Relationships>
</file>

<file path=ppt/slideLayouts/_rels/slideLayout1422.xml.rels><?xml version="1.0" encoding="UTF-8" standalone="yes"?>
<Relationships xmlns="http://schemas.openxmlformats.org/package/2006/relationships"><Relationship Id="rId1" Type="http://schemas.openxmlformats.org/officeDocument/2006/relationships/slideMaster" Target="../slideMasters/slideMaster166.xml"/></Relationships>
</file>

<file path=ppt/slideLayouts/_rels/slideLayout1423.xml.rels><?xml version="1.0" encoding="UTF-8" standalone="yes"?>
<Relationships xmlns="http://schemas.openxmlformats.org/package/2006/relationships"><Relationship Id="rId1" Type="http://schemas.openxmlformats.org/officeDocument/2006/relationships/slideMaster" Target="../slideMasters/slideMaster166.xml"/></Relationships>
</file>

<file path=ppt/slideLayouts/_rels/slideLayout1424.xml.rels><?xml version="1.0" encoding="UTF-8" standalone="yes"?>
<Relationships xmlns="http://schemas.openxmlformats.org/package/2006/relationships"><Relationship Id="rId1" Type="http://schemas.openxmlformats.org/officeDocument/2006/relationships/slideMaster" Target="../slideMasters/slideMaster166.xml"/></Relationships>
</file>

<file path=ppt/slideLayouts/_rels/slideLayout142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7.xml"/></Relationships>
</file>

<file path=ppt/slideLayouts/_rels/slideLayout1426.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7.xml"/></Relationships>
</file>

<file path=ppt/slideLayouts/_rels/slideLayout1427.xml.rels><?xml version="1.0" encoding="UTF-8" standalone="yes"?>
<Relationships xmlns="http://schemas.openxmlformats.org/package/2006/relationships"><Relationship Id="rId1" Type="http://schemas.openxmlformats.org/officeDocument/2006/relationships/slideMaster" Target="../slideMasters/slideMaster167.xml"/></Relationships>
</file>

<file path=ppt/slideLayouts/_rels/slideLayout1428.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7.xml"/></Relationships>
</file>

<file path=ppt/slideLayouts/_rels/slideLayout1429.xml.rels><?xml version="1.0" encoding="UTF-8" standalone="yes"?>
<Relationships xmlns="http://schemas.openxmlformats.org/package/2006/relationships"><Relationship Id="rId1" Type="http://schemas.openxmlformats.org/officeDocument/2006/relationships/slideMaster" Target="../slideMasters/slideMaster167.xml"/></Relationships>
</file>

<file path=ppt/slideLayouts/_rels/slideLayout1430.xml.rels><?xml version="1.0" encoding="UTF-8" standalone="yes"?>
<Relationships xmlns="http://schemas.openxmlformats.org/package/2006/relationships"><Relationship Id="rId1" Type="http://schemas.openxmlformats.org/officeDocument/2006/relationships/slideMaster" Target="../slideMasters/slideMaster167.xml"/></Relationships>
</file>

<file path=ppt/slideLayouts/_rels/slideLayout1431.xml.rels><?xml version="1.0" encoding="UTF-8" standalone="yes"?>
<Relationships xmlns="http://schemas.openxmlformats.org/package/2006/relationships"><Relationship Id="rId1" Type="http://schemas.openxmlformats.org/officeDocument/2006/relationships/slideMaster" Target="../slideMasters/slideMaster167.xml"/></Relationships>
</file>

<file path=ppt/slideLayouts/_rels/slideLayout1432.xml.rels><?xml version="1.0" encoding="UTF-8" standalone="yes"?>
<Relationships xmlns="http://schemas.openxmlformats.org/package/2006/relationships"><Relationship Id="rId1" Type="http://schemas.openxmlformats.org/officeDocument/2006/relationships/slideMaster" Target="../slideMasters/slideMaster167.xml"/></Relationships>
</file>

<file path=ppt/slideLayouts/_rels/slideLayout1433.xml.rels><?xml version="1.0" encoding="UTF-8" standalone="yes"?>
<Relationships xmlns="http://schemas.openxmlformats.org/package/2006/relationships"><Relationship Id="rId1" Type="http://schemas.openxmlformats.org/officeDocument/2006/relationships/slideMaster" Target="../slideMasters/slideMaster167.xml"/></Relationships>
</file>

<file path=ppt/slideLayouts/_rels/slideLayout143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8.xml"/></Relationships>
</file>

<file path=ppt/slideLayouts/_rels/slideLayout1435.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8.xml"/></Relationships>
</file>

<file path=ppt/slideLayouts/_rels/slideLayout1436.xml.rels><?xml version="1.0" encoding="UTF-8" standalone="yes"?>
<Relationships xmlns="http://schemas.openxmlformats.org/package/2006/relationships"><Relationship Id="rId1" Type="http://schemas.openxmlformats.org/officeDocument/2006/relationships/slideMaster" Target="../slideMasters/slideMaster168.xml"/></Relationships>
</file>

<file path=ppt/slideLayouts/_rels/slideLayout1437.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8.xml"/></Relationships>
</file>

<file path=ppt/slideLayouts/_rels/slideLayout1438.xml.rels><?xml version="1.0" encoding="UTF-8" standalone="yes"?>
<Relationships xmlns="http://schemas.openxmlformats.org/package/2006/relationships"><Relationship Id="rId1" Type="http://schemas.openxmlformats.org/officeDocument/2006/relationships/slideMaster" Target="../slideMasters/slideMaster168.xml"/></Relationships>
</file>

<file path=ppt/slideLayouts/_rels/slideLayout1439.xml.rels><?xml version="1.0" encoding="UTF-8" standalone="yes"?>
<Relationships xmlns="http://schemas.openxmlformats.org/package/2006/relationships"><Relationship Id="rId1" Type="http://schemas.openxmlformats.org/officeDocument/2006/relationships/slideMaster" Target="../slideMasters/slideMaster168.xml"/></Relationships>
</file>

<file path=ppt/slideLayouts/_rels/slideLayout1440.xml.rels><?xml version="1.0" encoding="UTF-8" standalone="yes"?>
<Relationships xmlns="http://schemas.openxmlformats.org/package/2006/relationships"><Relationship Id="rId1" Type="http://schemas.openxmlformats.org/officeDocument/2006/relationships/slideMaster" Target="../slideMasters/slideMaster168.xml"/></Relationships>
</file>

<file path=ppt/slideLayouts/_rels/slideLayout1441.xml.rels><?xml version="1.0" encoding="UTF-8" standalone="yes"?>
<Relationships xmlns="http://schemas.openxmlformats.org/package/2006/relationships"><Relationship Id="rId1" Type="http://schemas.openxmlformats.org/officeDocument/2006/relationships/slideMaster" Target="../slideMasters/slideMaster168.xml"/></Relationships>
</file>

<file path=ppt/slideLayouts/_rels/slideLayout1442.xml.rels><?xml version="1.0" encoding="UTF-8" standalone="yes"?>
<Relationships xmlns="http://schemas.openxmlformats.org/package/2006/relationships"><Relationship Id="rId1" Type="http://schemas.openxmlformats.org/officeDocument/2006/relationships/slideMaster" Target="../slideMasters/slideMaster168.xml"/></Relationships>
</file>

<file path=ppt/slideLayouts/_rels/slideLayout144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9.xml"/></Relationships>
</file>

<file path=ppt/slideLayouts/_rels/slideLayout1444.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69.xml"/></Relationships>
</file>

<file path=ppt/slideLayouts/_rels/slideLayout1445.xml.rels><?xml version="1.0" encoding="UTF-8" standalone="yes"?>
<Relationships xmlns="http://schemas.openxmlformats.org/package/2006/relationships"><Relationship Id="rId1" Type="http://schemas.openxmlformats.org/officeDocument/2006/relationships/slideMaster" Target="../slideMasters/slideMaster169.xml"/></Relationships>
</file>

<file path=ppt/slideLayouts/_rels/slideLayout1446.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69.xml"/></Relationships>
</file>

<file path=ppt/slideLayouts/_rels/slideLayout1447.xml.rels><?xml version="1.0" encoding="UTF-8" standalone="yes"?>
<Relationships xmlns="http://schemas.openxmlformats.org/package/2006/relationships"><Relationship Id="rId1" Type="http://schemas.openxmlformats.org/officeDocument/2006/relationships/slideMaster" Target="../slideMasters/slideMaster169.xml"/></Relationships>
</file>

<file path=ppt/slideLayouts/_rels/slideLayout1448.xml.rels><?xml version="1.0" encoding="UTF-8" standalone="yes"?>
<Relationships xmlns="http://schemas.openxmlformats.org/package/2006/relationships"><Relationship Id="rId1" Type="http://schemas.openxmlformats.org/officeDocument/2006/relationships/slideMaster" Target="../slideMasters/slideMaster169.xml"/></Relationships>
</file>

<file path=ppt/slideLayouts/_rels/slideLayout1449.xml.rels><?xml version="1.0" encoding="UTF-8" standalone="yes"?>
<Relationships xmlns="http://schemas.openxmlformats.org/package/2006/relationships"><Relationship Id="rId1" Type="http://schemas.openxmlformats.org/officeDocument/2006/relationships/slideMaster" Target="../slideMasters/slideMaster169.xml"/></Relationships>
</file>

<file path=ppt/slideLayouts/_rels/slideLayout1450.xml.rels><?xml version="1.0" encoding="UTF-8" standalone="yes"?>
<Relationships xmlns="http://schemas.openxmlformats.org/package/2006/relationships"><Relationship Id="rId1" Type="http://schemas.openxmlformats.org/officeDocument/2006/relationships/slideMaster" Target="../slideMasters/slideMaster169.xml"/></Relationships>
</file>

<file path=ppt/slideLayouts/_rels/slideLayout1451.xml.rels><?xml version="1.0" encoding="UTF-8" standalone="yes"?>
<Relationships xmlns="http://schemas.openxmlformats.org/package/2006/relationships"><Relationship Id="rId1" Type="http://schemas.openxmlformats.org/officeDocument/2006/relationships/slideMaster" Target="../slideMasters/slideMaster169.xml"/></Relationships>
</file>

<file path=ppt/slideLayouts/_rels/slideLayout145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0.xml"/></Relationships>
</file>

<file path=ppt/slideLayouts/_rels/slideLayout1453.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0.xml"/></Relationships>
</file>

<file path=ppt/slideLayouts/_rels/slideLayout1454.xml.rels><?xml version="1.0" encoding="UTF-8" standalone="yes"?>
<Relationships xmlns="http://schemas.openxmlformats.org/package/2006/relationships"><Relationship Id="rId1" Type="http://schemas.openxmlformats.org/officeDocument/2006/relationships/slideMaster" Target="../slideMasters/slideMaster170.xml"/></Relationships>
</file>

<file path=ppt/slideLayouts/_rels/slideLayout1455.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70.xml"/></Relationships>
</file>

<file path=ppt/slideLayouts/_rels/slideLayout1456.xml.rels><?xml version="1.0" encoding="UTF-8" standalone="yes"?>
<Relationships xmlns="http://schemas.openxmlformats.org/package/2006/relationships"><Relationship Id="rId1" Type="http://schemas.openxmlformats.org/officeDocument/2006/relationships/slideMaster" Target="../slideMasters/slideMaster170.xml"/></Relationships>
</file>

<file path=ppt/slideLayouts/_rels/slideLayout1457.xml.rels><?xml version="1.0" encoding="UTF-8" standalone="yes"?>
<Relationships xmlns="http://schemas.openxmlformats.org/package/2006/relationships"><Relationship Id="rId1" Type="http://schemas.openxmlformats.org/officeDocument/2006/relationships/slideMaster" Target="../slideMasters/slideMaster170.xml"/></Relationships>
</file>

<file path=ppt/slideLayouts/_rels/slideLayout1458.xml.rels><?xml version="1.0" encoding="UTF-8" standalone="yes"?>
<Relationships xmlns="http://schemas.openxmlformats.org/package/2006/relationships"><Relationship Id="rId1" Type="http://schemas.openxmlformats.org/officeDocument/2006/relationships/slideMaster" Target="../slideMasters/slideMaster170.xml"/></Relationships>
</file>

<file path=ppt/slideLayouts/_rels/slideLayout1459.xml.rels><?xml version="1.0" encoding="UTF-8" standalone="yes"?>
<Relationships xmlns="http://schemas.openxmlformats.org/package/2006/relationships"><Relationship Id="rId1" Type="http://schemas.openxmlformats.org/officeDocument/2006/relationships/slideMaster" Target="../slideMasters/slideMaster170.xml"/></Relationships>
</file>

<file path=ppt/slideLayouts/_rels/slideLayout1460.xml.rels><?xml version="1.0" encoding="UTF-8" standalone="yes"?>
<Relationships xmlns="http://schemas.openxmlformats.org/package/2006/relationships"><Relationship Id="rId1" Type="http://schemas.openxmlformats.org/officeDocument/2006/relationships/slideMaster" Target="../slideMasters/slideMaster170.xml"/></Relationships>
</file>

<file path=ppt/slideLayouts/_rels/slideLayout146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1.xml"/></Relationships>
</file>

<file path=ppt/slideLayouts/_rels/slideLayout1462.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1.xml"/></Relationships>
</file>

<file path=ppt/slideLayouts/_rels/slideLayout1463.xml.rels><?xml version="1.0" encoding="UTF-8" standalone="yes"?>
<Relationships xmlns="http://schemas.openxmlformats.org/package/2006/relationships"><Relationship Id="rId1" Type="http://schemas.openxmlformats.org/officeDocument/2006/relationships/slideMaster" Target="../slideMasters/slideMaster171.xml"/></Relationships>
</file>

<file path=ppt/slideLayouts/_rels/slideLayout1464.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71.xml"/></Relationships>
</file>

<file path=ppt/slideLayouts/_rels/slideLayout1465.xml.rels><?xml version="1.0" encoding="UTF-8" standalone="yes"?>
<Relationships xmlns="http://schemas.openxmlformats.org/package/2006/relationships"><Relationship Id="rId1" Type="http://schemas.openxmlformats.org/officeDocument/2006/relationships/slideMaster" Target="../slideMasters/slideMaster171.xml"/></Relationships>
</file>

<file path=ppt/slideLayouts/_rels/slideLayout1466.xml.rels><?xml version="1.0" encoding="UTF-8" standalone="yes"?>
<Relationships xmlns="http://schemas.openxmlformats.org/package/2006/relationships"><Relationship Id="rId1" Type="http://schemas.openxmlformats.org/officeDocument/2006/relationships/slideMaster" Target="../slideMasters/slideMaster171.xml"/></Relationships>
</file>

<file path=ppt/slideLayouts/_rels/slideLayout1467.xml.rels><?xml version="1.0" encoding="UTF-8" standalone="yes"?>
<Relationships xmlns="http://schemas.openxmlformats.org/package/2006/relationships"><Relationship Id="rId1" Type="http://schemas.openxmlformats.org/officeDocument/2006/relationships/slideMaster" Target="../slideMasters/slideMaster171.xml"/></Relationships>
</file>

<file path=ppt/slideLayouts/_rels/slideLayout1468.xml.rels><?xml version="1.0" encoding="UTF-8" standalone="yes"?>
<Relationships xmlns="http://schemas.openxmlformats.org/package/2006/relationships"><Relationship Id="rId1" Type="http://schemas.openxmlformats.org/officeDocument/2006/relationships/slideMaster" Target="../slideMasters/slideMaster171.xml"/></Relationships>
</file>

<file path=ppt/slideLayouts/_rels/slideLayout1469.xml.rels><?xml version="1.0" encoding="UTF-8" standalone="yes"?>
<Relationships xmlns="http://schemas.openxmlformats.org/package/2006/relationships"><Relationship Id="rId1" Type="http://schemas.openxmlformats.org/officeDocument/2006/relationships/slideMaster" Target="../slideMasters/slideMaster171.xml"/></Relationships>
</file>

<file path=ppt/slideLayouts/_rels/slideLayout147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2.xml"/></Relationships>
</file>

<file path=ppt/slideLayouts/_rels/slideLayout1471.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2.xml"/></Relationships>
</file>

<file path=ppt/slideLayouts/_rels/slideLayout1472.xml.rels><?xml version="1.0" encoding="UTF-8" standalone="yes"?>
<Relationships xmlns="http://schemas.openxmlformats.org/package/2006/relationships"><Relationship Id="rId1" Type="http://schemas.openxmlformats.org/officeDocument/2006/relationships/slideMaster" Target="../slideMasters/slideMaster172.xml"/></Relationships>
</file>

<file path=ppt/slideLayouts/_rels/slideLayout1473.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72.xml"/></Relationships>
</file>

<file path=ppt/slideLayouts/_rels/slideLayout1474.xml.rels><?xml version="1.0" encoding="UTF-8" standalone="yes"?>
<Relationships xmlns="http://schemas.openxmlformats.org/package/2006/relationships"><Relationship Id="rId1" Type="http://schemas.openxmlformats.org/officeDocument/2006/relationships/slideMaster" Target="../slideMasters/slideMaster172.xml"/></Relationships>
</file>

<file path=ppt/slideLayouts/_rels/slideLayout1475.xml.rels><?xml version="1.0" encoding="UTF-8" standalone="yes"?>
<Relationships xmlns="http://schemas.openxmlformats.org/package/2006/relationships"><Relationship Id="rId1" Type="http://schemas.openxmlformats.org/officeDocument/2006/relationships/slideMaster" Target="../slideMasters/slideMaster172.xml"/></Relationships>
</file>

<file path=ppt/slideLayouts/_rels/slideLayout1476.xml.rels><?xml version="1.0" encoding="UTF-8" standalone="yes"?>
<Relationships xmlns="http://schemas.openxmlformats.org/package/2006/relationships"><Relationship Id="rId1" Type="http://schemas.openxmlformats.org/officeDocument/2006/relationships/slideMaster" Target="../slideMasters/slideMaster172.xml"/></Relationships>
</file>

<file path=ppt/slideLayouts/_rels/slideLayout1477.xml.rels><?xml version="1.0" encoding="UTF-8" standalone="yes"?>
<Relationships xmlns="http://schemas.openxmlformats.org/package/2006/relationships"><Relationship Id="rId1" Type="http://schemas.openxmlformats.org/officeDocument/2006/relationships/slideMaster" Target="../slideMasters/slideMaster172.xml"/></Relationships>
</file>

<file path=ppt/slideLayouts/_rels/slideLayout1478.xml.rels><?xml version="1.0" encoding="UTF-8" standalone="yes"?>
<Relationships xmlns="http://schemas.openxmlformats.org/package/2006/relationships"><Relationship Id="rId1" Type="http://schemas.openxmlformats.org/officeDocument/2006/relationships/slideMaster" Target="../slideMasters/slideMaster172.xml"/></Relationships>
</file>

<file path=ppt/slideLayouts/_rels/slideLayout1479.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3.xml"/></Relationships>
</file>

<file path=ppt/slideLayouts/_rels/slideLayout1480.xml.rels><?xml version="1.0" encoding="UTF-8" standalone="yes"?>
<Relationships xmlns="http://schemas.openxmlformats.org/package/2006/relationships"><Relationship Id="rId2" Type="http://schemas.openxmlformats.org/officeDocument/2006/relationships/image" Target="../media/image12.GIF"/><Relationship Id="rId1" Type="http://schemas.openxmlformats.org/officeDocument/2006/relationships/slideMaster" Target="../slideMasters/slideMaster173.xml"/></Relationships>
</file>

<file path=ppt/slideLayouts/_rels/slideLayout1481.xml.rels><?xml version="1.0" encoding="UTF-8" standalone="yes"?>
<Relationships xmlns="http://schemas.openxmlformats.org/package/2006/relationships"><Relationship Id="rId1" Type="http://schemas.openxmlformats.org/officeDocument/2006/relationships/slideMaster" Target="../slideMasters/slideMaster173.xml"/></Relationships>
</file>

<file path=ppt/slideLayouts/_rels/slideLayout1482.xml.rels><?xml version="1.0" encoding="UTF-8" standalone="yes"?>
<Relationships xmlns="http://schemas.openxmlformats.org/package/2006/relationships"><Relationship Id="rId4" Type="http://schemas.openxmlformats.org/officeDocument/2006/relationships/image" Target="../media/image15.GIF"/><Relationship Id="rId3" Type="http://schemas.openxmlformats.org/officeDocument/2006/relationships/image" Target="../media/image14.GIF"/><Relationship Id="rId2" Type="http://schemas.openxmlformats.org/officeDocument/2006/relationships/image" Target="../media/image13.GIF"/><Relationship Id="rId1" Type="http://schemas.openxmlformats.org/officeDocument/2006/relationships/slideMaster" Target="../slideMasters/slideMaster173.xml"/></Relationships>
</file>

<file path=ppt/slideLayouts/_rels/slideLayout1483.xml.rels><?xml version="1.0" encoding="UTF-8" standalone="yes"?>
<Relationships xmlns="http://schemas.openxmlformats.org/package/2006/relationships"><Relationship Id="rId1" Type="http://schemas.openxmlformats.org/officeDocument/2006/relationships/slideMaster" Target="../slideMasters/slideMaster173.xml"/></Relationships>
</file>

<file path=ppt/slideLayouts/_rels/slideLayout1484.xml.rels><?xml version="1.0" encoding="UTF-8" standalone="yes"?>
<Relationships xmlns="http://schemas.openxmlformats.org/package/2006/relationships"><Relationship Id="rId1" Type="http://schemas.openxmlformats.org/officeDocument/2006/relationships/slideMaster" Target="../slideMasters/slideMaster173.xml"/></Relationships>
</file>

<file path=ppt/slideLayouts/_rels/slideLayout1485.xml.rels><?xml version="1.0" encoding="UTF-8" standalone="yes"?>
<Relationships xmlns="http://schemas.openxmlformats.org/package/2006/relationships"><Relationship Id="rId1" Type="http://schemas.openxmlformats.org/officeDocument/2006/relationships/slideMaster" Target="../slideMasters/slideMaster173.xml"/></Relationships>
</file>

<file path=ppt/slideLayouts/_rels/slideLayout1486.xml.rels><?xml version="1.0" encoding="UTF-8" standalone="yes"?>
<Relationships xmlns="http://schemas.openxmlformats.org/package/2006/relationships"><Relationship Id="rId1" Type="http://schemas.openxmlformats.org/officeDocument/2006/relationships/slideMaster" Target="../slideMasters/slideMaster173.xml"/></Relationships>
</file>

<file path=ppt/slideLayouts/_rels/slideLayout1487.xml.rels><?xml version="1.0" encoding="UTF-8" standalone="yes"?>
<Relationships xmlns="http://schemas.openxmlformats.org/package/2006/relationships"><Relationship Id="rId1" Type="http://schemas.openxmlformats.org/officeDocument/2006/relationships/slideMaster" Target="../slideMasters/slideMaster173.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灯片编号占位符 5"/>
          <p:cNvSpPr>
            <a:spLocks noGrp="1"/>
          </p:cNvSpPr>
          <p:nvPr>
            <p:ph type="sldNum" sz="quarter" idx="10"/>
          </p:nvPr>
        </p:nvSpPr>
        <p:spPr/>
        <p:txBody>
          <a:bodyPr/>
          <a:lstStyle>
            <a:lvl1pPr eaLnBrk="0" hangingPunct="0">
              <a:defRPr>
                <a:latin typeface="Calibri" panose="020F0502020204030204" pitchFamily="34" charset="0"/>
                <a:ea typeface="宋体" panose="02010600030101010101" pitchFamily="2" charset="-122"/>
              </a:defRPr>
            </a:lvl1pPr>
          </a:lstStyle>
          <a:p>
            <a:pPr marL="0" marR="0" lvl="0" indent="0" algn="l" defTabSz="914400" rtl="0" eaLnBrk="0" fontAlgn="auto" latinLnBrk="0" hangingPunct="0">
              <a:lnSpc>
                <a:spcPct val="100000"/>
              </a:lnSpc>
              <a:spcBef>
                <a:spcPts val="0"/>
              </a:spcBef>
              <a:spcAft>
                <a:spcPts val="0"/>
              </a:spcAft>
              <a:buClrTx/>
              <a:buSzTx/>
              <a:buFontTx/>
              <a:buNone/>
              <a:defRPr/>
            </a:pPr>
            <a:fld id="{0329D92E-C150-4C87-AE78-7079AFA707B8}" type="slidenum">
              <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rPr>
            </a:fld>
            <a:endParaRPr kumimoji="0" lang="zh-CN" altLang="en-US" sz="1800" b="0" i="0" u="none" strike="noStrike" kern="1200" cap="none" spc="0" normalizeH="0" baseline="0" noProof="0">
              <a:ln>
                <a:noFill/>
              </a:ln>
              <a:solidFill>
                <a:srgbClr val="FFFFFF"/>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52A8B"/>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tint val="75000"/>
                </a:srgbClr>
              </a:solidFill>
              <a:effectLst/>
              <a:uLnTx/>
              <a:uFillTx/>
              <a:latin typeface="Arial" panose="020B060402020202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rgbClr val="FFFFFF">
                    <a:tint val="75000"/>
                  </a:srgbClr>
                </a:solidFill>
                <a:effectLst/>
                <a:uLnTx/>
                <a:uFillTx/>
                <a:latin typeface="Arial" panose="020B0604020202020204"/>
                <a:ea typeface="+mn-ea"/>
                <a:cs typeface="+mn-cs"/>
              </a:rPr>
            </a:fld>
            <a:endParaRPr kumimoji="0" lang="en-US" sz="1800" b="0" i="0" u="none" strike="noStrike" kern="1200" cap="none" spc="0" normalizeH="0" baseline="0" noProof="0" dirty="0">
              <a:ln>
                <a:noFill/>
              </a:ln>
              <a:solidFill>
                <a:srgbClr val="FFFFFF">
                  <a:tint val="75000"/>
                </a:srgbClr>
              </a:solidFill>
              <a:effectLst/>
              <a:uLnTx/>
              <a:uFillTx/>
              <a:latin typeface="Arial" panose="020B0604020202020204"/>
              <a:ea typeface="+mn-ea"/>
              <a:cs typeface="+mn-cs"/>
            </a:endParaRPr>
          </a:p>
        </p:txBody>
      </p:sp>
      <p:sp>
        <p:nvSpPr>
          <p:cNvPr id="6" name="Holder 6"/>
          <p:cNvSpPr>
            <a:spLocks noGrp="1"/>
          </p:cNvSpPr>
          <p:nvPr>
            <p:ph type="sldNum" sz="quarter" idx="7"/>
          </p:nvPr>
        </p:nvSpPr>
        <p:spPr/>
        <p:txBody>
          <a:bodyPr lIns="0" tIns="0" rIns="0" bIns="0"/>
          <a:lstStyle>
            <a:lvl1pPr>
              <a:defRPr sz="1600" b="1" i="0">
                <a:solidFill>
                  <a:srgbClr val="002C6C"/>
                </a:solidFill>
                <a:latin typeface="微软雅黑" panose="020B0503020204020204" charset="-122"/>
                <a:cs typeface="微软雅黑" panose="020B0503020204020204" charset="-122"/>
              </a:defRPr>
            </a:lvl1pPr>
          </a:lstStyle>
          <a:p>
            <a:pPr marL="25400" marR="0" lvl="0" indent="0" algn="l" defTabSz="914400" rtl="0" eaLnBrk="1" fontAlgn="auto" latinLnBrk="0" hangingPunct="1">
              <a:lnSpc>
                <a:spcPct val="100000"/>
              </a:lnSpc>
              <a:spcBef>
                <a:spcPts val="0"/>
              </a:spcBef>
              <a:spcAft>
                <a:spcPts val="0"/>
              </a:spcAft>
              <a:buClrTx/>
              <a:buSzTx/>
              <a:buFontTx/>
              <a:buNone/>
              <a:defRPr/>
            </a:pPr>
            <a:fld id="{81D60167-4931-47E6-BA6A-407CBD079E47}" type="slidenum">
              <a:rPr kumimoji="0" sz="1600" b="1" i="0" u="none" strike="noStrike" kern="1200" cap="none" spc="-5" normalizeH="0" baseline="0" noProof="0" dirty="0">
                <a:ln>
                  <a:noFill/>
                </a:ln>
                <a:solidFill>
                  <a:srgbClr val="002C6C"/>
                </a:solidFill>
                <a:effectLst/>
                <a:uLnTx/>
                <a:uFillTx/>
                <a:latin typeface="微软雅黑" panose="020B0503020204020204" charset="-122"/>
                <a:ea typeface="+mn-ea"/>
              </a:rPr>
            </a:fld>
            <a:endParaRPr kumimoji="0" sz="1600" b="1" i="0" u="none" strike="noStrike" kern="1200" cap="none" spc="-5" normalizeH="0" baseline="0" noProof="0" dirty="0">
              <a:ln>
                <a:noFill/>
              </a:ln>
              <a:solidFill>
                <a:srgbClr val="002C6C"/>
              </a:solidFill>
              <a:effectLst/>
              <a:uLnTx/>
              <a:uFillTx/>
              <a:latin typeface="微软雅黑" panose="020B0503020204020204" charset="-122"/>
              <a:ea typeface="+mn-e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914400"/>
          </a:xfrm>
          <a:prstGeom prst="rect">
            <a:avLst/>
          </a:prstGeom>
        </p:spPr>
        <p:txBody>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110" name="Slide Number"/>
          <p:cNvSpPr txBox="1">
            <a:spLocks noGrp="1"/>
          </p:cNvSpPr>
          <p:nvPr>
            <p:ph type="sldNum" sz="quarter" idx="2"/>
          </p:nvPr>
        </p:nvSpPr>
        <p:spPr>
          <a:xfrm>
            <a:off x="5964621" y="6536534"/>
            <a:ext cx="256413" cy="275717"/>
          </a:xfrm>
          <a:prstGeom prst="rect">
            <a:avLst/>
          </a:prstGeom>
        </p:spPr>
        <p:txBody>
          <a:bodyPr/>
          <a:lstStyle/>
          <a:p>
            <a:pPr fontAlgn="base">
              <a:spcBef>
                <a:spcPct val="0"/>
              </a:spcBef>
              <a:spcAft>
                <a:spcPct val="0"/>
              </a:spcAft>
            </a:pPr>
            <a:fld id="{86CB4B4D-7CA3-9044-876B-883B54F8677D}" type="slidenum">
              <a:rPr>
                <a:solidFill>
                  <a:prstClr val="black"/>
                </a:solidFill>
                <a:latin typeface="Calibri" panose="020F0502020204030204"/>
                <a:ea typeface="宋体" panose="02010600030101010101" pitchFamily="2" charset="-122"/>
                <a:cs typeface="Arial" panose="020B0604020202020204"/>
                <a:sym typeface="Arial" panose="020B0604020202020204"/>
              </a:rPr>
            </a:fld>
            <a:endParaRPr dirty="0">
              <a:solidFill>
                <a:prstClr val="black"/>
              </a:solidFill>
              <a:latin typeface="Calibri" panose="020F0502020204030204"/>
              <a:ea typeface="宋体" panose="02010600030101010101" pitchFamily="2" charset="-122"/>
              <a:cs typeface="Arial" panose="020B0604020202020204"/>
              <a:sym typeface="Arial" panose="020B0604020202020204"/>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章节页">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728890" y="456134"/>
            <a:ext cx="10736446" cy="993400"/>
          </a:xfrm>
          <a:prstGeom prst="rect">
            <a:avLst/>
          </a:prstGeom>
        </p:spPr>
        <p:txBody>
          <a:bodyPr lIns="0" tIns="0" rIns="0" bIns="0" anchor="t">
            <a:normAutofit/>
          </a:bodyPr>
          <a:lstStyle>
            <a:lvl1pPr marL="0" indent="0" algn="l">
              <a:lnSpc>
                <a:spcPts val="3430"/>
              </a:lnSpc>
              <a:spcBef>
                <a:spcPts val="0"/>
              </a:spcBef>
              <a:buNone/>
              <a:defRPr sz="3200" baseline="0">
                <a:solidFill>
                  <a:schemeClr val="tx1"/>
                </a:solidFill>
                <a:latin typeface="微软雅黑" panose="020B0503020204020204" charset="-122"/>
                <a:ea typeface="微软雅黑" panose="020B0503020204020204" charset="-122"/>
              </a:defRPr>
            </a:lvl1pPr>
            <a:lvl2pPr marL="593725" indent="0" algn="ctr">
              <a:buNone/>
              <a:defRPr sz="2595"/>
            </a:lvl2pPr>
            <a:lvl3pPr marL="1186815" indent="0" algn="ctr">
              <a:buNone/>
              <a:defRPr sz="2335"/>
            </a:lvl3pPr>
            <a:lvl4pPr marL="1780540" indent="0" algn="ctr">
              <a:buNone/>
              <a:defRPr sz="2075"/>
            </a:lvl4pPr>
            <a:lvl5pPr marL="2373630" indent="0" algn="ctr">
              <a:buNone/>
              <a:defRPr sz="2075"/>
            </a:lvl5pPr>
            <a:lvl6pPr marL="2967355" indent="0" algn="ctr">
              <a:buNone/>
              <a:defRPr sz="2075"/>
            </a:lvl6pPr>
            <a:lvl7pPr marL="3560445" indent="0" algn="ctr">
              <a:buNone/>
              <a:defRPr sz="2075"/>
            </a:lvl7pPr>
            <a:lvl8pPr marL="4154170" indent="0" algn="ctr">
              <a:buNone/>
              <a:defRPr sz="2075"/>
            </a:lvl8pPr>
            <a:lvl9pPr marL="4747260" indent="0" algn="ctr">
              <a:buNone/>
              <a:defRPr sz="2075"/>
            </a:lvl9pPr>
          </a:lstStyle>
          <a:p>
            <a:r>
              <a:rPr lang="zh-CN" altLang="en-US" dirty="0"/>
              <a:t>单击此处添加标题</a:t>
            </a:r>
            <a:endParaRPr lang="en-US" dirty="0"/>
          </a:p>
        </p:txBody>
      </p:sp>
      <p:sp>
        <p:nvSpPr>
          <p:cNvPr id="5" name="Content Placeholder 2"/>
          <p:cNvSpPr>
            <a:spLocks noGrp="1"/>
          </p:cNvSpPr>
          <p:nvPr>
            <p:ph idx="12" hasCustomPrompt="1"/>
          </p:nvPr>
        </p:nvSpPr>
        <p:spPr>
          <a:xfrm>
            <a:off x="725739" y="1512878"/>
            <a:ext cx="10729365" cy="4690459"/>
          </a:xfrm>
          <a:prstGeom prst="rect">
            <a:avLst/>
          </a:prstGeom>
        </p:spPr>
        <p:txBody>
          <a:bodyPr lIns="0" tIns="0" rIns="0" bIns="0"/>
          <a:lstStyle>
            <a:lvl1pPr marL="179070" marR="0" indent="-168275" algn="l" defTabSz="1186815" rtl="0" eaLnBrk="1" fontAlgn="auto" latinLnBrk="0" hangingPunct="1">
              <a:lnSpc>
                <a:spcPct val="100000"/>
              </a:lnSpc>
              <a:spcBef>
                <a:spcPts val="0"/>
              </a:spcBef>
              <a:spcAft>
                <a:spcPts val="600"/>
              </a:spcAft>
              <a:buClr>
                <a:srgbClr val="000000"/>
              </a:buClr>
              <a:buSzTx/>
              <a:buFont typeface="Arial" panose="020B0604020202020204" pitchFamily="34" charset="0"/>
              <a:buChar char="•"/>
              <a:tabLst>
                <a:tab pos="1206500" algn="ctr"/>
              </a:tabLst>
              <a:defRPr sz="1800" baseline="0">
                <a:solidFill>
                  <a:schemeClr val="tx1"/>
                </a:solidFill>
                <a:latin typeface="微软雅黑" panose="020B0503020204020204" charset="-122"/>
                <a:ea typeface="微软雅黑" panose="020B0503020204020204" charset="-122"/>
                <a:cs typeface="Arial" panose="020B0604020202020204" pitchFamily="34" charset="0"/>
              </a:defRPr>
            </a:lvl1pPr>
            <a:lvl2pPr marL="328930" marR="0" indent="-168275" algn="l" defTabSz="1186815" rtl="0" eaLnBrk="1" fontAlgn="auto" latinLnBrk="0" hangingPunct="1">
              <a:lnSpc>
                <a:spcPct val="100000"/>
              </a:lnSpc>
              <a:spcBef>
                <a:spcPts val="0"/>
              </a:spcBef>
              <a:spcAft>
                <a:spcPts val="600"/>
              </a:spcAft>
              <a:buClr>
                <a:schemeClr val="tx1"/>
              </a:buClr>
              <a:buSzTx/>
              <a:buFont typeface=".AppleSystemUIFont"/>
              <a:buChar char="&gt;"/>
              <a:tabLst>
                <a:tab pos="1206500" algn="ctr"/>
              </a:tabLst>
              <a:defRPr sz="1600" baseline="0">
                <a:latin typeface="微软雅黑" panose="020B0503020204020204" charset="-122"/>
                <a:ea typeface="微软雅黑" panose="020B0503020204020204" charset="-122"/>
              </a:defRPr>
            </a:lvl2pPr>
            <a:lvl3pPr marL="1097915" marR="0" indent="-168275" algn="l" defTabSz="1186815" rtl="0" eaLnBrk="1" fontAlgn="auto" latinLnBrk="0" hangingPunct="1">
              <a:lnSpc>
                <a:spcPct val="100000"/>
              </a:lnSpc>
              <a:spcBef>
                <a:spcPts val="0"/>
              </a:spcBef>
              <a:spcAft>
                <a:spcPts val="600"/>
              </a:spcAft>
              <a:buClr>
                <a:schemeClr val="tx1"/>
              </a:buClr>
              <a:buSzTx/>
              <a:buFont typeface=".AppleSystemUIFont"/>
              <a:buChar char="-"/>
              <a:tabLst>
                <a:tab pos="1206500" algn="ctr"/>
              </a:tabLst>
              <a:defRPr sz="1295" baseline="0">
                <a:latin typeface="微软雅黑" panose="020B0503020204020204" charset="-122"/>
                <a:ea typeface="微软雅黑" panose="020B0503020204020204" charset="-122"/>
              </a:defRPr>
            </a:lvl3pPr>
            <a:lvl4pPr marL="525145" indent="-170815">
              <a:buFont typeface="Arial" panose="020B0604020202020204" pitchFamily="34" charset="0"/>
              <a:buChar char="•"/>
              <a:tabLst>
                <a:tab pos="1207135" algn="ctr"/>
              </a:tabLst>
              <a:defRPr sz="1295" baseline="0"/>
            </a:lvl4pPr>
            <a:lvl5pPr marL="525145" indent="-170815">
              <a:buFont typeface="Arial" panose="020B0604020202020204" pitchFamily="34" charset="0"/>
              <a:buChar char="•"/>
              <a:tabLst>
                <a:tab pos="1207135" algn="ctr"/>
              </a:tabLst>
              <a:defRPr sz="1295" baseline="0"/>
            </a:lvl5pPr>
          </a:lstStyle>
          <a:p>
            <a:pPr lvl="0"/>
            <a:r>
              <a:rPr lang="zh-CN" altLang="en-US" dirty="0"/>
              <a:t>单击此处添加文本</a:t>
            </a:r>
            <a:endParaRPr lang="en-US" dirty="0"/>
          </a:p>
          <a:p>
            <a:pPr marL="328930" marR="0" lvl="1" indent="-168275" algn="l" defTabSz="1186815"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500"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500" algn="ctr"/>
              </a:tabLst>
              <a:defRPr/>
            </a:pPr>
            <a:r>
              <a:rPr lang="zh-CN" altLang="en-US" dirty="0"/>
              <a:t>单击此处添加文本</a:t>
            </a:r>
            <a:endParaRPr lang="en-US" dirty="0"/>
          </a:p>
          <a:p>
            <a:pPr marL="1097915" marR="0" lvl="2" indent="-168275" algn="l" defTabSz="1186815" rtl="0" eaLnBrk="1" fontAlgn="auto" latinLnBrk="0" hangingPunct="1">
              <a:lnSpc>
                <a:spcPct val="100000"/>
              </a:lnSpc>
              <a:spcBef>
                <a:spcPts val="0"/>
              </a:spcBef>
              <a:spcAft>
                <a:spcPts val="600"/>
              </a:spcAft>
              <a:buClr>
                <a:schemeClr val="tx1"/>
              </a:buClr>
              <a:buSzTx/>
              <a:buFont typeface="Arial" panose="020B0604020202020204" pitchFamily="34" charset="0"/>
              <a:buChar char="•"/>
              <a:tabLst>
                <a:tab pos="1206500" algn="ctr"/>
              </a:tabLst>
              <a:defRPr/>
            </a:pPr>
            <a:endParaRPr lang="en-US" altLang="zh-CN"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2297CA0-4DF2-4843-80D5-E2FAF334B873}"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78C0819-1778-41C5-950F-587F7514672E}"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4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265770"/>
            <a:ext cx="10515600" cy="468593"/>
          </a:xfrm>
          <a:prstGeom prst="rect">
            <a:avLst/>
          </a:prstGeom>
        </p:spPr>
        <p:txBody>
          <a:bodyPr>
            <a:noAutofit/>
          </a:bodyPr>
          <a:lstStyle/>
          <a:p>
            <a:r>
              <a:rPr lang="zh-CN" altLang="en-US" dirty="0"/>
              <a:t>单击此处编辑母版标题样式</a:t>
            </a:r>
            <a:endParaRPr lang="zh-CN" altLang="en-US" dirty="0"/>
          </a:p>
        </p:txBody>
      </p:sp>
      <p:sp>
        <p:nvSpPr>
          <p:cNvPr id="5" name="灯片编号占位符 2"/>
          <p:cNvSpPr>
            <a:spLocks noGrp="1"/>
          </p:cNvSpPr>
          <p:nvPr>
            <p:ph type="sldNum" sz="quarter" idx="4"/>
          </p:nvPr>
        </p:nvSpPr>
        <p:spPr>
          <a:xfrm>
            <a:off x="8771966" y="6421613"/>
            <a:ext cx="596154" cy="365125"/>
          </a:xfrm>
          <a:prstGeom prst="rect">
            <a:avLst/>
          </a:prstGeom>
        </p:spPr>
        <p:txBody>
          <a:bodyPr/>
          <a:lstStyle>
            <a:lvl1pPr algn="r">
              <a:defRPr sz="1600">
                <a:latin typeface="+mn-lt"/>
              </a:defRPr>
            </a:lvl1pPr>
          </a:lstStyle>
          <a:p>
            <a:fld id="{730450CD-DD8F-4095-A3CF-82FEA7E967E5}"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Click="0" advTm="8000"/>
    </mc:Choice>
    <mc:Fallback>
      <p:transition advClick="0" advTm="8000"/>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07533" y="325443"/>
            <a:ext cx="10176934" cy="871537"/>
          </a:xfrm>
          <a:prstGeom prst="rect">
            <a:avLst/>
          </a:prstGeom>
        </p:spPr>
        <p:txBody>
          <a:bodyPr lIns="121935" tIns="60968" rIns="121935" bIns="60968"/>
          <a:lstStyle>
            <a:lvl1pPr>
              <a:defRPr sz="2700">
                <a:solidFill>
                  <a:srgbClr val="404040"/>
                </a:solidFill>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p14:dur="10" advClick="0" advTm="8000"/>
    </mc:Choice>
    <mc:Fallback>
      <p:transition advClick="0" advTm="8000"/>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标题和内容">
    <p:spTree>
      <p:nvGrpSpPr>
        <p:cNvPr id="1" name=""/>
        <p:cNvGrpSpPr/>
        <p:nvPr/>
      </p:nvGrpSpPr>
      <p:grpSpPr>
        <a:xfrm>
          <a:off x="0" y="0"/>
          <a:ext cx="0" cy="0"/>
          <a:chOff x="0" y="0"/>
          <a:chExt cx="0" cy="0"/>
        </a:xfrm>
      </p:grpSpPr>
      <p:sp>
        <p:nvSpPr>
          <p:cNvPr id="2" name="标题占位符 15"/>
          <p:cNvSpPr>
            <a:spLocks noGrp="1"/>
          </p:cNvSpPr>
          <p:nvPr>
            <p:ph type="title"/>
          </p:nvPr>
        </p:nvSpPr>
        <p:spPr>
          <a:xfrm>
            <a:off x="456035" y="189394"/>
            <a:ext cx="10516036" cy="749325"/>
          </a:xfrm>
          <a:prstGeom prst="rect">
            <a:avLst/>
          </a:prstGeom>
        </p:spPr>
        <p:txBody>
          <a:bodyPr vert="horz" lIns="91440" tIns="45720" rIns="91440" bIns="45720" rtlCol="0" anchor="ctr">
            <a:normAutofit/>
          </a:bodyPr>
          <a:lstStyle>
            <a:lvl1pPr algn="l" rtl="0" eaLnBrk="0" fontAlgn="base" hangingPunct="0">
              <a:spcBef>
                <a:spcPct val="0"/>
              </a:spcBef>
              <a:spcAft>
                <a:spcPct val="0"/>
              </a:spcAft>
              <a:defRPr lang="zh-CN" altLang="en-US" sz="2800" b="1" dirty="0">
                <a:solidFill>
                  <a:srgbClr val="0070C0"/>
                </a:solidFill>
                <a:latin typeface="微软雅黑" panose="020B0503020204020204" charset="-122"/>
                <a:ea typeface="微软雅黑" panose="020B0503020204020204" charset="-122"/>
                <a:cs typeface="Arial" panose="020B0604020202020204" pitchFamily="34" charset="0"/>
              </a:defRPr>
            </a:lvl1pPr>
          </a:lstStyle>
          <a:p>
            <a:r>
              <a:rPr lang="zh-CN" altLang="en-US" dirty="0"/>
              <a:t>单击此处编辑母版标题样式</a:t>
            </a:r>
            <a:endParaRPr lang="zh-CN" altLang="en-US" dirty="0"/>
          </a:p>
        </p:txBody>
      </p:sp>
    </p:spTree>
  </p:cSld>
  <p:clrMapOvr>
    <a:masterClrMapping/>
  </p:clrMapOvr>
  <p:transition advClick="0">
    <p:fade thruBlk="1"/>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52A8B"/>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tint val="75000"/>
                </a:srgbClr>
              </a:solidFill>
              <a:effectLst/>
              <a:uLnTx/>
              <a:uFillTx/>
              <a:latin typeface="Arial" panose="020B060402020202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rgbClr val="FFFFFF">
                    <a:tint val="75000"/>
                  </a:srgbClr>
                </a:solidFill>
                <a:effectLst/>
                <a:uLnTx/>
                <a:uFillTx/>
                <a:latin typeface="Arial" panose="020B0604020202020204"/>
                <a:ea typeface="+mn-ea"/>
                <a:cs typeface="+mn-cs"/>
              </a:rPr>
            </a:fld>
            <a:endParaRPr kumimoji="0" lang="en-US" sz="1800" b="0" i="0" u="none" strike="noStrike" kern="1200" cap="none" spc="0" normalizeH="0" baseline="0" noProof="0" dirty="0">
              <a:ln>
                <a:noFill/>
              </a:ln>
              <a:solidFill>
                <a:srgbClr val="FFFFFF">
                  <a:tint val="75000"/>
                </a:srgbClr>
              </a:solidFill>
              <a:effectLst/>
              <a:uLnTx/>
              <a:uFillTx/>
              <a:latin typeface="Arial" panose="020B0604020202020204"/>
              <a:ea typeface="+mn-ea"/>
              <a:cs typeface="+mn-cs"/>
            </a:endParaRPr>
          </a:p>
        </p:txBody>
      </p:sp>
      <p:sp>
        <p:nvSpPr>
          <p:cNvPr id="6" name="Holder 6"/>
          <p:cNvSpPr>
            <a:spLocks noGrp="1"/>
          </p:cNvSpPr>
          <p:nvPr>
            <p:ph type="sldNum" sz="quarter" idx="7"/>
          </p:nvPr>
        </p:nvSpPr>
        <p:spPr/>
        <p:txBody>
          <a:bodyPr lIns="0" tIns="0" rIns="0" bIns="0"/>
          <a:lstStyle>
            <a:lvl1pPr>
              <a:defRPr sz="1600" b="1" i="0">
                <a:solidFill>
                  <a:srgbClr val="002C6C"/>
                </a:solidFill>
                <a:latin typeface="微软雅黑" panose="020B0503020204020204" charset="-122"/>
                <a:cs typeface="微软雅黑" panose="020B0503020204020204" charset="-122"/>
              </a:defRPr>
            </a:lvl1pPr>
          </a:lstStyle>
          <a:p>
            <a:pPr marL="25400" marR="0" lvl="0" indent="0" algn="l" defTabSz="914400" rtl="0" eaLnBrk="1" fontAlgn="auto" latinLnBrk="0" hangingPunct="1">
              <a:lnSpc>
                <a:spcPct val="100000"/>
              </a:lnSpc>
              <a:spcBef>
                <a:spcPts val="0"/>
              </a:spcBef>
              <a:spcAft>
                <a:spcPts val="0"/>
              </a:spcAft>
              <a:buClrTx/>
              <a:buSzTx/>
              <a:buFontTx/>
              <a:buNone/>
              <a:defRPr/>
            </a:pPr>
            <a:fld id="{81D60167-4931-47E6-BA6A-407CBD079E47}" type="slidenum">
              <a:rPr kumimoji="0" sz="1600" b="1" i="0" u="none" strike="noStrike" kern="1200" cap="none" spc="-5" normalizeH="0" baseline="0" noProof="0" dirty="0">
                <a:ln>
                  <a:noFill/>
                </a:ln>
                <a:solidFill>
                  <a:srgbClr val="002C6C"/>
                </a:solidFill>
                <a:effectLst/>
                <a:uLnTx/>
                <a:uFillTx/>
                <a:latin typeface="微软雅黑" panose="020B0503020204020204" charset="-122"/>
                <a:ea typeface="+mn-ea"/>
              </a:rPr>
            </a:fld>
            <a:endParaRPr kumimoji="0" sz="1600" b="1" i="0" u="none" strike="noStrike" kern="1200" cap="none" spc="-5" normalizeH="0" baseline="0" noProof="0" dirty="0">
              <a:ln>
                <a:noFill/>
              </a:ln>
              <a:solidFill>
                <a:srgbClr val="002C6C"/>
              </a:solidFill>
              <a:effectLst/>
              <a:uLnTx/>
              <a:uFillTx/>
              <a:latin typeface="微软雅黑" panose="020B0503020204020204" charset="-122"/>
              <a:ea typeface="+mn-e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sp>
        <p:nvSpPr>
          <p:cNvPr id="1048635" name="标题 1"/>
          <p:cNvSpPr>
            <a:spLocks noGrp="1"/>
          </p:cNvSpPr>
          <p:nvPr>
            <p:ph type="title"/>
          </p:nvPr>
        </p:nvSpPr>
        <p:spPr>
          <a:xfrm>
            <a:off x="334023" y="792197"/>
            <a:ext cx="9850832" cy="548571"/>
          </a:xfrm>
          <a:prstGeom prst="rect">
            <a:avLst/>
          </a:prstGeom>
        </p:spPr>
        <p:txBody>
          <a:bodyPr lIns="106828" tIns="53415" rIns="106828" bIns="53415"/>
          <a:lstStyle>
            <a:lvl1pPr>
              <a:defRPr sz="2100">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1048636" name="文本占位符 3"/>
          <p:cNvSpPr>
            <a:spLocks noGrp="1"/>
          </p:cNvSpPr>
          <p:nvPr>
            <p:ph type="body" sz="quarter" idx="10"/>
          </p:nvPr>
        </p:nvSpPr>
        <p:spPr>
          <a:xfrm>
            <a:off x="334027" y="1412776"/>
            <a:ext cx="11494073" cy="5256584"/>
          </a:xfrm>
          <a:prstGeom prst="rect">
            <a:avLst/>
          </a:prstGeom>
        </p:spPr>
        <p:txBody>
          <a:bodyPr lIns="106828" tIns="53415" rIns="106828" bIns="53415"/>
          <a:lstStyle>
            <a:lvl1pPr marL="312420" indent="-312420">
              <a:lnSpc>
                <a:spcPct val="150000"/>
              </a:lnSpc>
              <a:spcBef>
                <a:spcPts val="525"/>
              </a:spcBef>
              <a:spcAft>
                <a:spcPts val="525"/>
              </a:spcAft>
              <a:buFont typeface="Wingdings" panose="05000000000000000000" pitchFamily="2" charset="2"/>
              <a:buChar char="n"/>
              <a:defRPr sz="1900" b="1">
                <a:latin typeface="微软雅黑" panose="020B0503020204020204" charset="-122"/>
                <a:ea typeface="微软雅黑" panose="020B0503020204020204" charset="-122"/>
              </a:defRPr>
            </a:lvl1pPr>
            <a:lvl2pPr marL="473075" indent="-257810">
              <a:lnSpc>
                <a:spcPct val="150000"/>
              </a:lnSpc>
              <a:spcBef>
                <a:spcPts val="525"/>
              </a:spcBef>
              <a:spcAft>
                <a:spcPts val="525"/>
              </a:spcAft>
              <a:buSzPct val="100000"/>
              <a:buFont typeface="Wingdings" panose="05000000000000000000" pitchFamily="2" charset="2"/>
              <a:buChar char="u"/>
              <a:defRPr sz="1600" b="1">
                <a:latin typeface="微软雅黑" panose="020B0503020204020204" charset="-122"/>
                <a:ea typeface="微软雅黑" panose="020B0503020204020204" charset="-122"/>
              </a:defRPr>
            </a:lvl2pPr>
            <a:lvl3pPr marL="631190" indent="-208280">
              <a:lnSpc>
                <a:spcPct val="150000"/>
              </a:lnSpc>
              <a:spcBef>
                <a:spcPts val="525"/>
              </a:spcBef>
              <a:spcAft>
                <a:spcPts val="525"/>
              </a:spcAft>
              <a:buFont typeface="Arial" panose="020B0604020202020204" pitchFamily="34" charset="0"/>
              <a:buChar char="•"/>
              <a:defRPr sz="1500" b="0">
                <a:latin typeface="微软雅黑" panose="020B0503020204020204" charset="-122"/>
                <a:ea typeface="微软雅黑" panose="020B0503020204020204" charset="-122"/>
              </a:defRPr>
            </a:lvl3pPr>
            <a:lvl4pPr marL="1492885" indent="-250190">
              <a:lnSpc>
                <a:spcPct val="120000"/>
              </a:lnSpc>
              <a:buFont typeface="Wingdings" panose="05000000000000000000" pitchFamily="2" charset="2"/>
              <a:buChar char="l"/>
              <a:defRPr sz="1200" b="1">
                <a:latin typeface="微软雅黑" panose="020B0503020204020204" charset="-122"/>
                <a:ea typeface="微软雅黑" panose="020B0503020204020204" charset="-122"/>
              </a:defRPr>
            </a:lvl4pPr>
            <a:lvl5pPr marL="1908175" indent="-25019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152A8B"/>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FFFFFF">
                  <a:tint val="75000"/>
                </a:srgbClr>
              </a:solidFill>
              <a:effectLst/>
              <a:uLnTx/>
              <a:uFillTx/>
              <a:latin typeface="Arial" panose="020B0604020202020204"/>
              <a:ea typeface="+mn-ea"/>
              <a:cs typeface="+mn-cs"/>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1D8BD707-D9CF-40AE-B4C6-C98DA3205C09}" type="datetimeFigureOut">
              <a:rPr kumimoji="0" lang="en-US" sz="1800" b="0" i="0" u="none" strike="noStrike" kern="1200" cap="none" spc="0" normalizeH="0" baseline="0" noProof="0">
                <a:ln>
                  <a:noFill/>
                </a:ln>
                <a:solidFill>
                  <a:srgbClr val="FFFFFF">
                    <a:tint val="75000"/>
                  </a:srgbClr>
                </a:solidFill>
                <a:effectLst/>
                <a:uLnTx/>
                <a:uFillTx/>
                <a:latin typeface="Arial" panose="020B0604020202020204"/>
                <a:ea typeface="+mn-ea"/>
                <a:cs typeface="+mn-cs"/>
              </a:rPr>
            </a:fld>
            <a:endParaRPr kumimoji="0" lang="en-US" sz="1800" b="0" i="0" u="none" strike="noStrike" kern="1200" cap="none" spc="0" normalizeH="0" baseline="0" noProof="0" dirty="0">
              <a:ln>
                <a:noFill/>
              </a:ln>
              <a:solidFill>
                <a:srgbClr val="FFFFFF">
                  <a:tint val="75000"/>
                </a:srgbClr>
              </a:solidFill>
              <a:effectLst/>
              <a:uLnTx/>
              <a:uFillTx/>
              <a:latin typeface="Arial" panose="020B0604020202020204"/>
              <a:ea typeface="+mn-ea"/>
              <a:cs typeface="+mn-cs"/>
            </a:endParaRPr>
          </a:p>
        </p:txBody>
      </p:sp>
      <p:sp>
        <p:nvSpPr>
          <p:cNvPr id="6" name="Holder 6"/>
          <p:cNvSpPr>
            <a:spLocks noGrp="1"/>
          </p:cNvSpPr>
          <p:nvPr>
            <p:ph type="sldNum" sz="quarter" idx="7"/>
          </p:nvPr>
        </p:nvSpPr>
        <p:spPr/>
        <p:txBody>
          <a:bodyPr lIns="0" tIns="0" rIns="0" bIns="0"/>
          <a:lstStyle>
            <a:lvl1pPr>
              <a:defRPr sz="1600" b="1" i="0">
                <a:solidFill>
                  <a:srgbClr val="002C6C"/>
                </a:solidFill>
                <a:latin typeface="微软雅黑" panose="020B0503020204020204" charset="-122"/>
                <a:cs typeface="微软雅黑" panose="020B0503020204020204" charset="-122"/>
              </a:defRPr>
            </a:lvl1pPr>
          </a:lstStyle>
          <a:p>
            <a:pPr marL="25400" marR="0" lvl="0" indent="0" algn="l" defTabSz="914400" rtl="0" eaLnBrk="1" fontAlgn="auto" latinLnBrk="0" hangingPunct="1">
              <a:lnSpc>
                <a:spcPct val="100000"/>
              </a:lnSpc>
              <a:spcBef>
                <a:spcPts val="0"/>
              </a:spcBef>
              <a:spcAft>
                <a:spcPts val="0"/>
              </a:spcAft>
              <a:buClrTx/>
              <a:buSzTx/>
              <a:buFontTx/>
              <a:buNone/>
              <a:defRPr/>
            </a:pPr>
            <a:fld id="{81D60167-4931-47E6-BA6A-407CBD079E47}" type="slidenum">
              <a:rPr kumimoji="0" sz="1600" b="1" i="0" u="none" strike="noStrike" kern="1200" cap="none" spc="-5" normalizeH="0" baseline="0" noProof="0" dirty="0">
                <a:ln>
                  <a:noFill/>
                </a:ln>
                <a:solidFill>
                  <a:srgbClr val="002C6C"/>
                </a:solidFill>
                <a:effectLst/>
                <a:uLnTx/>
                <a:uFillTx/>
                <a:latin typeface="微软雅黑" panose="020B0503020204020204" charset="-122"/>
                <a:ea typeface="+mn-ea"/>
              </a:rPr>
            </a:fld>
            <a:endParaRPr kumimoji="0" sz="1600" b="1" i="0" u="none" strike="noStrike" kern="1200" cap="none" spc="-5" normalizeH="0" baseline="0" noProof="0" dirty="0">
              <a:ln>
                <a:noFill/>
              </a:ln>
              <a:solidFill>
                <a:srgbClr val="002C6C"/>
              </a:solidFill>
              <a:effectLst/>
              <a:uLnTx/>
              <a:uFillTx/>
              <a:latin typeface="微软雅黑" panose="020B0503020204020204" charset="-122"/>
              <a:ea typeface="+mn-e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8477250" y="242586"/>
            <a:ext cx="3714750" cy="828675"/>
          </a:xfrm>
          <a:prstGeom prst="rect">
            <a:avLst/>
          </a:prstGeom>
        </p:spPr>
      </p:pic>
      <p:sp>
        <p:nvSpPr>
          <p:cNvPr id="8" name="文本框 7"/>
          <p:cNvSpPr txBox="1"/>
          <p:nvPr userDrawn="1"/>
        </p:nvSpPr>
        <p:spPr>
          <a:xfrm>
            <a:off x="342146" y="1349118"/>
            <a:ext cx="192873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企业信息 严格保密</a:t>
            </a:r>
            <a:endParaRPr kumimoji="0" lang="zh-CN" altLang="en-US" sz="16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3" name="矩形 2"/>
          <p:cNvSpPr/>
          <p:nvPr userDrawn="1"/>
        </p:nvSpPr>
        <p:spPr bwMode="auto">
          <a:xfrm>
            <a:off x="244929" y="242586"/>
            <a:ext cx="3118757" cy="828675"/>
          </a:xfrm>
          <a:prstGeom prst="rect">
            <a:avLst/>
          </a:prstGeom>
          <a:solidFill>
            <a:srgbClr val="152A8C"/>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4655" y="250101"/>
            <a:ext cx="3156734" cy="816857"/>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1_仅标题">
    <p:bg>
      <p:bgPr>
        <a:solidFill>
          <a:schemeClr val="bg1"/>
        </a:solidFill>
        <a:effectLst/>
      </p:bgPr>
    </p:bg>
    <p:spTree>
      <p:nvGrpSpPr>
        <p:cNvPr id="1" name=""/>
        <p:cNvGrpSpPr/>
        <p:nvPr/>
      </p:nvGrpSpPr>
      <p:grpSpPr>
        <a:xfrm>
          <a:off x="0" y="0"/>
          <a:ext cx="0" cy="0"/>
          <a:chOff x="0" y="0"/>
          <a:chExt cx="0" cy="0"/>
        </a:xfrm>
      </p:grpSpPr>
      <p:cxnSp>
        <p:nvCxnSpPr>
          <p:cNvPr id="3145728" name="直线连接符 6"/>
          <p:cNvCxnSpPr/>
          <p:nvPr userDrawn="1"/>
        </p:nvCxnSpPr>
        <p:spPr>
          <a:xfrm>
            <a:off x="295383" y="884717"/>
            <a:ext cx="11601236" cy="0"/>
          </a:xfrm>
          <a:prstGeom prst="line">
            <a:avLst/>
          </a:prstGeom>
          <a:ln w="19050">
            <a:solidFill>
              <a:srgbClr val="4C5154"/>
            </a:solidFill>
          </a:ln>
          <a:effectLst/>
        </p:spPr>
        <p:style>
          <a:lnRef idx="2">
            <a:schemeClr val="dk1"/>
          </a:lnRef>
          <a:fillRef idx="0">
            <a:schemeClr val="dk1"/>
          </a:fillRef>
          <a:effectRef idx="1">
            <a:schemeClr val="dk1"/>
          </a:effectRef>
          <a:fontRef idx="minor">
            <a:schemeClr val="tx1"/>
          </a:fontRef>
        </p:style>
      </p:cxnSp>
      <p:sp>
        <p:nvSpPr>
          <p:cNvPr id="1048582" name="Rectangle 17"/>
          <p:cNvSpPr txBox="1">
            <a:spLocks noGrp="1" noChangeArrowheads="1"/>
          </p:cNvSpPr>
          <p:nvPr userDrawn="1"/>
        </p:nvSpPr>
        <p:spPr bwMode="auto">
          <a:xfrm>
            <a:off x="8832304" y="6191711"/>
            <a:ext cx="3248308" cy="501652"/>
          </a:xfrm>
          <a:prstGeom prst="rect">
            <a:avLst/>
          </a:prstGeom>
          <a:noFill/>
          <a:ln>
            <a:noFill/>
          </a:ln>
        </p:spPr>
        <p:txBody>
          <a:bodyPr lIns="121290" tIns="60648" rIns="121290" bIns="60648" anchor="b"/>
          <a:lstStyle>
            <a:lvl1pPr eaLnBrk="0" hangingPunct="0">
              <a:defRPr sz="1400">
                <a:solidFill>
                  <a:schemeClr val="tx1"/>
                </a:solidFill>
                <a:latin typeface="Arial" panose="020B0604020202020204" pitchFamily="34" charset="0"/>
                <a:ea typeface="宋体" panose="02010600030101010101" pitchFamily="2" charset="-122"/>
              </a:defRPr>
            </a:lvl1pPr>
            <a:lvl2pPr marL="742950" indent="-285750" eaLnBrk="0" hangingPunct="0">
              <a:defRPr sz="1400">
                <a:solidFill>
                  <a:schemeClr val="tx1"/>
                </a:solidFill>
                <a:latin typeface="Arial" panose="020B0604020202020204" pitchFamily="34" charset="0"/>
                <a:ea typeface="宋体" panose="02010600030101010101" pitchFamily="2" charset="-122"/>
              </a:defRPr>
            </a:lvl2pPr>
            <a:lvl3pPr marL="1143000" indent="-228600" eaLnBrk="0" hangingPunct="0">
              <a:defRPr sz="1400">
                <a:solidFill>
                  <a:schemeClr val="tx1"/>
                </a:solidFill>
                <a:latin typeface="Arial" panose="020B0604020202020204" pitchFamily="34" charset="0"/>
                <a:ea typeface="宋体" panose="02010600030101010101" pitchFamily="2" charset="-122"/>
              </a:defRPr>
            </a:lvl3pPr>
            <a:lvl4pPr marL="1600200" indent="-228600" eaLnBrk="0" hangingPunct="0">
              <a:defRPr sz="1400">
                <a:solidFill>
                  <a:schemeClr val="tx1"/>
                </a:solidFill>
                <a:latin typeface="Arial" panose="020B0604020202020204" pitchFamily="34" charset="0"/>
                <a:ea typeface="宋体" panose="02010600030101010101" pitchFamily="2" charset="-122"/>
              </a:defRPr>
            </a:lvl4pPr>
            <a:lvl5pPr marL="2057400" indent="-228600" eaLnBrk="0" hangingPunct="0">
              <a:defRPr sz="1400">
                <a:solidFill>
                  <a:schemeClr val="tx1"/>
                </a:solidFill>
                <a:latin typeface="Arial" panose="020B0604020202020204" pitchFamily="34" charset="0"/>
                <a:ea typeface="宋体" panose="02010600030101010101" pitchFamily="2" charset="-122"/>
              </a:defRPr>
            </a:lvl5pPr>
            <a:lvl6pPr marL="2514600" indent="-228600" algn="ctr"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6pPr>
            <a:lvl7pPr marL="2971800" indent="-228600" algn="ctr"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7pPr>
            <a:lvl8pPr marL="3429000" indent="-228600" algn="ctr"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8pPr>
            <a:lvl9pPr marL="3886200" indent="-228600" algn="ctr" eaLnBrk="0" fontAlgn="base" hangingPunct="0">
              <a:spcBef>
                <a:spcPct val="0"/>
              </a:spcBef>
              <a:spcAft>
                <a:spcPct val="0"/>
              </a:spcAft>
              <a:defRPr sz="1400">
                <a:solidFill>
                  <a:schemeClr val="tx1"/>
                </a:solidFill>
                <a:latin typeface="Arial" panose="020B0604020202020204" pitchFamily="34" charset="0"/>
                <a:ea typeface="宋体" panose="02010600030101010101" pitchFamily="2" charset="-122"/>
              </a:defRPr>
            </a:lvl9pPr>
          </a:lstStyle>
          <a:p>
            <a:pPr marL="0" marR="0" lvl="0" indent="0" algn="r" defTabSz="821690" rtl="0" eaLnBrk="1" fontAlgn="auto" latinLnBrk="0" hangingPunct="1">
              <a:lnSpc>
                <a:spcPct val="100000"/>
              </a:lnSpc>
              <a:spcBef>
                <a:spcPts val="0"/>
              </a:spcBef>
              <a:spcAft>
                <a:spcPts val="0"/>
              </a:spcAft>
              <a:buClrTx/>
              <a:buSzTx/>
              <a:buFontTx/>
              <a:buNone/>
              <a:defRPr/>
            </a:pPr>
            <a:fld id="{01833221-7274-4820-A552-6AF0D03898F9}" type="slidenum">
              <a:rPr kumimoji="0" lang="en-US" altLang="zh-CN" sz="1335" b="0" i="0" u="none" strike="noStrike" kern="1200" cap="none" spc="0" normalizeH="0" baseline="0" noProof="0" smtClean="0">
                <a:ln>
                  <a:noFill/>
                </a:ln>
                <a:solidFill>
                  <a:srgbClr val="4B5154"/>
                </a:solidFill>
                <a:effectLst/>
                <a:uLnTx/>
                <a:uFillTx/>
                <a:latin typeface="Arial" panose="020B0604020202020204" pitchFamily="34" charset="0"/>
                <a:ea typeface="宋体" panose="02010600030101010101" pitchFamily="2" charset="-122"/>
                <a:cs typeface="+mn-cs"/>
              </a:rPr>
            </a:fld>
            <a:r>
              <a:rPr kumimoji="0" lang="en-US" altLang="zh-CN" sz="1335" b="0" i="0" u="none" strike="noStrike" kern="1200" cap="none" spc="0" normalizeH="0" baseline="0" noProof="0" dirty="0">
                <a:ln>
                  <a:noFill/>
                </a:ln>
                <a:solidFill>
                  <a:srgbClr val="4B5154"/>
                </a:solidFill>
                <a:effectLst/>
                <a:uLnTx/>
                <a:uFillTx/>
                <a:latin typeface="Arial" panose="020B0604020202020204" pitchFamily="34" charset="0"/>
                <a:ea typeface="宋体" panose="02010600030101010101" pitchFamily="2" charset="-122"/>
                <a:cs typeface="+mn-cs"/>
              </a:rPr>
              <a:t>/25</a:t>
            </a:r>
            <a:endParaRPr kumimoji="0" lang="en-US" altLang="zh-CN" sz="1335" b="0" i="0" u="none" strike="noStrike" kern="1200" cap="none" spc="0" normalizeH="0" baseline="0" noProof="0" dirty="0">
              <a:ln>
                <a:noFill/>
              </a:ln>
              <a:solidFill>
                <a:srgbClr val="4B5154"/>
              </a:solidFill>
              <a:effectLst/>
              <a:uLnTx/>
              <a:uFillTx/>
              <a:latin typeface="Arial" panose="020B0604020202020204" pitchFamily="34" charset="0"/>
              <a:ea typeface="宋体" panose="02010600030101010101" pitchFamily="2" charset="-122"/>
              <a:cs typeface="+mn-cs"/>
            </a:endParaRPr>
          </a:p>
        </p:txBody>
      </p:sp>
      <p:sp>
        <p:nvSpPr>
          <p:cNvPr id="1048583" name="Rectangle 7"/>
          <p:cNvSpPr>
            <a:spLocks noChangeAspect="1" noChangeArrowheads="1"/>
          </p:cNvSpPr>
          <p:nvPr/>
        </p:nvSpPr>
        <p:spPr bwMode="auto">
          <a:xfrm>
            <a:off x="-1121144" y="2671129"/>
            <a:ext cx="960000" cy="960000"/>
          </a:xfrm>
          <a:prstGeom prst="rect">
            <a:avLst/>
          </a:prstGeom>
          <a:solidFill>
            <a:srgbClr val="2D8ED8"/>
          </a:solidFill>
          <a:ln>
            <a:noFill/>
          </a:ln>
          <a:effectLst/>
        </p:spPr>
        <p:txBody>
          <a:bodyPr wrap="none" anchor="b"/>
          <a:lstStyle/>
          <a:p>
            <a:pPr marL="0" marR="0" lvl="0" indent="0" algn="l" defTabSz="82169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rPr>
              <a:t>梦想蓝</a:t>
            </a:r>
            <a:endParaRPr kumimoji="0" lang="en-US" altLang="zh-CN"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endParaRPr>
          </a:p>
          <a:p>
            <a:pPr marL="0" marR="0" lvl="0" indent="0" algn="l" defTabSz="821690" rtl="0" eaLnBrk="1" fontAlgn="auto" latinLnBrk="0" hangingPunct="1">
              <a:lnSpc>
                <a:spcPct val="100000"/>
              </a:lnSpc>
              <a:spcBef>
                <a:spcPts val="0"/>
              </a:spcBef>
              <a:spcAft>
                <a:spcPts val="0"/>
              </a:spcAft>
              <a:buClrTx/>
              <a:buSzTx/>
              <a:buFontTx/>
              <a:buNone/>
              <a:defRPr/>
            </a:pP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R</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45</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G</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144</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B</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218</a:t>
            </a:r>
            <a:endPar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p:txBody>
      </p:sp>
      <p:sp>
        <p:nvSpPr>
          <p:cNvPr id="1048584" name="Rectangle 7"/>
          <p:cNvSpPr>
            <a:spLocks noChangeAspect="1" noChangeArrowheads="1"/>
          </p:cNvSpPr>
          <p:nvPr/>
        </p:nvSpPr>
        <p:spPr bwMode="auto">
          <a:xfrm>
            <a:off x="-1114173" y="3708489"/>
            <a:ext cx="960000" cy="960000"/>
          </a:xfrm>
          <a:prstGeom prst="rect">
            <a:avLst/>
          </a:prstGeom>
          <a:solidFill>
            <a:srgbClr val="A22B2B"/>
          </a:solidFill>
          <a:ln>
            <a:noFill/>
          </a:ln>
          <a:effectLst/>
        </p:spPr>
        <p:txBody>
          <a:bodyPr wrap="none" anchor="b"/>
          <a:lstStyle/>
          <a:p>
            <a:pPr marL="0" marR="0" lvl="0" indent="0" algn="l" defTabSz="82169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rPr>
              <a:t>气势红</a:t>
            </a:r>
            <a:endParaRPr kumimoji="0" lang="en-US" altLang="zh-CN"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endParaRPr>
          </a:p>
          <a:p>
            <a:pPr marL="0" marR="0" lvl="0" indent="0" algn="l" defTabSz="821690" rtl="0" eaLnBrk="1" fontAlgn="auto" latinLnBrk="0" hangingPunct="1">
              <a:lnSpc>
                <a:spcPct val="100000"/>
              </a:lnSpc>
              <a:spcBef>
                <a:spcPts val="0"/>
              </a:spcBef>
              <a:spcAft>
                <a:spcPts val="0"/>
              </a:spcAft>
              <a:buClrTx/>
              <a:buSzTx/>
              <a:buFontTx/>
              <a:buNone/>
              <a:defRPr/>
            </a:pP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R</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173</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G</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44</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B</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44</a:t>
            </a:r>
            <a:endPar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p:txBody>
      </p:sp>
      <p:sp>
        <p:nvSpPr>
          <p:cNvPr id="1048585" name="Rectangle 7"/>
          <p:cNvSpPr>
            <a:spLocks noChangeAspect="1" noChangeArrowheads="1"/>
          </p:cNvSpPr>
          <p:nvPr/>
        </p:nvSpPr>
        <p:spPr bwMode="auto">
          <a:xfrm>
            <a:off x="-1121144" y="4745849"/>
            <a:ext cx="960000" cy="960000"/>
          </a:xfrm>
          <a:prstGeom prst="rect">
            <a:avLst/>
          </a:prstGeom>
          <a:solidFill>
            <a:srgbClr val="E4AD54"/>
          </a:solidFill>
          <a:ln>
            <a:noFill/>
          </a:ln>
          <a:effectLst/>
        </p:spPr>
        <p:txBody>
          <a:bodyPr wrap="none" anchor="b"/>
          <a:lstStyle/>
          <a:p>
            <a:pPr marL="0" marR="0" lvl="0" indent="0" algn="l" defTabSz="82169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rPr>
              <a:t>能量黄</a:t>
            </a:r>
            <a:endParaRPr kumimoji="0" lang="en-US" altLang="zh-CN"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endParaRPr>
          </a:p>
          <a:p>
            <a:pPr marL="0" marR="0" lvl="0" indent="0" algn="l" defTabSz="821690" rtl="0" eaLnBrk="1" fontAlgn="auto" latinLnBrk="0" hangingPunct="1">
              <a:lnSpc>
                <a:spcPct val="100000"/>
              </a:lnSpc>
              <a:spcBef>
                <a:spcPts val="0"/>
              </a:spcBef>
              <a:spcAft>
                <a:spcPts val="0"/>
              </a:spcAft>
              <a:buClrTx/>
              <a:buSzTx/>
              <a:buFontTx/>
              <a:buNone/>
              <a:defRPr/>
            </a:pP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R</a:t>
            </a:r>
            <a:r>
              <a:rPr kumimoji="0" lang="zh-CN" altLang="en-US"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249</a:t>
            </a:r>
            <a:r>
              <a:rPr kumimoji="0" lang="zh-CN" altLang="en-US"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 </a:t>
            </a:r>
            <a:endPar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G</a:t>
            </a:r>
            <a:r>
              <a:rPr kumimoji="0" lang="zh-CN" altLang="en-US"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191</a:t>
            </a:r>
            <a:endPar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B</a:t>
            </a:r>
            <a:r>
              <a:rPr kumimoji="0" lang="zh-CN" altLang="en-US"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prstClr val="white"/>
                </a:solidFill>
                <a:effectLst/>
                <a:uLnTx/>
                <a:uFillTx/>
                <a:latin typeface="Myriad Pro" charset="0"/>
                <a:ea typeface="Myriad Pro" charset="0"/>
                <a:cs typeface="Myriad Pro" charset="0"/>
              </a:rPr>
              <a:t>88</a:t>
            </a:r>
            <a:endPar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p:txBody>
      </p:sp>
      <p:sp>
        <p:nvSpPr>
          <p:cNvPr id="1048586" name="Rectangle 7"/>
          <p:cNvSpPr>
            <a:spLocks noChangeAspect="1" noChangeArrowheads="1"/>
          </p:cNvSpPr>
          <p:nvPr/>
        </p:nvSpPr>
        <p:spPr bwMode="auto">
          <a:xfrm>
            <a:off x="-1121144" y="1633769"/>
            <a:ext cx="960000" cy="960000"/>
          </a:xfrm>
          <a:prstGeom prst="rect">
            <a:avLst/>
          </a:prstGeom>
          <a:solidFill>
            <a:srgbClr val="4B5154"/>
          </a:solidFill>
          <a:ln>
            <a:noFill/>
          </a:ln>
          <a:effectLst/>
        </p:spPr>
        <p:txBody>
          <a:bodyPr wrap="none" anchor="b"/>
          <a:lstStyle/>
          <a:p>
            <a:pPr marL="0" marR="0" lvl="0" indent="0" algn="l" defTabSz="821690" rtl="0" eaLnBrk="1" fontAlgn="auto" latinLnBrk="0" hangingPunct="1">
              <a:lnSpc>
                <a:spcPct val="100000"/>
              </a:lnSpc>
              <a:spcBef>
                <a:spcPts val="0"/>
              </a:spcBef>
              <a:spcAft>
                <a:spcPts val="0"/>
              </a:spcAft>
              <a:buClrTx/>
              <a:buSzTx/>
              <a:buFontTx/>
              <a:buNone/>
              <a:defRPr/>
            </a:pPr>
            <a:r>
              <a:rPr kumimoji="0" lang="zh-CN" altLang="en-US"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rPr>
              <a:t>科技灰</a:t>
            </a:r>
            <a:endParaRPr kumimoji="0" lang="en-US" altLang="zh-CN" sz="1065" b="0" i="0" u="none" strike="noStrike" kern="1200" cap="none" spc="0" normalizeH="0" baseline="0" noProof="0" dirty="0">
              <a:ln>
                <a:noFill/>
              </a:ln>
              <a:solidFill>
                <a:srgbClr val="FFFFFF"/>
              </a:solidFill>
              <a:effectLst/>
              <a:uLnTx/>
              <a:uFillTx/>
              <a:latin typeface="Source Han Sans CN" charset="-122"/>
              <a:ea typeface="Source Han Sans CN" charset="-122"/>
              <a:cs typeface="Source Han Sans CN" charset="-122"/>
            </a:endParaRPr>
          </a:p>
          <a:p>
            <a:pPr marL="0" marR="0" lvl="0" indent="0" algn="l" defTabSz="821690" rtl="0" eaLnBrk="1" fontAlgn="auto" latinLnBrk="0" hangingPunct="1">
              <a:lnSpc>
                <a:spcPct val="100000"/>
              </a:lnSpc>
              <a:spcBef>
                <a:spcPts val="0"/>
              </a:spcBef>
              <a:spcAft>
                <a:spcPts val="0"/>
              </a:spcAft>
              <a:buClrTx/>
              <a:buSzTx/>
              <a:buFontTx/>
              <a:buNone/>
              <a:defRPr/>
            </a:pP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R</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75</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G</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81</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endPar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a:p>
            <a:pPr marL="0" marR="0" lvl="0" indent="0" algn="l" defTabSz="821690" rtl="0" eaLnBrk="1" fontAlgn="auto" latinLnBrk="0" hangingPunct="1">
              <a:lnSpc>
                <a:spcPct val="100000"/>
              </a:lnSpc>
              <a:spcBef>
                <a:spcPts val="0"/>
              </a:spcBef>
              <a:spcAft>
                <a:spcPts val="0"/>
              </a:spcAft>
              <a:buClrTx/>
              <a:buSzTx/>
              <a:buFontTx/>
              <a:buNone/>
              <a:defRPr/>
            </a:pP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B</a:t>
            </a:r>
            <a:r>
              <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 </a:t>
            </a:r>
            <a:r>
              <a:rPr kumimoji="0" lang="en-US" altLang="zh-CN" sz="1065" b="0" i="0" u="none" strike="noStrike" kern="1200" cap="none" spc="0" normalizeH="0" baseline="0" noProof="0" dirty="0">
                <a:ln>
                  <a:noFill/>
                </a:ln>
                <a:solidFill>
                  <a:srgbClr val="FFFFFF"/>
                </a:solidFill>
                <a:effectLst/>
                <a:uLnTx/>
                <a:uFillTx/>
                <a:latin typeface="Myriad Pro" charset="0"/>
                <a:ea typeface="Myriad Pro" charset="0"/>
                <a:cs typeface="Myriad Pro" charset="0"/>
              </a:rPr>
              <a:t>184</a:t>
            </a:r>
            <a:endParaRPr kumimoji="0" lang="zh-CN" altLang="en-US" sz="1065" b="0" i="0" u="none" strike="noStrike" kern="1200" cap="none" spc="0" normalizeH="0" baseline="0" noProof="0" dirty="0">
              <a:ln>
                <a:noFill/>
              </a:ln>
              <a:solidFill>
                <a:srgbClr val="FFFFFF"/>
              </a:solidFill>
              <a:effectLst/>
              <a:uLnTx/>
              <a:uFillTx/>
              <a:latin typeface="Myriad Pro" charset="0"/>
              <a:ea typeface="Myriad Pro" charset="0"/>
              <a:cs typeface="Myriad Pro" charset="0"/>
            </a:endParaRPr>
          </a:p>
        </p:txBody>
      </p:sp>
      <p:sp>
        <p:nvSpPr>
          <p:cNvPr id="1048587" name="文本框 18"/>
          <p:cNvSpPr txBox="1"/>
          <p:nvPr/>
        </p:nvSpPr>
        <p:spPr>
          <a:xfrm>
            <a:off x="-1203952" y="1145492"/>
            <a:ext cx="1198880" cy="460375"/>
          </a:xfrm>
          <a:prstGeom prst="rect">
            <a:avLst/>
          </a:prstGeom>
          <a:noFill/>
        </p:spPr>
        <p:txBody>
          <a:bodyPr wrap="none" rtlCol="0">
            <a:spAutoFit/>
          </a:bodyPr>
          <a:lstStyle/>
          <a:p>
            <a:pPr marL="0" marR="0" lvl="0" indent="0" algn="r" defTabSz="914400" rtl="0" eaLnBrk="1" fontAlgn="auto" latinLnBrk="0" hangingPunct="1">
              <a:lnSpc>
                <a:spcPct val="150000"/>
              </a:lnSpc>
              <a:spcBef>
                <a:spcPts val="0"/>
              </a:spcBef>
              <a:spcAft>
                <a:spcPts val="0"/>
              </a:spcAft>
              <a:buClrTx/>
              <a:buSzTx/>
              <a:buFontTx/>
              <a:buNone/>
              <a:defRPr/>
            </a:pPr>
            <a:r>
              <a:rPr kumimoji="1" lang="zh-CN" altLang="en-US" sz="1600" b="0" i="0" u="none" strike="noStrike" kern="1200" cap="none" spc="0" normalizeH="0" baseline="0" noProof="0" dirty="0">
                <a:ln>
                  <a:noFill/>
                </a:ln>
                <a:solidFill>
                  <a:srgbClr val="4C5154"/>
                </a:solidFill>
                <a:effectLst/>
                <a:uLnTx/>
                <a:uFillTx/>
                <a:latin typeface="微软雅黑" panose="020B0503020204020204" charset="-122"/>
                <a:ea typeface="微软雅黑" panose="020B0503020204020204" charset="-122"/>
                <a:cs typeface="+mn-cs"/>
              </a:rPr>
              <a:t>品牌识别色</a:t>
            </a:r>
            <a:endParaRPr kumimoji="1" lang="en-US" altLang="zh-CN" sz="1600" b="0" i="0" u="none" strike="noStrike" kern="1200" cap="none" spc="0" normalizeH="0" baseline="0" noProof="0" dirty="0">
              <a:ln>
                <a:noFill/>
              </a:ln>
              <a:solidFill>
                <a:srgbClr val="4C5154"/>
              </a:solidFill>
              <a:effectLst/>
              <a:uLnTx/>
              <a:uFillTx/>
              <a:latin typeface="微软雅黑" panose="020B0503020204020204" charset="-122"/>
              <a:ea typeface="微软雅黑" panose="020B0503020204020204" charset="-122"/>
              <a:cs typeface="+mn-c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sp>
        <p:nvSpPr>
          <p:cNvPr id="4" name="矩形 3"/>
          <p:cNvSpPr/>
          <p:nvPr userDrawn="1"/>
        </p:nvSpPr>
        <p:spPr>
          <a:xfrm>
            <a:off x="-19051" y="-50006"/>
            <a:ext cx="12239625" cy="103794"/>
          </a:xfrm>
          <a:prstGeom prst="rect">
            <a:avLst/>
          </a:prstGeom>
          <a:gradFill>
            <a:gsLst>
              <a:gs pos="0">
                <a:srgbClr val="1EAAE6"/>
              </a:gs>
              <a:gs pos="100000">
                <a:srgbClr val="007DD2"/>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ea"/>
            </a:endParaRPr>
          </a:p>
        </p:txBody>
      </p:sp>
      <p:pic>
        <p:nvPicPr>
          <p:cNvPr id="6" name="图片 5"/>
          <p:cNvPicPr>
            <a:picLocks noChangeAspect="1"/>
          </p:cNvPicPr>
          <p:nvPr userDrawn="1"/>
        </p:nvPicPr>
        <p:blipFill>
          <a:blip r:embed="rId2"/>
          <a:stretch>
            <a:fillRect/>
          </a:stretch>
        </p:blipFill>
        <p:spPr>
          <a:xfrm>
            <a:off x="10931845" y="347084"/>
            <a:ext cx="865188" cy="432594"/>
          </a:xfrm>
          <a:prstGeom prst="rect">
            <a:avLst/>
          </a:prstGeom>
        </p:spPr>
      </p:pic>
      <p:sp>
        <p:nvSpPr>
          <p:cNvPr id="2" name="文本框 1"/>
          <p:cNvSpPr txBox="1"/>
          <p:nvPr userDrawn="1"/>
        </p:nvSpPr>
        <p:spPr>
          <a:xfrm>
            <a:off x="679076" y="739588"/>
            <a:ext cx="3099548"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7DD2"/>
              </a:solidFill>
              <a:effectLst/>
              <a:uLnTx/>
              <a:uFillTx/>
              <a:latin typeface="Arial" panose="020B0604020202020204"/>
              <a:ea typeface="微软雅黑" panose="020B0503020204020204" charset="-122"/>
              <a:cs typeface="+mn-cs"/>
            </a:endParaRPr>
          </a:p>
        </p:txBody>
      </p:sp>
      <p:sp>
        <p:nvSpPr>
          <p:cNvPr id="9" name="标题 7"/>
          <p:cNvSpPr>
            <a:spLocks noGrp="1"/>
          </p:cNvSpPr>
          <p:nvPr>
            <p:ph type="title"/>
          </p:nvPr>
        </p:nvSpPr>
        <p:spPr>
          <a:xfrm>
            <a:off x="345322" y="785224"/>
            <a:ext cx="4239378" cy="1957976"/>
          </a:xfrm>
          <a:prstGeom prst="rect">
            <a:avLst/>
          </a:prstGeom>
        </p:spPr>
        <p:txBody>
          <a:bodyPr/>
          <a:lstStyle>
            <a:lvl1pPr marL="0" algn="l" defTabSz="914400" rtl="0" eaLnBrk="1" latinLnBrk="0" hangingPunct="1">
              <a:lnSpc>
                <a:spcPct val="120000"/>
              </a:lnSpc>
              <a:defRPr lang="zh-CN" altLang="en-US" sz="2200" kern="1200" dirty="0">
                <a:solidFill>
                  <a:srgbClr val="007DD2"/>
                </a:solidFill>
                <a:latin typeface="微软雅黑" panose="020B0503020204020204" charset="-122"/>
                <a:ea typeface="微软雅黑" panose="020B0503020204020204" charset="-122"/>
                <a:cs typeface="+mj-cs"/>
              </a:defRPr>
            </a:lvl1pPr>
          </a:lstStyle>
          <a:p>
            <a:r>
              <a:rPr lang="zh-CN" altLang="en-US" dirty="0"/>
              <a:t>单击此处编辑母版标题样式</a:t>
            </a:r>
            <a:endParaRPr lang="zh-CN" altLang="en-US"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451878"/>
          </a:xfrm>
          <a:prstGeom prst="rect">
            <a:avLst/>
          </a:prstGeom>
        </p:spPr>
        <p:txBody>
          <a:bodyPr lIns="81750" tIns="40874" rIns="81750" bIns="40874">
            <a:spAutoFit/>
          </a:bodyPr>
          <a:lstStyle>
            <a:lvl1pPr>
              <a:defRPr sz="24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304823" cy="378012"/>
          </a:xfrm>
          <a:prstGeom prst="rect">
            <a:avLst/>
          </a:prstGeom>
        </p:spPr>
        <p:txBody>
          <a:bodyPr wrap="square" lIns="81750" tIns="40874" rIns="81750" bIns="40874">
            <a:spAutoFit/>
          </a:bodyPr>
          <a:lstStyle>
            <a:lvl1pPr marL="318770" indent="-318770">
              <a:lnSpc>
                <a:spcPct val="120000"/>
              </a:lnSpc>
              <a:spcBef>
                <a:spcPts val="385"/>
              </a:spcBef>
              <a:buFontTx/>
              <a:buBlip>
                <a:blip r:embed="rId2"/>
              </a:buBlip>
              <a:defRPr sz="16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a:defRPr/>
            </a:pPr>
            <a:r>
              <a:rPr lang="en-US" altLang="zh-CN" dirty="0"/>
              <a:t>XX</a:t>
            </a:r>
            <a:r>
              <a:rPr lang="zh-CN" altLang="en-US"/>
              <a:t>公司 </a:t>
            </a:r>
            <a:r>
              <a:rPr lang="en-US" altLang="zh-CN" dirty="0"/>
              <a:t>2015</a:t>
            </a:r>
            <a:r>
              <a:rPr lang="zh-CN" altLang="en-US"/>
              <a:t>年</a:t>
            </a:r>
            <a:r>
              <a:rPr lang="en-US" altLang="zh-CN" dirty="0"/>
              <a:t>12</a:t>
            </a:r>
            <a:r>
              <a:rPr lang="zh-CN" altLang="en-US"/>
              <a:t>月</a:t>
            </a:r>
            <a:r>
              <a:rPr lang="en-US" altLang="zh-CN" dirty="0"/>
              <a:t>7</a:t>
            </a:r>
            <a:r>
              <a:rPr lang="zh-CN" altLang="en-US"/>
              <a:t>日</a:t>
            </a:r>
            <a:endParaRPr lang="zh-CN" altLang="en-US"/>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endParaRPr lang="zh-CN" altLang="en-US"/>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fld id="{0C913308-F349-4B6D-A68A-DD1791B4A57B}" type="slidenum">
              <a:rPr lang="zh-CN" altLang="en-US" smtClean="0"/>
            </a:fld>
            <a:endParaRPr lang="zh-CN" altLang="en-US"/>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8477250" y="242586"/>
            <a:ext cx="3714750" cy="828675"/>
          </a:xfrm>
          <a:prstGeom prst="rect">
            <a:avLst/>
          </a:prstGeom>
        </p:spPr>
      </p:pic>
      <p:sp>
        <p:nvSpPr>
          <p:cNvPr id="8" name="文本框 7"/>
          <p:cNvSpPr txBox="1"/>
          <p:nvPr userDrawn="1"/>
        </p:nvSpPr>
        <p:spPr>
          <a:xfrm>
            <a:off x="342146" y="1349118"/>
            <a:ext cx="1928733" cy="33855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rPr>
              <a:t>企业信息 严格保密</a:t>
            </a:r>
            <a:endParaRPr kumimoji="0" lang="zh-CN" altLang="en-US" sz="1600" b="0"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
        <p:nvSpPr>
          <p:cNvPr id="3" name="矩形 2"/>
          <p:cNvSpPr/>
          <p:nvPr userDrawn="1"/>
        </p:nvSpPr>
        <p:spPr bwMode="auto">
          <a:xfrm>
            <a:off x="244929" y="242586"/>
            <a:ext cx="3118757" cy="828675"/>
          </a:xfrm>
          <a:prstGeom prst="rect">
            <a:avLst/>
          </a:prstGeom>
          <a:solidFill>
            <a:srgbClr val="152A8C"/>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pic>
        <p:nvPicPr>
          <p:cNvPr id="9" name="图片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54655" y="250101"/>
            <a:ext cx="3156734" cy="816857"/>
          </a:xfrm>
          <a:prstGeom prst="rect">
            <a:avLst/>
          </a:prstGeom>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3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3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3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3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3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3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3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4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4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4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4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4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4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4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4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4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5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5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5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5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5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5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5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5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5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6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6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6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6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6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6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6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6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6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7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7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7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7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7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7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7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7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7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7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8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8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8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8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8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8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8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8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8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8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9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49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9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49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49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9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9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9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49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49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0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0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0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0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0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0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0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0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0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0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1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1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1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1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1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1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1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1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1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1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2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2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2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2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2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2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2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2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2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2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3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3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3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3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3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3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3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3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3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4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4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4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4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4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4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4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4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5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5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5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5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5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5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5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5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6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6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6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6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6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6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6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6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6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7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7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7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7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7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7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7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7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7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8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8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8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8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8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8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8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8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8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8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9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9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59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59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9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9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9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59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59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59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0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0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0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0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0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0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0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0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0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0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1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1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1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1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1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1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1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1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1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2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2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2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2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2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2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2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2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2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3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3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3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3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3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3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3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3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4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4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4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4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4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4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4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4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4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4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5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5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5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5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5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5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5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5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5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5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6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6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6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6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6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6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6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6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6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6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7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7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7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7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7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7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7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7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7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7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8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8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8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8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8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8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8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8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8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8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9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9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69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9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9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9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69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69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69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69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0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0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0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0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0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0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0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0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0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0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1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1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1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1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1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1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1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1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1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2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2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2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2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2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2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2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3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3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3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3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3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3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3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3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3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3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4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4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4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4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4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4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4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4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4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5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5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5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5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5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5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5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5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5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5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6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6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6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6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6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6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6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6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6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6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7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7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7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7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7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7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7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7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7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8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8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8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8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8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8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8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8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8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8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9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79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9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9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9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79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79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79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9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79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0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0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0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0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0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0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0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0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0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0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1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1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1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1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2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2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2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2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2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2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2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2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3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3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3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3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3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3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3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3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3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4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4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4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4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4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4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4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4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4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4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5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5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5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5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5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5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5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5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5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6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6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6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6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6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6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6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6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6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7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7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7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7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7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7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7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7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7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8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8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8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8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8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8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8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8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8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9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9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9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89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89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89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9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89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89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0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0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0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0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0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0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0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0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1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1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1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2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2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2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2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2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2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2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3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3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3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3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3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3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3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4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4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4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4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4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4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4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4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4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5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5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5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5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5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5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5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5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6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61.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96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6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6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6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6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6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6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6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7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7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7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7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7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7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7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7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7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8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8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8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8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8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8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8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8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8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8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9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9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99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9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99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99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99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9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99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99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0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0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0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0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0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0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0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0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0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1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1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1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2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2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2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2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2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2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2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3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3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3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3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3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3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3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4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4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4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4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4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4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4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4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4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5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5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5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5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5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5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5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5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6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6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6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6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6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6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6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6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7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7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7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7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7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7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7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7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8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8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8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8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8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8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8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8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8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9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9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9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09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09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9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09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09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0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0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0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0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0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0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0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0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0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0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0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1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1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1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1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2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2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2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2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2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2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2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2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2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2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3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3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3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3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3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3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3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3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3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3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4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4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4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4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4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4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4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4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4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5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5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5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5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5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5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5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5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5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5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6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6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6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6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6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6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6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6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69.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17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7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7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7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7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7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7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7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8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8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8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8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8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8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8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8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8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19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9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9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19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19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9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19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19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1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0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0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0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0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0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0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0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0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0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1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1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1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1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2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2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2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2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2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2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2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2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2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3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3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3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3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3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3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3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3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3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3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4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4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4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4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4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4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4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4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4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4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5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5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5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5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5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5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5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5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5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5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6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6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6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6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6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6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6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6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6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6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7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7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7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7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7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7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7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7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7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7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8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8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8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8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8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8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8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28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8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8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9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9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29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29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9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29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29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29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29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0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0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0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0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0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05.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0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0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0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0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1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1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1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1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1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1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1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2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2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2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2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24.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32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2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2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2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3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3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3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3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3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3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3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4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4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4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4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4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4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4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4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4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5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5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5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5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5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5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5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5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6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6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6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6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6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6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6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6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7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7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7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7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7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7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7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7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8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8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8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8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8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8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8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88.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8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9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391.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9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93.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39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39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9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39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39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39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0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0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0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0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0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0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06.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标题 1"/>
          <p:cNvSpPr>
            <a:spLocks noGrp="1"/>
          </p:cNvSpPr>
          <p:nvPr>
            <p:ph type="title"/>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140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08.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0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10.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12.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14.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15.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1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1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19.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2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2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23.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2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25.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2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2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28.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2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31.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32.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3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34.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35.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3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37.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3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39.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40.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41.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4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43.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44.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4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46.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4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48.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49.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50.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51.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52.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5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5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55.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5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57.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58.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59.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6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61.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62.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6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64.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6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66.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67.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68.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69.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70.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7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73.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7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75.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76.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77.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78.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7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
        <p:nvSpPr>
          <p:cNvPr id="4" name="文本占位符 3"/>
          <p:cNvSpPr>
            <a:spLocks noGrp="1"/>
          </p:cNvSpPr>
          <p:nvPr>
            <p:ph type="body" sz="quarter" idx="10" hasCustomPrompt="1"/>
          </p:nvPr>
        </p:nvSpPr>
        <p:spPr>
          <a:xfrm>
            <a:off x="412048" y="956011"/>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Tree>
  </p:cSld>
  <p:clrMapOvr>
    <a:masterClrMapping/>
  </p:clrMapOvr>
</p:sldLayout>
</file>

<file path=ppt/slideLayouts/slideLayout148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文本占位符 3"/>
          <p:cNvSpPr>
            <a:spLocks noGrp="1"/>
          </p:cNvSpPr>
          <p:nvPr>
            <p:ph type="body" sz="quarter" idx="10" hasCustomPrompt="1"/>
          </p:nvPr>
        </p:nvSpPr>
        <p:spPr>
          <a:xfrm>
            <a:off x="412048" y="964557"/>
            <a:ext cx="11779952" cy="1989667"/>
          </a:xfrm>
          <a:prstGeom prst="rect">
            <a:avLst/>
          </a:prstGeom>
        </p:spPr>
        <p:txBody>
          <a:bodyPr lIns="81750" tIns="40874" rIns="81750" bIns="40874"/>
          <a:lstStyle>
            <a:lvl1pPr marL="318770" indent="-318770">
              <a:lnSpc>
                <a:spcPct val="120000"/>
              </a:lnSpc>
              <a:spcBef>
                <a:spcPts val="385"/>
              </a:spcBef>
              <a:buFontTx/>
              <a:buBlip>
                <a:blip r:embed="rId2"/>
              </a:buBlip>
              <a:defRPr sz="1800" b="1">
                <a:solidFill>
                  <a:srgbClr val="112D98"/>
                </a:solidFill>
                <a:latin typeface="微软雅黑" panose="020B0503020204020204" charset="-122"/>
                <a:ea typeface="微软雅黑" panose="020B0503020204020204" charset="-122"/>
              </a:defRPr>
            </a:lvl1pPr>
            <a:lvl2pPr marL="482600" indent="-262890">
              <a:lnSpc>
                <a:spcPct val="120000"/>
              </a:lnSpc>
              <a:buSzPct val="100000"/>
              <a:buFont typeface="Wingdings" panose="05000000000000000000" pitchFamily="2" charset="2"/>
              <a:buChar char="Ø"/>
              <a:defRPr sz="1600" b="1">
                <a:solidFill>
                  <a:srgbClr val="112D98"/>
                </a:solidFill>
                <a:latin typeface="微软雅黑" panose="020B0503020204020204" charset="-122"/>
                <a:ea typeface="微软雅黑" panose="020B0503020204020204" charset="-122"/>
              </a:defRPr>
            </a:lvl2pPr>
            <a:lvl3pPr marL="643890" indent="-212090">
              <a:lnSpc>
                <a:spcPct val="120000"/>
              </a:lnSpc>
              <a:buFont typeface="Wingdings" panose="05000000000000000000" pitchFamily="2" charset="2"/>
              <a:buChar char="n"/>
              <a:defRPr sz="1400" b="1">
                <a:solidFill>
                  <a:srgbClr val="112D98"/>
                </a:solidFill>
                <a:latin typeface="微软雅黑" panose="020B0503020204020204" charset="-122"/>
                <a:ea typeface="微软雅黑" panose="020B0503020204020204" charset="-122"/>
              </a:defRPr>
            </a:lvl3pPr>
            <a:lvl4pPr marL="1523365" indent="-255270">
              <a:lnSpc>
                <a:spcPct val="120000"/>
              </a:lnSpc>
              <a:buFont typeface="Wingdings" panose="05000000000000000000" pitchFamily="2" charset="2"/>
              <a:buChar char="l"/>
              <a:defRPr sz="1300" b="1">
                <a:latin typeface="微软雅黑" panose="020B0503020204020204" charset="-122"/>
                <a:ea typeface="微软雅黑" panose="020B0503020204020204" charset="-122"/>
              </a:defRPr>
            </a:lvl4pPr>
            <a:lvl5pPr marL="1946275" indent="-255270">
              <a:lnSpc>
                <a:spcPct val="120000"/>
              </a:lnSpc>
              <a:buFont typeface="Wingdings" panose="05000000000000000000" pitchFamily="2" charset="2"/>
              <a:buChar char="u"/>
              <a:defRPr sz="1100" b="1">
                <a:latin typeface="微软雅黑" panose="020B0503020204020204" charset="-122"/>
                <a:ea typeface="微软雅黑" panose="020B0503020204020204" charset="-122"/>
              </a:defRPr>
            </a:lvl5pPr>
          </a:lstStyle>
          <a:p>
            <a:pPr lvl="0"/>
            <a:r>
              <a:rPr lang="zh-CN" altLang="en-US" dirty="0"/>
              <a:t>单击此处添加一级文本</a:t>
            </a:r>
            <a:endParaRPr lang="en-US" altLang="zh-CN" dirty="0"/>
          </a:p>
          <a:p>
            <a:pPr lvl="1"/>
            <a:r>
              <a:rPr lang="zh-CN" altLang="en-US" dirty="0"/>
              <a:t>单击此处添加二级文本</a:t>
            </a:r>
            <a:endParaRPr lang="en-US" altLang="zh-CN" dirty="0"/>
          </a:p>
          <a:p>
            <a:pPr lvl="2"/>
            <a:r>
              <a:rPr lang="en-US" altLang="zh-CN" dirty="0"/>
              <a:t> </a:t>
            </a:r>
            <a:r>
              <a:rPr lang="zh-CN" altLang="en-US" dirty="0"/>
              <a:t>三级文本</a:t>
            </a:r>
            <a:endParaRPr lang="en-US" altLang="zh-CN" dirty="0"/>
          </a:p>
        </p:txBody>
      </p:sp>
      <p:sp>
        <p:nvSpPr>
          <p:cNvPr id="5" name="标题 1"/>
          <p:cNvSpPr>
            <a:spLocks noGrp="1"/>
          </p:cNvSpPr>
          <p:nvPr>
            <p:ph type="title" hasCustomPrompt="1"/>
          </p:nvPr>
        </p:nvSpPr>
        <p:spPr>
          <a:xfrm>
            <a:off x="412048"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8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482.xml><?xml version="1.0" encoding="utf-8"?>
<p:sldLayout xmlns:a="http://schemas.openxmlformats.org/drawingml/2006/main" xmlns:r="http://schemas.openxmlformats.org/officeDocument/2006/relationships" xmlns:p="http://schemas.openxmlformats.org/presentationml/2006/main" preserve="1" userDrawn="1">
  <p:cSld name="2_仅标题">
    <p:spTree>
      <p:nvGrpSpPr>
        <p:cNvPr id="1" name=""/>
        <p:cNvGrpSpPr/>
        <p:nvPr/>
      </p:nvGrpSpPr>
      <p:grpSpPr>
        <a:xfrm>
          <a:off x="0" y="0"/>
          <a:ext cx="0" cy="0"/>
          <a:chOff x="0" y="0"/>
          <a:chExt cx="0" cy="0"/>
        </a:xfrm>
      </p:grpSpPr>
      <p:sp>
        <p:nvSpPr>
          <p:cNvPr id="6" name="内容占位符 9"/>
          <p:cNvSpPr>
            <a:spLocks noGrp="1"/>
          </p:cNvSpPr>
          <p:nvPr>
            <p:ph sz="quarter" idx="13"/>
          </p:nvPr>
        </p:nvSpPr>
        <p:spPr>
          <a:xfrm>
            <a:off x="451744" y="1001126"/>
            <a:ext cx="11082187" cy="5551404"/>
          </a:xfrm>
          <a:prstGeom prst="rect">
            <a:avLst/>
          </a:prstGeom>
        </p:spPr>
        <p:txBody>
          <a:bodyPr lIns="87259" tIns="43630" rIns="87259" bIns="43630"/>
          <a:lstStyle>
            <a:lvl1pPr>
              <a:buFontTx/>
              <a:buBlip>
                <a:blip r:embed="rId2"/>
              </a:buBlip>
              <a:defRPr kumimoji="1" lang="zh-CN" altLang="en-US" sz="1900" b="1" dirty="0" smtClean="0">
                <a:solidFill>
                  <a:srgbClr val="112D98"/>
                </a:solidFill>
                <a:latin typeface="微软雅黑" panose="020B0503020204020204" charset="-122"/>
                <a:ea typeface="微软雅黑" panose="020B0503020204020204" charset="-122"/>
                <a:cs typeface="+mn-cs"/>
              </a:defRPr>
            </a:lvl1pPr>
            <a:lvl2pPr>
              <a:buFontTx/>
              <a:buBlip>
                <a:blip r:embed="rId3"/>
              </a:buBlip>
              <a:defRPr kumimoji="1" lang="zh-CN" altLang="en-US" sz="1700" b="1" dirty="0" smtClean="0">
                <a:solidFill>
                  <a:srgbClr val="112D98"/>
                </a:solidFill>
                <a:latin typeface="微软雅黑" panose="020B0503020204020204" charset="-122"/>
                <a:ea typeface="微软雅黑" panose="020B0503020204020204" charset="-122"/>
              </a:defRPr>
            </a:lvl2pPr>
            <a:lvl3pPr>
              <a:buFontTx/>
              <a:buBlip>
                <a:blip r:embed="rId4"/>
              </a:buBlip>
              <a:defRPr kumimoji="1" lang="zh-CN" altLang="en-US" sz="1600" b="1" dirty="0" smtClean="0">
                <a:solidFill>
                  <a:srgbClr val="112D98"/>
                </a:solidFill>
                <a:latin typeface="微软雅黑" panose="020B0503020204020204" charset="-122"/>
                <a:ea typeface="微软雅黑" panose="020B0503020204020204" charset="-122"/>
              </a:defRPr>
            </a:lvl3pPr>
            <a:lvl4pPr>
              <a:defRPr kumimoji="1" lang="zh-CN" altLang="en-US" sz="1400" b="1" dirty="0" smtClean="0">
                <a:solidFill>
                  <a:srgbClr val="000066"/>
                </a:solidFill>
                <a:latin typeface="微软雅黑" panose="020B0503020204020204" charset="-122"/>
                <a:ea typeface="微软雅黑" panose="020B0503020204020204" charset="-122"/>
              </a:defRPr>
            </a:lvl4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灯片编号占位符 4"/>
          <p:cNvSpPr>
            <a:spLocks noGrp="1"/>
          </p:cNvSpPr>
          <p:nvPr>
            <p:ph type="sldNum" sz="quarter" idx="14"/>
          </p:nvPr>
        </p:nvSpPr>
        <p:spPr>
          <a:xfrm>
            <a:off x="8791055" y="6356937"/>
            <a:ext cx="2845283" cy="364281"/>
          </a:xfrm>
          <a:prstGeom prst="rect">
            <a:avLst/>
          </a:prstGeom>
        </p:spPr>
        <p:txBody>
          <a:bodyPr lIns="87259" tIns="43630" rIns="87259" bIns="43630"/>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XX</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公司 </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2015</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年</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12</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月</a:t>
            </a:r>
            <a:r>
              <a:rPr kumimoji="0" lang="en-US" altLang="zh-CN" sz="1800" b="0" i="0" u="none" strike="noStrike" kern="1200" cap="none" spc="0" normalizeH="0" baseline="0" noProof="0" dirty="0">
                <a:ln>
                  <a:noFill/>
                </a:ln>
                <a:solidFill>
                  <a:srgbClr val="FFFFFF"/>
                </a:solidFill>
                <a:effectLst/>
                <a:uLnTx/>
                <a:uFillTx/>
                <a:latin typeface="Arial" panose="020B0604020202020204"/>
                <a:ea typeface="黑体" panose="02010609060101010101" pitchFamily="49" charset="-122"/>
                <a:cs typeface="+mn-cs"/>
              </a:rPr>
              <a:t>7</a:t>
            </a:r>
            <a:r>
              <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rPr>
              <a:t>日</a:t>
            </a: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标题 1"/>
          <p:cNvSpPr>
            <a:spLocks noGrp="1"/>
          </p:cNvSpPr>
          <p:nvPr>
            <p:ph type="title" hasCustomPrompt="1"/>
          </p:nvPr>
        </p:nvSpPr>
        <p:spPr>
          <a:xfrm>
            <a:off x="451744" y="169640"/>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8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77860" y="990187"/>
            <a:ext cx="10947715" cy="5472231"/>
          </a:xfrm>
          <a:prstGeom prst="rect">
            <a:avLst/>
          </a:prstGeom>
        </p:spPr>
        <p:txBody>
          <a:bodyPr lIns="81750" tIns="40874" rIns="81750" bIns="40874"/>
          <a:lstStyle>
            <a:lvl1pPr>
              <a:defRPr>
                <a:solidFill>
                  <a:srgbClr val="102A8D"/>
                </a:solidFill>
              </a:defRPr>
            </a:lvl1pPr>
            <a:lvl2pPr>
              <a:defRPr>
                <a:solidFill>
                  <a:srgbClr val="102A8D"/>
                </a:solidFill>
              </a:defRPr>
            </a:lvl2pPr>
            <a:lvl3pPr>
              <a:defRPr>
                <a:solidFill>
                  <a:srgbClr val="102A8D"/>
                </a:solidFill>
              </a:defRPr>
            </a:lvl3pPr>
            <a:lvl4pPr>
              <a:defRPr>
                <a:solidFill>
                  <a:srgbClr val="102A8D"/>
                </a:solidFill>
              </a:defRPr>
            </a:lvl4pPr>
            <a:lvl5pPr>
              <a:defRPr>
                <a:solidFill>
                  <a:srgbClr val="102A8D"/>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标题 1"/>
          <p:cNvSpPr>
            <a:spLocks noGrp="1"/>
          </p:cNvSpPr>
          <p:nvPr>
            <p:ph type="title" hasCustomPrompt="1"/>
          </p:nvPr>
        </p:nvSpPr>
        <p:spPr>
          <a:xfrm>
            <a:off x="477860" y="212368"/>
            <a:ext cx="9850832" cy="548571"/>
          </a:xfrm>
          <a:prstGeom prst="rect">
            <a:avLst/>
          </a:prstGeom>
        </p:spPr>
        <p:txBody>
          <a:bodyPr lIns="81750" tIns="40874" rIns="81750" bIns="40874"/>
          <a:lstStyle>
            <a:lvl1pPr>
              <a:defRPr sz="2300">
                <a:solidFill>
                  <a:srgbClr val="112D98"/>
                </a:solidFill>
                <a:latin typeface="微软雅黑" panose="020B0503020204020204" charset="-122"/>
                <a:ea typeface="微软雅黑" panose="020B0503020204020204" charset="-122"/>
              </a:defRPr>
            </a:lvl1pPr>
          </a:lstStyle>
          <a:p>
            <a:r>
              <a:rPr lang="zh-CN" altLang="en-US" dirty="0"/>
              <a:t>单击此处添加二级目录标题</a:t>
            </a:r>
            <a:endParaRPr lang="zh-CN" altLang="en-US" dirty="0"/>
          </a:p>
        </p:txBody>
      </p:sp>
    </p:spTree>
  </p:cSld>
  <p:clrMapOvr>
    <a:masterClrMapping/>
  </p:clrMapOvr>
</p:sldLayout>
</file>

<file path=ppt/slideLayouts/slideLayout148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7"/>
            <a:ext cx="10363200" cy="1470025"/>
          </a:xfrm>
          <a:prstGeom prst="rect">
            <a:avLst/>
          </a:prstGeom>
        </p:spPr>
        <p:txBody>
          <a:bodyPr/>
          <a:lstStyle>
            <a:lvl1pPr>
              <a:defRPr>
                <a:solidFill>
                  <a:srgbClr val="112D98"/>
                </a:solidFill>
              </a:defRPr>
            </a:lvl1pPr>
          </a:lstStyle>
          <a:p>
            <a:r>
              <a:rPr lang="zh-CN" altLang="en-US" dirty="0"/>
              <a:t>单击此处编辑母版标题样式</a:t>
            </a:r>
            <a:endParaRPr lang="zh-CN" altLang="en-US" dirty="0"/>
          </a:p>
        </p:txBody>
      </p:sp>
      <p:sp>
        <p:nvSpPr>
          <p:cNvPr id="3" name="副标题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199765" indent="0" algn="ctr">
              <a:buNone/>
              <a:defRPr>
                <a:solidFill>
                  <a:schemeClr val="tx1">
                    <a:tint val="75000"/>
                  </a:schemeClr>
                </a:solidFill>
              </a:defRPr>
            </a:lvl8pPr>
            <a:lvl9pPr marL="3656965" indent="0" algn="ctr">
              <a:buNone/>
              <a:defRPr>
                <a:solidFill>
                  <a:schemeClr val="tx1">
                    <a:tint val="75000"/>
                  </a:schemeClr>
                </a:solidFill>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611195"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5" name="页脚占位符 4"/>
          <p:cNvSpPr>
            <a:spLocks noGrp="1"/>
          </p:cNvSpPr>
          <p:nvPr>
            <p:ph type="ftr" sz="quarter" idx="11"/>
          </p:nvPr>
        </p:nvSpPr>
        <p:spPr>
          <a:xfrm>
            <a:off x="4164871" y="6244599"/>
            <a:ext cx="3862260"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
        <p:nvSpPr>
          <p:cNvPr id="6" name="灯片编号占位符 5"/>
          <p:cNvSpPr>
            <a:spLocks noGrp="1"/>
          </p:cNvSpPr>
          <p:nvPr>
            <p:ph type="sldNum" sz="quarter" idx="12"/>
          </p:nvPr>
        </p:nvSpPr>
        <p:spPr>
          <a:xfrm>
            <a:off x="8737874" y="6244599"/>
            <a:ext cx="2842941" cy="478627"/>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FFFFFF"/>
                </a:solidFill>
                <a:effectLst/>
                <a:uLnTx/>
                <a:uFillTx/>
                <a:latin typeface="Arial" panose="020B0604020202020204"/>
                <a:ea typeface="黑体" panose="02010609060101010101" pitchFamily="49" charset="-122"/>
                <a:cs typeface="+mn-cs"/>
              </a:rPr>
            </a:fld>
            <a:endParaRPr kumimoji="0" lang="zh-CN" altLang="en-US" sz="1800" b="0" i="0" u="none" strike="noStrike" kern="1200" cap="none" spc="0" normalizeH="0" baseline="0" noProof="0">
              <a:ln>
                <a:noFill/>
              </a:ln>
              <a:solidFill>
                <a:srgbClr val="FFFFFF"/>
              </a:solidFill>
              <a:effectLst/>
              <a:uLnTx/>
              <a:uFillTx/>
              <a:latin typeface="Arial" panose="020B0604020202020204"/>
              <a:ea typeface="黑体" panose="02010609060101010101" pitchFamily="49" charset="-122"/>
              <a:cs typeface="+mn-cs"/>
            </a:endParaRPr>
          </a:p>
        </p:txBody>
      </p:sp>
    </p:spTree>
  </p:cSld>
  <p:clrMapOvr>
    <a:masterClrMapping/>
  </p:clrMapOvr>
</p:sldLayout>
</file>

<file path=ppt/slideLayouts/slideLayout1485.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bwMode="auto">
          <a:xfrm>
            <a:off x="452679" y="846183"/>
            <a:ext cx="11286641" cy="0"/>
          </a:xfrm>
          <a:prstGeom prst="line">
            <a:avLst/>
          </a:prstGeom>
          <a:solidFill>
            <a:srgbClr val="4F81BD"/>
          </a:solidFill>
          <a:ln w="19050" cap="flat" cmpd="sng" algn="ctr">
            <a:solidFill>
              <a:srgbClr val="112D98"/>
            </a:solidFill>
            <a:prstDash val="solid"/>
            <a:round/>
            <a:headEnd type="none" w="med" len="med"/>
            <a:tailEnd type="none" w="med" len="med"/>
          </a:ln>
          <a:effectLst/>
        </p:spPr>
      </p:cxnSp>
    </p:spTree>
  </p:cSld>
  <p:clrMapOvr>
    <a:masterClrMapping/>
  </p:clrMapOvr>
</p:sldLayout>
</file>

<file path=ppt/slideLayouts/slideLayout1486.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Layouts/slideLayout1487.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3" name="标题 2"/>
          <p:cNvSpPr>
            <a:spLocks noGrp="1"/>
          </p:cNvSpPr>
          <p:nvPr>
            <p:ph type="title"/>
          </p:nvPr>
        </p:nvSpPr>
        <p:spPr>
          <a:xfrm>
            <a:off x="462280" y="307975"/>
            <a:ext cx="9547482" cy="511200"/>
          </a:xfrm>
          <a:prstGeom prst="rect">
            <a:avLst/>
          </a:prstGeom>
        </p:spPr>
        <p:txBody>
          <a:bodyPr lIns="81750" tIns="40874" rIns="81750" bIns="40874"/>
          <a:lstStyle>
            <a:lvl1pPr>
              <a:defRPr lang="zh-CN" altLang="en-US" sz="2400" kern="1200">
                <a:solidFill>
                  <a:srgbClr val="152A8C"/>
                </a:solidFill>
                <a:latin typeface="微软雅黑" panose="020B0503020204020204" charset="-122"/>
                <a:ea typeface="微软雅黑" panose="020B0503020204020204" charset="-122"/>
              </a:defRPr>
            </a:lvl1pPr>
          </a:lstStyle>
          <a:p>
            <a:pPr marL="0" lvl="0" latinLnBrk="0"/>
            <a:r>
              <a:rPr lang="zh-CN" altLang="en-US" dirty="0"/>
              <a:t>单击此处编辑母版标题样式</a:t>
            </a:r>
            <a:endParaRPr lang="zh-CN" altLang="en-US" dirty="0"/>
          </a:p>
        </p:txBody>
      </p:sp>
      <p:sp>
        <p:nvSpPr>
          <p:cNvPr id="5" name="文本占位符 4"/>
          <p:cNvSpPr>
            <a:spLocks noGrp="1"/>
          </p:cNvSpPr>
          <p:nvPr>
            <p:ph type="body" sz="quarter" idx="10" hasCustomPrompt="1"/>
          </p:nvPr>
        </p:nvSpPr>
        <p:spPr>
          <a:xfrm>
            <a:off x="462280" y="885046"/>
            <a:ext cx="11232000" cy="369332"/>
          </a:xfrm>
          <a:prstGeom prst="rect">
            <a:avLst/>
          </a:prstGeom>
        </p:spPr>
        <p:txBody>
          <a:bodyPr>
            <a:spAutoFit/>
          </a:bodyPr>
          <a:lstStyle>
            <a:lvl1pPr marL="360045" indent="-316865">
              <a:spcBef>
                <a:spcPts val="0"/>
              </a:spcBef>
              <a:buFont typeface="Wingdings" panose="05000000000000000000" pitchFamily="2" charset="2"/>
              <a:buChar char="p"/>
              <a:defRPr sz="1800" b="1">
                <a:solidFill>
                  <a:srgbClr val="152A8C"/>
                </a:solidFill>
              </a:defRPr>
            </a:lvl1pPr>
            <a:lvl2pPr marL="686435" indent="-262890">
              <a:buFont typeface="Wingdings" panose="05000000000000000000" pitchFamily="2" charset="2"/>
              <a:buChar char="p"/>
              <a:defRPr sz="1800" b="1">
                <a:solidFill>
                  <a:srgbClr val="152A8C"/>
                </a:solidFill>
              </a:defRPr>
            </a:lvl2pPr>
            <a:lvl3pPr marL="1057275" indent="-212090">
              <a:buFont typeface="Wingdings" panose="05000000000000000000" pitchFamily="2" charset="2"/>
              <a:buChar char="p"/>
              <a:defRPr sz="1800" b="1">
                <a:solidFill>
                  <a:srgbClr val="152A8C"/>
                </a:solidFill>
              </a:defRPr>
            </a:lvl3pPr>
            <a:lvl4pPr marL="1478915" indent="-210820">
              <a:buFont typeface="Wingdings" panose="05000000000000000000" pitchFamily="2" charset="2"/>
              <a:buChar char="p"/>
              <a:defRPr sz="1800" b="1">
                <a:solidFill>
                  <a:srgbClr val="152A8C"/>
                </a:solidFill>
              </a:defRPr>
            </a:lvl4pPr>
            <a:lvl5pPr marL="1901825" indent="-210820">
              <a:buFont typeface="Wingdings" panose="05000000000000000000" pitchFamily="2" charset="2"/>
              <a:buChar char="p"/>
              <a:defRPr sz="1800" b="1">
                <a:solidFill>
                  <a:srgbClr val="152A8C"/>
                </a:solidFill>
              </a:defRPr>
            </a:lvl5pPr>
          </a:lstStyle>
          <a:p>
            <a:pPr lvl="0"/>
            <a:r>
              <a:rPr lang="zh-CN" altLang="en-US" dirty="0"/>
              <a:t>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8.png"/><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9" Type="http://schemas.openxmlformats.org/officeDocument/2006/relationships/image" Target="../media/image6.png"/><Relationship Id="rId8" Type="http://schemas.openxmlformats.org/officeDocument/2006/relationships/image" Target="../media/image5.png"/><Relationship Id="rId7" Type="http://schemas.openxmlformats.org/officeDocument/2006/relationships/image" Target="../media/image4.png"/><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slideLayout" Target="../slideLayouts/slideLayout8.xml"/><Relationship Id="rId3" Type="http://schemas.openxmlformats.org/officeDocument/2006/relationships/slideLayout" Target="../slideLayouts/slideLayout7.xml"/><Relationship Id="rId2" Type="http://schemas.openxmlformats.org/officeDocument/2006/relationships/slideLayout" Target="../slideLayouts/slideLayout6.xml"/><Relationship Id="rId11" Type="http://schemas.openxmlformats.org/officeDocument/2006/relationships/theme" Target="../theme/theme3.xml"/><Relationship Id="rId10" Type="http://schemas.openxmlformats.org/officeDocument/2006/relationships/image" Target="../media/image7.png"/><Relationship Id="rId1" Type="http://schemas.openxmlformats.org/officeDocument/2006/relationships/slideLayout" Target="../slideLayouts/slideLayout5.xml"/></Relationships>
</file>

<file path=ppt/slideMasters/_rels/slideMaster4.xml.rels><?xml version="1.0" encoding="UTF-8" standalone="yes"?>
<Relationships xmlns="http://schemas.openxmlformats.org/package/2006/relationships"><Relationship Id="rId9" Type="http://schemas.openxmlformats.org/officeDocument/2006/relationships/image" Target="../media/image8.png"/><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4" Type="http://schemas.openxmlformats.org/officeDocument/2006/relationships/theme" Target="../theme/theme4.xml"/><Relationship Id="rId13" Type="http://schemas.openxmlformats.org/officeDocument/2006/relationships/image" Target="../media/image7.png"/><Relationship Id="rId12" Type="http://schemas.openxmlformats.org/officeDocument/2006/relationships/image" Target="../media/image6.png"/><Relationship Id="rId11" Type="http://schemas.openxmlformats.org/officeDocument/2006/relationships/image" Target="../media/image5.png"/><Relationship Id="rId10" Type="http://schemas.openxmlformats.org/officeDocument/2006/relationships/image" Target="../media/image4.png"/><Relationship Id="rId1" Type="http://schemas.openxmlformats.org/officeDocument/2006/relationships/slideLayout" Target="../slideLayouts/slideLayout9.xml"/></Relationships>
</file>

<file path=ppt/slideMasters/_rels/slideMaster5.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11.png"/><Relationship Id="rId4" Type="http://schemas.openxmlformats.org/officeDocument/2006/relationships/slideLayout" Target="../slideLayouts/slideLayout20.xml"/><Relationship Id="rId3" Type="http://schemas.openxmlformats.org/officeDocument/2006/relationships/slideLayout" Target="../slideLayouts/slideLayout19.xml"/><Relationship Id="rId2" Type="http://schemas.openxmlformats.org/officeDocument/2006/relationships/slideLayout" Target="../slideLayouts/slideLayout18.xml"/><Relationship Id="rId10" Type="http://schemas.openxmlformats.org/officeDocument/2006/relationships/theme" Target="../theme/theme5.xml"/><Relationship Id="rId1" Type="http://schemas.openxmlformats.org/officeDocument/2006/relationships/slideLayout" Target="../slideLayouts/slideLayout17.xml"/></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9.jpeg"/><Relationship Id="rId2" Type="http://schemas.openxmlformats.org/officeDocument/2006/relationships/slideLayout" Target="../slideLayouts/slideLayout22.xml"/><Relationship Id="rId1" Type="http://schemas.openxmlformats.org/officeDocument/2006/relationships/slideLayout" Target="../slideLayouts/slideLayout21.xml"/></Relationships>
</file>

<file path=ppt/slideMasters/_rels/slideMaster7.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16.png"/><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7.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slideLayout" Target="../slideLayouts/slideLayout23.xml"/></Relationships>
</file>

<file path=ppt/slideMasters/_rels/slideMaster8.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19.jpeg"/><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slideLayout" Target="../slideLayouts/slideLayout30.xml"/><Relationship Id="rId10" Type="http://schemas.openxmlformats.org/officeDocument/2006/relationships/theme" Target="../theme/theme8.xml"/><Relationship Id="rId1" Type="http://schemas.openxmlformats.org/officeDocument/2006/relationships/slideLayout" Target="../slideLayouts/slideLayout29.xml"/></Relationships>
</file>

<file path=ppt/slideMasters/_rels/slideMaster9.xml.rels><?xml version="1.0" encoding="UTF-8" standalone="yes"?>
<Relationships xmlns="http://schemas.openxmlformats.org/package/2006/relationships"><Relationship Id="rId9" Type="http://schemas.openxmlformats.org/officeDocument/2006/relationships/theme" Target="../theme/theme9.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8.png"/><Relationship Id="rId3" Type="http://schemas.openxmlformats.org/officeDocument/2006/relationships/slideLayout" Target="../slideLayouts/slideLayout33.xml"/><Relationship Id="rId2" Type="http://schemas.openxmlformats.org/officeDocument/2006/relationships/slideLayout" Target="../slideLayouts/slideLayout32.xml"/><Relationship Id="rId1" Type="http://schemas.openxmlformats.org/officeDocument/2006/relationships/slideLayout" Target="../slideLayouts/slideLayout31.xml"/></Relationships>
</file>

<file path=ppt/slideMasters/_rels/slideMaster10.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16.png"/><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10.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slideLayout" Target="../slideLayouts/slideLayout34.xml"/></Relationships>
</file>

<file path=ppt/slideMasters/_rels/slideMaster1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16.png"/><Relationship Id="rId6" Type="http://schemas.openxmlformats.org/officeDocument/2006/relationships/slideLayout" Target="../slideLayouts/slideLayout45.xml"/><Relationship Id="rId5" Type="http://schemas.openxmlformats.org/officeDocument/2006/relationships/slideLayout" Target="../slideLayouts/slideLayout44.xml"/><Relationship Id="rId4" Type="http://schemas.openxmlformats.org/officeDocument/2006/relationships/slideLayout" Target="../slideLayouts/slideLayout43.xml"/><Relationship Id="rId3" Type="http://schemas.openxmlformats.org/officeDocument/2006/relationships/slideLayout" Target="../slideLayouts/slideLayout42.xml"/><Relationship Id="rId2" Type="http://schemas.openxmlformats.org/officeDocument/2006/relationships/slideLayout" Target="../slideLayouts/slideLayout41.xml"/><Relationship Id="rId12" Type="http://schemas.openxmlformats.org/officeDocument/2006/relationships/theme" Target="../theme/theme11.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slideLayout" Target="../slideLayouts/slideLayout40.xml"/></Relationships>
</file>

<file path=ppt/slideMasters/_rels/slideMaster12.xml.rels><?xml version="1.0" encoding="UTF-8" standalone="yes"?>
<Relationships xmlns="http://schemas.openxmlformats.org/package/2006/relationships"><Relationship Id="rId9" Type="http://schemas.openxmlformats.org/officeDocument/2006/relationships/image" Target="../media/image16.png"/><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4" Type="http://schemas.openxmlformats.org/officeDocument/2006/relationships/theme" Target="../theme/theme12.xml"/><Relationship Id="rId13" Type="http://schemas.openxmlformats.org/officeDocument/2006/relationships/image" Target="../media/image7.png"/><Relationship Id="rId12" Type="http://schemas.openxmlformats.org/officeDocument/2006/relationships/image" Target="../media/image6.png"/><Relationship Id="rId11" Type="http://schemas.openxmlformats.org/officeDocument/2006/relationships/image" Target="../media/image5.png"/><Relationship Id="rId10" Type="http://schemas.openxmlformats.org/officeDocument/2006/relationships/image" Target="../media/image4.png"/><Relationship Id="rId1" Type="http://schemas.openxmlformats.org/officeDocument/2006/relationships/slideLayout" Target="../slideLayouts/slideLayout46.xml"/></Relationships>
</file>

<file path=ppt/slideMasters/_rels/slideMaster13.xml.rels><?xml version="1.0" encoding="UTF-8" standalone="yes"?>
<Relationships xmlns="http://schemas.openxmlformats.org/package/2006/relationships"><Relationship Id="rId9" Type="http://schemas.openxmlformats.org/officeDocument/2006/relationships/theme" Target="../theme/theme13.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8.png"/><Relationship Id="rId3" Type="http://schemas.openxmlformats.org/officeDocument/2006/relationships/slideLayout" Target="../slideLayouts/slideLayout56.xml"/><Relationship Id="rId2" Type="http://schemas.openxmlformats.org/officeDocument/2006/relationships/slideLayout" Target="../slideLayouts/slideLayout55.xml"/><Relationship Id="rId1" Type="http://schemas.openxmlformats.org/officeDocument/2006/relationships/slideLayout" Target="../slideLayouts/slideLayout54.xml"/></Relationships>
</file>

<file path=ppt/slideMasters/_rels/slideMaster14.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slideLayout" Target="../slideLayouts/slideLayout60.xml"/><Relationship Id="rId3" Type="http://schemas.openxmlformats.org/officeDocument/2006/relationships/slideLayout" Target="../slideLayouts/slideLayout59.xml"/><Relationship Id="rId2" Type="http://schemas.openxmlformats.org/officeDocument/2006/relationships/slideLayout" Target="../slideLayouts/slideLayout58.xml"/><Relationship Id="rId10" Type="http://schemas.openxmlformats.org/officeDocument/2006/relationships/theme" Target="../theme/theme14.xml"/><Relationship Id="rId1" Type="http://schemas.openxmlformats.org/officeDocument/2006/relationships/slideLayout" Target="../slideLayouts/slideLayout57.xml"/></Relationships>
</file>

<file path=ppt/slideMasters/_rels/slideMaster15.xml.rels><?xml version="1.0" encoding="UTF-8" standalone="yes"?>
<Relationships xmlns="http://schemas.openxmlformats.org/package/2006/relationships"><Relationship Id="rId9" Type="http://schemas.openxmlformats.org/officeDocument/2006/relationships/theme" Target="../theme/theme15.xml"/><Relationship Id="rId8" Type="http://schemas.openxmlformats.org/officeDocument/2006/relationships/image" Target="../media/image7.png"/><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8.png"/><Relationship Id="rId3" Type="http://schemas.openxmlformats.org/officeDocument/2006/relationships/slideLayout" Target="../slideLayouts/slideLayout63.xml"/><Relationship Id="rId2" Type="http://schemas.openxmlformats.org/officeDocument/2006/relationships/slideLayout" Target="../slideLayouts/slideLayout62.xml"/><Relationship Id="rId1" Type="http://schemas.openxmlformats.org/officeDocument/2006/relationships/slideLayout" Target="../slideLayouts/slideLayout61.xml"/></Relationships>
</file>

<file path=ppt/slideMasters/_rels/slideMaster16.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16.png"/><Relationship Id="rId6" Type="http://schemas.openxmlformats.org/officeDocument/2006/relationships/slideLayout" Target="../slideLayouts/slideLayout69.xml"/><Relationship Id="rId5" Type="http://schemas.openxmlformats.org/officeDocument/2006/relationships/slideLayout" Target="../slideLayouts/slideLayout68.xml"/><Relationship Id="rId4" Type="http://schemas.openxmlformats.org/officeDocument/2006/relationships/slideLayout" Target="../slideLayouts/slideLayout67.xml"/><Relationship Id="rId3" Type="http://schemas.openxmlformats.org/officeDocument/2006/relationships/slideLayout" Target="../slideLayouts/slideLayout66.xml"/><Relationship Id="rId2" Type="http://schemas.openxmlformats.org/officeDocument/2006/relationships/slideLayout" Target="../slideLayouts/slideLayout65.xml"/><Relationship Id="rId12" Type="http://schemas.openxmlformats.org/officeDocument/2006/relationships/theme" Target="../theme/theme16.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slideLayout" Target="../slideLayouts/slideLayout64.xml"/></Relationships>
</file>

<file path=ppt/slideMasters/_rels/slideMaster17.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image" Target="../media/image4.png"/><Relationship Id="rId7" Type="http://schemas.openxmlformats.org/officeDocument/2006/relationships/image" Target="../media/image16.png"/><Relationship Id="rId6" Type="http://schemas.openxmlformats.org/officeDocument/2006/relationships/slideLayout" Target="../slideLayouts/slideLayout75.xml"/><Relationship Id="rId5" Type="http://schemas.openxmlformats.org/officeDocument/2006/relationships/slideLayout" Target="../slideLayouts/slideLayout74.xml"/><Relationship Id="rId4" Type="http://schemas.openxmlformats.org/officeDocument/2006/relationships/slideLayout" Target="../slideLayouts/slideLayout73.xml"/><Relationship Id="rId3" Type="http://schemas.openxmlformats.org/officeDocument/2006/relationships/slideLayout" Target="../slideLayouts/slideLayout72.xml"/><Relationship Id="rId2" Type="http://schemas.openxmlformats.org/officeDocument/2006/relationships/slideLayout" Target="../slideLayouts/slideLayout71.xml"/><Relationship Id="rId12" Type="http://schemas.openxmlformats.org/officeDocument/2006/relationships/theme" Target="../theme/theme17.xml"/><Relationship Id="rId11" Type="http://schemas.openxmlformats.org/officeDocument/2006/relationships/image" Target="../media/image7.png"/><Relationship Id="rId10" Type="http://schemas.openxmlformats.org/officeDocument/2006/relationships/image" Target="../media/image6.png"/><Relationship Id="rId1" Type="http://schemas.openxmlformats.org/officeDocument/2006/relationships/slideLayout" Target="../slideLayouts/slideLayout70.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84.xml"/><Relationship Id="rId8" Type="http://schemas.openxmlformats.org/officeDocument/2006/relationships/slideLayout" Target="../slideLayouts/slideLayout83.xml"/><Relationship Id="rId7" Type="http://schemas.openxmlformats.org/officeDocument/2006/relationships/slideLayout" Target="../slideLayouts/slideLayout82.xml"/><Relationship Id="rId6" Type="http://schemas.openxmlformats.org/officeDocument/2006/relationships/slideLayout" Target="../slideLayouts/slideLayout81.xml"/><Relationship Id="rId5" Type="http://schemas.openxmlformats.org/officeDocument/2006/relationships/slideLayout" Target="../slideLayouts/slideLayout80.xml"/><Relationship Id="rId4" Type="http://schemas.openxmlformats.org/officeDocument/2006/relationships/slideLayout" Target="../slideLayouts/slideLayout79.xml"/><Relationship Id="rId3" Type="http://schemas.openxmlformats.org/officeDocument/2006/relationships/slideLayout" Target="../slideLayouts/slideLayout78.xml"/><Relationship Id="rId2" Type="http://schemas.openxmlformats.org/officeDocument/2006/relationships/slideLayout" Target="../slideLayouts/slideLayout77.xml"/><Relationship Id="rId15" Type="http://schemas.openxmlformats.org/officeDocument/2006/relationships/theme" Target="../theme/theme1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6.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93.xml"/><Relationship Id="rId8" Type="http://schemas.openxmlformats.org/officeDocument/2006/relationships/slideLayout" Target="../slideLayouts/slideLayout92.xml"/><Relationship Id="rId7" Type="http://schemas.openxmlformats.org/officeDocument/2006/relationships/slideLayout" Target="../slideLayouts/slideLayout91.xml"/><Relationship Id="rId6" Type="http://schemas.openxmlformats.org/officeDocument/2006/relationships/slideLayout" Target="../slideLayouts/slideLayout90.xml"/><Relationship Id="rId5" Type="http://schemas.openxmlformats.org/officeDocument/2006/relationships/slideLayout" Target="../slideLayouts/slideLayout89.xml"/><Relationship Id="rId4" Type="http://schemas.openxmlformats.org/officeDocument/2006/relationships/slideLayout" Target="../slideLayouts/slideLayout88.xml"/><Relationship Id="rId3" Type="http://schemas.openxmlformats.org/officeDocument/2006/relationships/slideLayout" Target="../slideLayouts/slideLayout87.xml"/><Relationship Id="rId2" Type="http://schemas.openxmlformats.org/officeDocument/2006/relationships/slideLayout" Target="../slideLayouts/slideLayout86.xml"/><Relationship Id="rId15" Type="http://schemas.openxmlformats.org/officeDocument/2006/relationships/theme" Target="../theme/theme1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5.xml"/></Relationships>
</file>

<file path=ppt/slideMasters/_rels/slideMaster20.xml.rels><?xml version="1.0" encoding="UTF-8" standalone="yes"?>
<Relationships xmlns="http://schemas.openxmlformats.org/package/2006/relationships"><Relationship Id="rId9" Type="http://schemas.openxmlformats.org/officeDocument/2006/relationships/image" Target="../media/image7.png"/><Relationship Id="rId8" Type="http://schemas.openxmlformats.org/officeDocument/2006/relationships/image" Target="../media/image6.png"/><Relationship Id="rId7" Type="http://schemas.openxmlformats.org/officeDocument/2006/relationships/image" Target="../media/image5.png"/><Relationship Id="rId6" Type="http://schemas.openxmlformats.org/officeDocument/2006/relationships/image" Target="../media/image4.png"/><Relationship Id="rId5" Type="http://schemas.openxmlformats.org/officeDocument/2006/relationships/image" Target="../media/image19.jpeg"/><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slideLayout" Target="../slideLayouts/slideLayout95.xml"/><Relationship Id="rId10" Type="http://schemas.openxmlformats.org/officeDocument/2006/relationships/theme" Target="../theme/theme20.xml"/><Relationship Id="rId1" Type="http://schemas.openxmlformats.org/officeDocument/2006/relationships/slideLayout" Target="../slideLayouts/slideLayout94.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104.xml"/><Relationship Id="rId8" Type="http://schemas.openxmlformats.org/officeDocument/2006/relationships/slideLayout" Target="../slideLayouts/slideLayout103.xml"/><Relationship Id="rId7" Type="http://schemas.openxmlformats.org/officeDocument/2006/relationships/slideLayout" Target="../slideLayouts/slideLayout102.xml"/><Relationship Id="rId6" Type="http://schemas.openxmlformats.org/officeDocument/2006/relationships/slideLayout" Target="../slideLayouts/slideLayout101.xml"/><Relationship Id="rId5" Type="http://schemas.openxmlformats.org/officeDocument/2006/relationships/slideLayout" Target="../slideLayouts/slideLayout100.xml"/><Relationship Id="rId4" Type="http://schemas.openxmlformats.org/officeDocument/2006/relationships/slideLayout" Target="../slideLayouts/slideLayout99.xml"/><Relationship Id="rId3" Type="http://schemas.openxmlformats.org/officeDocument/2006/relationships/slideLayout" Target="../slideLayouts/slideLayout98.xml"/><Relationship Id="rId2" Type="http://schemas.openxmlformats.org/officeDocument/2006/relationships/slideLayout" Target="../slideLayouts/slideLayout97.xml"/><Relationship Id="rId15" Type="http://schemas.openxmlformats.org/officeDocument/2006/relationships/theme" Target="../theme/theme2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6.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113.xml"/><Relationship Id="rId8" Type="http://schemas.openxmlformats.org/officeDocument/2006/relationships/slideLayout" Target="../slideLayouts/slideLayout112.xml"/><Relationship Id="rId7" Type="http://schemas.openxmlformats.org/officeDocument/2006/relationships/slideLayout" Target="../slideLayouts/slideLayout111.xml"/><Relationship Id="rId6" Type="http://schemas.openxmlformats.org/officeDocument/2006/relationships/slideLayout" Target="../slideLayouts/slideLayout110.xml"/><Relationship Id="rId5" Type="http://schemas.openxmlformats.org/officeDocument/2006/relationships/slideLayout" Target="../slideLayouts/slideLayout109.xml"/><Relationship Id="rId4" Type="http://schemas.openxmlformats.org/officeDocument/2006/relationships/slideLayout" Target="../slideLayouts/slideLayout108.xml"/><Relationship Id="rId3" Type="http://schemas.openxmlformats.org/officeDocument/2006/relationships/slideLayout" Target="../slideLayouts/slideLayout107.xml"/><Relationship Id="rId2" Type="http://schemas.openxmlformats.org/officeDocument/2006/relationships/slideLayout" Target="../slideLayouts/slideLayout106.xml"/><Relationship Id="rId15" Type="http://schemas.openxmlformats.org/officeDocument/2006/relationships/theme" Target="../theme/theme2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5.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122.xml"/><Relationship Id="rId8" Type="http://schemas.openxmlformats.org/officeDocument/2006/relationships/slideLayout" Target="../slideLayouts/slideLayout121.xml"/><Relationship Id="rId7" Type="http://schemas.openxmlformats.org/officeDocument/2006/relationships/slideLayout" Target="../slideLayouts/slideLayout120.xml"/><Relationship Id="rId6" Type="http://schemas.openxmlformats.org/officeDocument/2006/relationships/slideLayout" Target="../slideLayouts/slideLayout119.xml"/><Relationship Id="rId5" Type="http://schemas.openxmlformats.org/officeDocument/2006/relationships/slideLayout" Target="../slideLayouts/slideLayout118.xml"/><Relationship Id="rId4" Type="http://schemas.openxmlformats.org/officeDocument/2006/relationships/slideLayout" Target="../slideLayouts/slideLayout117.xml"/><Relationship Id="rId3" Type="http://schemas.openxmlformats.org/officeDocument/2006/relationships/slideLayout" Target="../slideLayouts/slideLayout116.xml"/><Relationship Id="rId2" Type="http://schemas.openxmlformats.org/officeDocument/2006/relationships/slideLayout" Target="../slideLayouts/slideLayout115.xml"/><Relationship Id="rId15" Type="http://schemas.openxmlformats.org/officeDocument/2006/relationships/theme" Target="../theme/theme2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4.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131.xml"/><Relationship Id="rId8" Type="http://schemas.openxmlformats.org/officeDocument/2006/relationships/slideLayout" Target="../slideLayouts/slideLayout130.xml"/><Relationship Id="rId7" Type="http://schemas.openxmlformats.org/officeDocument/2006/relationships/slideLayout" Target="../slideLayouts/slideLayout129.xml"/><Relationship Id="rId6" Type="http://schemas.openxmlformats.org/officeDocument/2006/relationships/slideLayout" Target="../slideLayouts/slideLayout128.xml"/><Relationship Id="rId5" Type="http://schemas.openxmlformats.org/officeDocument/2006/relationships/slideLayout" Target="../slideLayouts/slideLayout127.xml"/><Relationship Id="rId4" Type="http://schemas.openxmlformats.org/officeDocument/2006/relationships/slideLayout" Target="../slideLayouts/slideLayout126.xml"/><Relationship Id="rId3" Type="http://schemas.openxmlformats.org/officeDocument/2006/relationships/slideLayout" Target="../slideLayouts/slideLayout125.xml"/><Relationship Id="rId2" Type="http://schemas.openxmlformats.org/officeDocument/2006/relationships/slideLayout" Target="../slideLayouts/slideLayout124.xml"/><Relationship Id="rId15" Type="http://schemas.openxmlformats.org/officeDocument/2006/relationships/theme" Target="../theme/theme2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23.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140.xml"/><Relationship Id="rId8" Type="http://schemas.openxmlformats.org/officeDocument/2006/relationships/slideLayout" Target="../slideLayouts/slideLayout139.xml"/><Relationship Id="rId7" Type="http://schemas.openxmlformats.org/officeDocument/2006/relationships/slideLayout" Target="../slideLayouts/slideLayout138.xml"/><Relationship Id="rId6" Type="http://schemas.openxmlformats.org/officeDocument/2006/relationships/slideLayout" Target="../slideLayouts/slideLayout137.xml"/><Relationship Id="rId5" Type="http://schemas.openxmlformats.org/officeDocument/2006/relationships/slideLayout" Target="../slideLayouts/slideLayout136.xml"/><Relationship Id="rId4" Type="http://schemas.openxmlformats.org/officeDocument/2006/relationships/slideLayout" Target="../slideLayouts/slideLayout135.xml"/><Relationship Id="rId3" Type="http://schemas.openxmlformats.org/officeDocument/2006/relationships/slideLayout" Target="../slideLayouts/slideLayout134.xml"/><Relationship Id="rId2" Type="http://schemas.openxmlformats.org/officeDocument/2006/relationships/slideLayout" Target="../slideLayouts/slideLayout133.xml"/><Relationship Id="rId15" Type="http://schemas.openxmlformats.org/officeDocument/2006/relationships/theme" Target="../theme/theme2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2.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149.xml"/><Relationship Id="rId8" Type="http://schemas.openxmlformats.org/officeDocument/2006/relationships/slideLayout" Target="../slideLayouts/slideLayout148.xml"/><Relationship Id="rId7" Type="http://schemas.openxmlformats.org/officeDocument/2006/relationships/slideLayout" Target="../slideLayouts/slideLayout147.xml"/><Relationship Id="rId6" Type="http://schemas.openxmlformats.org/officeDocument/2006/relationships/slideLayout" Target="../slideLayouts/slideLayout146.xml"/><Relationship Id="rId5" Type="http://schemas.openxmlformats.org/officeDocument/2006/relationships/slideLayout" Target="../slideLayouts/slideLayout145.xml"/><Relationship Id="rId4" Type="http://schemas.openxmlformats.org/officeDocument/2006/relationships/slideLayout" Target="../slideLayouts/slideLayout144.xml"/><Relationship Id="rId3" Type="http://schemas.openxmlformats.org/officeDocument/2006/relationships/slideLayout" Target="../slideLayouts/slideLayout143.xml"/><Relationship Id="rId2" Type="http://schemas.openxmlformats.org/officeDocument/2006/relationships/slideLayout" Target="../slideLayouts/slideLayout142.xml"/><Relationship Id="rId15" Type="http://schemas.openxmlformats.org/officeDocument/2006/relationships/theme" Target="../theme/theme2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1.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158.xml"/><Relationship Id="rId8" Type="http://schemas.openxmlformats.org/officeDocument/2006/relationships/slideLayout" Target="../slideLayouts/slideLayout157.xml"/><Relationship Id="rId7" Type="http://schemas.openxmlformats.org/officeDocument/2006/relationships/slideLayout" Target="../slideLayouts/slideLayout156.xml"/><Relationship Id="rId6" Type="http://schemas.openxmlformats.org/officeDocument/2006/relationships/slideLayout" Target="../slideLayouts/slideLayout155.xml"/><Relationship Id="rId5" Type="http://schemas.openxmlformats.org/officeDocument/2006/relationships/slideLayout" Target="../slideLayouts/slideLayout154.xml"/><Relationship Id="rId4" Type="http://schemas.openxmlformats.org/officeDocument/2006/relationships/slideLayout" Target="../slideLayouts/slideLayout153.xml"/><Relationship Id="rId3" Type="http://schemas.openxmlformats.org/officeDocument/2006/relationships/slideLayout" Target="../slideLayouts/slideLayout152.xml"/><Relationship Id="rId2" Type="http://schemas.openxmlformats.org/officeDocument/2006/relationships/slideLayout" Target="../slideLayouts/slideLayout151.xml"/><Relationship Id="rId15" Type="http://schemas.openxmlformats.org/officeDocument/2006/relationships/theme" Target="../theme/theme2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50.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167.xml"/><Relationship Id="rId8" Type="http://schemas.openxmlformats.org/officeDocument/2006/relationships/slideLayout" Target="../slideLayouts/slideLayout166.xml"/><Relationship Id="rId7" Type="http://schemas.openxmlformats.org/officeDocument/2006/relationships/slideLayout" Target="../slideLayouts/slideLayout165.xml"/><Relationship Id="rId6" Type="http://schemas.openxmlformats.org/officeDocument/2006/relationships/slideLayout" Target="../slideLayouts/slideLayout164.xml"/><Relationship Id="rId5" Type="http://schemas.openxmlformats.org/officeDocument/2006/relationships/slideLayout" Target="../slideLayouts/slideLayout163.xml"/><Relationship Id="rId4" Type="http://schemas.openxmlformats.org/officeDocument/2006/relationships/slideLayout" Target="../slideLayouts/slideLayout162.xml"/><Relationship Id="rId3" Type="http://schemas.openxmlformats.org/officeDocument/2006/relationships/slideLayout" Target="../slideLayouts/slideLayout161.xml"/><Relationship Id="rId2" Type="http://schemas.openxmlformats.org/officeDocument/2006/relationships/slideLayout" Target="../slideLayouts/slideLayout160.xml"/><Relationship Id="rId15" Type="http://schemas.openxmlformats.org/officeDocument/2006/relationships/theme" Target="../theme/theme2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59.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176.xml"/><Relationship Id="rId8" Type="http://schemas.openxmlformats.org/officeDocument/2006/relationships/slideLayout" Target="../slideLayouts/slideLayout175.xml"/><Relationship Id="rId7" Type="http://schemas.openxmlformats.org/officeDocument/2006/relationships/slideLayout" Target="../slideLayouts/slideLayout174.xml"/><Relationship Id="rId6" Type="http://schemas.openxmlformats.org/officeDocument/2006/relationships/slideLayout" Target="../slideLayouts/slideLayout173.xml"/><Relationship Id="rId5" Type="http://schemas.openxmlformats.org/officeDocument/2006/relationships/slideLayout" Target="../slideLayouts/slideLayout172.xml"/><Relationship Id="rId4" Type="http://schemas.openxmlformats.org/officeDocument/2006/relationships/slideLayout" Target="../slideLayouts/slideLayout171.xml"/><Relationship Id="rId3" Type="http://schemas.openxmlformats.org/officeDocument/2006/relationships/slideLayout" Target="../slideLayouts/slideLayout170.xml"/><Relationship Id="rId2" Type="http://schemas.openxmlformats.org/officeDocument/2006/relationships/slideLayout" Target="../slideLayouts/slideLayout169.xml"/><Relationship Id="rId15" Type="http://schemas.openxmlformats.org/officeDocument/2006/relationships/theme" Target="../theme/theme2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68.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185.xml"/><Relationship Id="rId8" Type="http://schemas.openxmlformats.org/officeDocument/2006/relationships/slideLayout" Target="../slideLayouts/slideLayout184.xml"/><Relationship Id="rId7" Type="http://schemas.openxmlformats.org/officeDocument/2006/relationships/slideLayout" Target="../slideLayouts/slideLayout183.xml"/><Relationship Id="rId6" Type="http://schemas.openxmlformats.org/officeDocument/2006/relationships/slideLayout" Target="../slideLayouts/slideLayout182.xml"/><Relationship Id="rId5" Type="http://schemas.openxmlformats.org/officeDocument/2006/relationships/slideLayout" Target="../slideLayouts/slideLayout181.xml"/><Relationship Id="rId4" Type="http://schemas.openxmlformats.org/officeDocument/2006/relationships/slideLayout" Target="../slideLayouts/slideLayout180.xml"/><Relationship Id="rId3" Type="http://schemas.openxmlformats.org/officeDocument/2006/relationships/slideLayout" Target="../slideLayouts/slideLayout179.xml"/><Relationship Id="rId2" Type="http://schemas.openxmlformats.org/officeDocument/2006/relationships/slideLayout" Target="../slideLayouts/slideLayout178.xml"/><Relationship Id="rId15" Type="http://schemas.openxmlformats.org/officeDocument/2006/relationships/theme" Target="../theme/theme3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77.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194.xml"/><Relationship Id="rId8" Type="http://schemas.openxmlformats.org/officeDocument/2006/relationships/slideLayout" Target="../slideLayouts/slideLayout193.xml"/><Relationship Id="rId7" Type="http://schemas.openxmlformats.org/officeDocument/2006/relationships/slideLayout" Target="../slideLayouts/slideLayout192.xml"/><Relationship Id="rId6" Type="http://schemas.openxmlformats.org/officeDocument/2006/relationships/slideLayout" Target="../slideLayouts/slideLayout191.xml"/><Relationship Id="rId5" Type="http://schemas.openxmlformats.org/officeDocument/2006/relationships/slideLayout" Target="../slideLayouts/slideLayout190.xml"/><Relationship Id="rId4" Type="http://schemas.openxmlformats.org/officeDocument/2006/relationships/slideLayout" Target="../slideLayouts/slideLayout189.xml"/><Relationship Id="rId3" Type="http://schemas.openxmlformats.org/officeDocument/2006/relationships/slideLayout" Target="../slideLayouts/slideLayout188.xml"/><Relationship Id="rId2" Type="http://schemas.openxmlformats.org/officeDocument/2006/relationships/slideLayout" Target="../slideLayouts/slideLayout187.xml"/><Relationship Id="rId15" Type="http://schemas.openxmlformats.org/officeDocument/2006/relationships/theme" Target="../theme/theme3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86.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203.xml"/><Relationship Id="rId8" Type="http://schemas.openxmlformats.org/officeDocument/2006/relationships/slideLayout" Target="../slideLayouts/slideLayout202.xml"/><Relationship Id="rId7" Type="http://schemas.openxmlformats.org/officeDocument/2006/relationships/slideLayout" Target="../slideLayouts/slideLayout201.xml"/><Relationship Id="rId6" Type="http://schemas.openxmlformats.org/officeDocument/2006/relationships/slideLayout" Target="../slideLayouts/slideLayout200.xml"/><Relationship Id="rId5" Type="http://schemas.openxmlformats.org/officeDocument/2006/relationships/slideLayout" Target="../slideLayouts/slideLayout199.xml"/><Relationship Id="rId4" Type="http://schemas.openxmlformats.org/officeDocument/2006/relationships/slideLayout" Target="../slideLayouts/slideLayout198.xml"/><Relationship Id="rId3" Type="http://schemas.openxmlformats.org/officeDocument/2006/relationships/slideLayout" Target="../slideLayouts/slideLayout197.xml"/><Relationship Id="rId2" Type="http://schemas.openxmlformats.org/officeDocument/2006/relationships/slideLayout" Target="../slideLayouts/slideLayout196.xml"/><Relationship Id="rId15" Type="http://schemas.openxmlformats.org/officeDocument/2006/relationships/theme" Target="../theme/theme3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95.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212.xml"/><Relationship Id="rId8" Type="http://schemas.openxmlformats.org/officeDocument/2006/relationships/slideLayout" Target="../slideLayouts/slideLayout211.xml"/><Relationship Id="rId7" Type="http://schemas.openxmlformats.org/officeDocument/2006/relationships/slideLayout" Target="../slideLayouts/slideLayout210.xml"/><Relationship Id="rId6" Type="http://schemas.openxmlformats.org/officeDocument/2006/relationships/slideLayout" Target="../slideLayouts/slideLayout209.xml"/><Relationship Id="rId5" Type="http://schemas.openxmlformats.org/officeDocument/2006/relationships/slideLayout" Target="../slideLayouts/slideLayout208.xml"/><Relationship Id="rId4" Type="http://schemas.openxmlformats.org/officeDocument/2006/relationships/slideLayout" Target="../slideLayouts/slideLayout207.xml"/><Relationship Id="rId3" Type="http://schemas.openxmlformats.org/officeDocument/2006/relationships/slideLayout" Target="../slideLayouts/slideLayout206.xml"/><Relationship Id="rId2" Type="http://schemas.openxmlformats.org/officeDocument/2006/relationships/slideLayout" Target="../slideLayouts/slideLayout205.xml"/><Relationship Id="rId15" Type="http://schemas.openxmlformats.org/officeDocument/2006/relationships/theme" Target="../theme/theme3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04.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221.xml"/><Relationship Id="rId8" Type="http://schemas.openxmlformats.org/officeDocument/2006/relationships/slideLayout" Target="../slideLayouts/slideLayout220.xml"/><Relationship Id="rId7" Type="http://schemas.openxmlformats.org/officeDocument/2006/relationships/slideLayout" Target="../slideLayouts/slideLayout219.xml"/><Relationship Id="rId6" Type="http://schemas.openxmlformats.org/officeDocument/2006/relationships/slideLayout" Target="../slideLayouts/slideLayout218.xml"/><Relationship Id="rId5" Type="http://schemas.openxmlformats.org/officeDocument/2006/relationships/slideLayout" Target="../slideLayouts/slideLayout217.xml"/><Relationship Id="rId4" Type="http://schemas.openxmlformats.org/officeDocument/2006/relationships/slideLayout" Target="../slideLayouts/slideLayout216.xml"/><Relationship Id="rId3" Type="http://schemas.openxmlformats.org/officeDocument/2006/relationships/slideLayout" Target="../slideLayouts/slideLayout215.xml"/><Relationship Id="rId2" Type="http://schemas.openxmlformats.org/officeDocument/2006/relationships/slideLayout" Target="../slideLayouts/slideLayout214.xml"/><Relationship Id="rId16" Type="http://schemas.openxmlformats.org/officeDocument/2006/relationships/theme" Target="../theme/theme34.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222.xml"/><Relationship Id="rId1" Type="http://schemas.openxmlformats.org/officeDocument/2006/relationships/slideLayout" Target="../slideLayouts/slideLayout213.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231.xml"/><Relationship Id="rId8" Type="http://schemas.openxmlformats.org/officeDocument/2006/relationships/slideLayout" Target="../slideLayouts/slideLayout230.xml"/><Relationship Id="rId7" Type="http://schemas.openxmlformats.org/officeDocument/2006/relationships/slideLayout" Target="../slideLayouts/slideLayout229.xml"/><Relationship Id="rId6" Type="http://schemas.openxmlformats.org/officeDocument/2006/relationships/slideLayout" Target="../slideLayouts/slideLayout228.xml"/><Relationship Id="rId5" Type="http://schemas.openxmlformats.org/officeDocument/2006/relationships/slideLayout" Target="../slideLayouts/slideLayout227.xml"/><Relationship Id="rId4" Type="http://schemas.openxmlformats.org/officeDocument/2006/relationships/slideLayout" Target="../slideLayouts/slideLayout226.xml"/><Relationship Id="rId3" Type="http://schemas.openxmlformats.org/officeDocument/2006/relationships/slideLayout" Target="../slideLayouts/slideLayout225.xml"/><Relationship Id="rId2" Type="http://schemas.openxmlformats.org/officeDocument/2006/relationships/slideLayout" Target="../slideLayouts/slideLayout224.xml"/><Relationship Id="rId15" Type="http://schemas.openxmlformats.org/officeDocument/2006/relationships/theme" Target="../theme/theme3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23.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240.xml"/><Relationship Id="rId8" Type="http://schemas.openxmlformats.org/officeDocument/2006/relationships/slideLayout" Target="../slideLayouts/slideLayout239.xml"/><Relationship Id="rId7" Type="http://schemas.openxmlformats.org/officeDocument/2006/relationships/slideLayout" Target="../slideLayouts/slideLayout238.xml"/><Relationship Id="rId6" Type="http://schemas.openxmlformats.org/officeDocument/2006/relationships/slideLayout" Target="../slideLayouts/slideLayout237.xml"/><Relationship Id="rId5" Type="http://schemas.openxmlformats.org/officeDocument/2006/relationships/slideLayout" Target="../slideLayouts/slideLayout236.xml"/><Relationship Id="rId4" Type="http://schemas.openxmlformats.org/officeDocument/2006/relationships/slideLayout" Target="../slideLayouts/slideLayout235.xml"/><Relationship Id="rId3" Type="http://schemas.openxmlformats.org/officeDocument/2006/relationships/slideLayout" Target="../slideLayouts/slideLayout234.xml"/><Relationship Id="rId2" Type="http://schemas.openxmlformats.org/officeDocument/2006/relationships/slideLayout" Target="../slideLayouts/slideLayout233.xml"/><Relationship Id="rId15" Type="http://schemas.openxmlformats.org/officeDocument/2006/relationships/theme" Target="../theme/theme3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32.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249.xml"/><Relationship Id="rId8" Type="http://schemas.openxmlformats.org/officeDocument/2006/relationships/slideLayout" Target="../slideLayouts/slideLayout248.xml"/><Relationship Id="rId7" Type="http://schemas.openxmlformats.org/officeDocument/2006/relationships/slideLayout" Target="../slideLayouts/slideLayout247.xml"/><Relationship Id="rId6" Type="http://schemas.openxmlformats.org/officeDocument/2006/relationships/slideLayout" Target="../slideLayouts/slideLayout246.xml"/><Relationship Id="rId5" Type="http://schemas.openxmlformats.org/officeDocument/2006/relationships/slideLayout" Target="../slideLayouts/slideLayout245.xml"/><Relationship Id="rId4" Type="http://schemas.openxmlformats.org/officeDocument/2006/relationships/slideLayout" Target="../slideLayouts/slideLayout244.xml"/><Relationship Id="rId3" Type="http://schemas.openxmlformats.org/officeDocument/2006/relationships/slideLayout" Target="../slideLayouts/slideLayout243.xml"/><Relationship Id="rId2" Type="http://schemas.openxmlformats.org/officeDocument/2006/relationships/slideLayout" Target="../slideLayouts/slideLayout242.xml"/><Relationship Id="rId15" Type="http://schemas.openxmlformats.org/officeDocument/2006/relationships/theme" Target="../theme/theme3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41.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258.xml"/><Relationship Id="rId8" Type="http://schemas.openxmlformats.org/officeDocument/2006/relationships/slideLayout" Target="../slideLayouts/slideLayout257.xml"/><Relationship Id="rId7" Type="http://schemas.openxmlformats.org/officeDocument/2006/relationships/slideLayout" Target="../slideLayouts/slideLayout256.xml"/><Relationship Id="rId6" Type="http://schemas.openxmlformats.org/officeDocument/2006/relationships/slideLayout" Target="../slideLayouts/slideLayout255.xml"/><Relationship Id="rId5" Type="http://schemas.openxmlformats.org/officeDocument/2006/relationships/slideLayout" Target="../slideLayouts/slideLayout254.xml"/><Relationship Id="rId4" Type="http://schemas.openxmlformats.org/officeDocument/2006/relationships/slideLayout" Target="../slideLayouts/slideLayout253.xml"/><Relationship Id="rId3" Type="http://schemas.openxmlformats.org/officeDocument/2006/relationships/slideLayout" Target="../slideLayouts/slideLayout252.xml"/><Relationship Id="rId2" Type="http://schemas.openxmlformats.org/officeDocument/2006/relationships/slideLayout" Target="../slideLayouts/slideLayout251.xml"/><Relationship Id="rId15" Type="http://schemas.openxmlformats.org/officeDocument/2006/relationships/theme" Target="../theme/theme3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50.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267.xml"/><Relationship Id="rId8" Type="http://schemas.openxmlformats.org/officeDocument/2006/relationships/slideLayout" Target="../slideLayouts/slideLayout266.xml"/><Relationship Id="rId7" Type="http://schemas.openxmlformats.org/officeDocument/2006/relationships/slideLayout" Target="../slideLayouts/slideLayout265.xml"/><Relationship Id="rId6" Type="http://schemas.openxmlformats.org/officeDocument/2006/relationships/slideLayout" Target="../slideLayouts/slideLayout264.xml"/><Relationship Id="rId5" Type="http://schemas.openxmlformats.org/officeDocument/2006/relationships/slideLayout" Target="../slideLayouts/slideLayout263.xml"/><Relationship Id="rId4" Type="http://schemas.openxmlformats.org/officeDocument/2006/relationships/slideLayout" Target="../slideLayouts/slideLayout262.xml"/><Relationship Id="rId3" Type="http://schemas.openxmlformats.org/officeDocument/2006/relationships/slideLayout" Target="../slideLayouts/slideLayout261.xml"/><Relationship Id="rId2" Type="http://schemas.openxmlformats.org/officeDocument/2006/relationships/slideLayout" Target="../slideLayouts/slideLayout260.xml"/><Relationship Id="rId15" Type="http://schemas.openxmlformats.org/officeDocument/2006/relationships/theme" Target="../theme/theme3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59.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276.xml"/><Relationship Id="rId8" Type="http://schemas.openxmlformats.org/officeDocument/2006/relationships/slideLayout" Target="../slideLayouts/slideLayout275.xml"/><Relationship Id="rId7" Type="http://schemas.openxmlformats.org/officeDocument/2006/relationships/slideLayout" Target="../slideLayouts/slideLayout274.xml"/><Relationship Id="rId6" Type="http://schemas.openxmlformats.org/officeDocument/2006/relationships/slideLayout" Target="../slideLayouts/slideLayout273.xml"/><Relationship Id="rId5" Type="http://schemas.openxmlformats.org/officeDocument/2006/relationships/slideLayout" Target="../slideLayouts/slideLayout272.xml"/><Relationship Id="rId4" Type="http://schemas.openxmlformats.org/officeDocument/2006/relationships/slideLayout" Target="../slideLayouts/slideLayout271.xml"/><Relationship Id="rId3" Type="http://schemas.openxmlformats.org/officeDocument/2006/relationships/slideLayout" Target="../slideLayouts/slideLayout270.xml"/><Relationship Id="rId2" Type="http://schemas.openxmlformats.org/officeDocument/2006/relationships/slideLayout" Target="../slideLayouts/slideLayout269.xml"/><Relationship Id="rId15" Type="http://schemas.openxmlformats.org/officeDocument/2006/relationships/theme" Target="../theme/theme4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68.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285.xml"/><Relationship Id="rId8" Type="http://schemas.openxmlformats.org/officeDocument/2006/relationships/slideLayout" Target="../slideLayouts/slideLayout284.xml"/><Relationship Id="rId7" Type="http://schemas.openxmlformats.org/officeDocument/2006/relationships/slideLayout" Target="../slideLayouts/slideLayout283.xml"/><Relationship Id="rId6" Type="http://schemas.openxmlformats.org/officeDocument/2006/relationships/slideLayout" Target="../slideLayouts/slideLayout282.xml"/><Relationship Id="rId5" Type="http://schemas.openxmlformats.org/officeDocument/2006/relationships/slideLayout" Target="../slideLayouts/slideLayout281.xml"/><Relationship Id="rId4" Type="http://schemas.openxmlformats.org/officeDocument/2006/relationships/slideLayout" Target="../slideLayouts/slideLayout280.xml"/><Relationship Id="rId3" Type="http://schemas.openxmlformats.org/officeDocument/2006/relationships/slideLayout" Target="../slideLayouts/slideLayout279.xml"/><Relationship Id="rId2" Type="http://schemas.openxmlformats.org/officeDocument/2006/relationships/slideLayout" Target="../slideLayouts/slideLayout278.xml"/><Relationship Id="rId15" Type="http://schemas.openxmlformats.org/officeDocument/2006/relationships/theme" Target="../theme/theme4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77.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294.xml"/><Relationship Id="rId8" Type="http://schemas.openxmlformats.org/officeDocument/2006/relationships/slideLayout" Target="../slideLayouts/slideLayout293.xml"/><Relationship Id="rId7" Type="http://schemas.openxmlformats.org/officeDocument/2006/relationships/slideLayout" Target="../slideLayouts/slideLayout292.xml"/><Relationship Id="rId6" Type="http://schemas.openxmlformats.org/officeDocument/2006/relationships/slideLayout" Target="../slideLayouts/slideLayout291.xml"/><Relationship Id="rId5" Type="http://schemas.openxmlformats.org/officeDocument/2006/relationships/slideLayout" Target="../slideLayouts/slideLayout290.xml"/><Relationship Id="rId4" Type="http://schemas.openxmlformats.org/officeDocument/2006/relationships/slideLayout" Target="../slideLayouts/slideLayout289.xml"/><Relationship Id="rId3" Type="http://schemas.openxmlformats.org/officeDocument/2006/relationships/slideLayout" Target="../slideLayouts/slideLayout288.xml"/><Relationship Id="rId2" Type="http://schemas.openxmlformats.org/officeDocument/2006/relationships/slideLayout" Target="../slideLayouts/slideLayout287.xml"/><Relationship Id="rId15" Type="http://schemas.openxmlformats.org/officeDocument/2006/relationships/theme" Target="../theme/theme4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86.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303.xml"/><Relationship Id="rId8" Type="http://schemas.openxmlformats.org/officeDocument/2006/relationships/slideLayout" Target="../slideLayouts/slideLayout302.xml"/><Relationship Id="rId7" Type="http://schemas.openxmlformats.org/officeDocument/2006/relationships/slideLayout" Target="../slideLayouts/slideLayout301.xml"/><Relationship Id="rId6" Type="http://schemas.openxmlformats.org/officeDocument/2006/relationships/slideLayout" Target="../slideLayouts/slideLayout300.xml"/><Relationship Id="rId5" Type="http://schemas.openxmlformats.org/officeDocument/2006/relationships/slideLayout" Target="../slideLayouts/slideLayout299.xml"/><Relationship Id="rId4" Type="http://schemas.openxmlformats.org/officeDocument/2006/relationships/slideLayout" Target="../slideLayouts/slideLayout298.xml"/><Relationship Id="rId3" Type="http://schemas.openxmlformats.org/officeDocument/2006/relationships/slideLayout" Target="../slideLayouts/slideLayout297.xml"/><Relationship Id="rId2" Type="http://schemas.openxmlformats.org/officeDocument/2006/relationships/slideLayout" Target="../slideLayouts/slideLayout296.xml"/><Relationship Id="rId15" Type="http://schemas.openxmlformats.org/officeDocument/2006/relationships/theme" Target="../theme/theme4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295.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312.xml"/><Relationship Id="rId8" Type="http://schemas.openxmlformats.org/officeDocument/2006/relationships/slideLayout" Target="../slideLayouts/slideLayout311.xml"/><Relationship Id="rId7" Type="http://schemas.openxmlformats.org/officeDocument/2006/relationships/slideLayout" Target="../slideLayouts/slideLayout310.xml"/><Relationship Id="rId6" Type="http://schemas.openxmlformats.org/officeDocument/2006/relationships/slideLayout" Target="../slideLayouts/slideLayout309.xml"/><Relationship Id="rId5" Type="http://schemas.openxmlformats.org/officeDocument/2006/relationships/slideLayout" Target="../slideLayouts/slideLayout308.xml"/><Relationship Id="rId4" Type="http://schemas.openxmlformats.org/officeDocument/2006/relationships/slideLayout" Target="../slideLayouts/slideLayout307.xml"/><Relationship Id="rId3" Type="http://schemas.openxmlformats.org/officeDocument/2006/relationships/slideLayout" Target="../slideLayouts/slideLayout306.xml"/><Relationship Id="rId2" Type="http://schemas.openxmlformats.org/officeDocument/2006/relationships/slideLayout" Target="../slideLayouts/slideLayout305.xml"/><Relationship Id="rId15" Type="http://schemas.openxmlformats.org/officeDocument/2006/relationships/theme" Target="../theme/theme4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04.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321.xml"/><Relationship Id="rId8" Type="http://schemas.openxmlformats.org/officeDocument/2006/relationships/slideLayout" Target="../slideLayouts/slideLayout320.xml"/><Relationship Id="rId7" Type="http://schemas.openxmlformats.org/officeDocument/2006/relationships/slideLayout" Target="../slideLayouts/slideLayout319.xml"/><Relationship Id="rId6" Type="http://schemas.openxmlformats.org/officeDocument/2006/relationships/slideLayout" Target="../slideLayouts/slideLayout318.xml"/><Relationship Id="rId5" Type="http://schemas.openxmlformats.org/officeDocument/2006/relationships/slideLayout" Target="../slideLayouts/slideLayout317.xml"/><Relationship Id="rId4" Type="http://schemas.openxmlformats.org/officeDocument/2006/relationships/slideLayout" Target="../slideLayouts/slideLayout316.xml"/><Relationship Id="rId3" Type="http://schemas.openxmlformats.org/officeDocument/2006/relationships/slideLayout" Target="../slideLayouts/slideLayout315.xml"/><Relationship Id="rId2" Type="http://schemas.openxmlformats.org/officeDocument/2006/relationships/slideLayout" Target="../slideLayouts/slideLayout314.xml"/><Relationship Id="rId15" Type="http://schemas.openxmlformats.org/officeDocument/2006/relationships/theme" Target="../theme/theme4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13.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330.xml"/><Relationship Id="rId8" Type="http://schemas.openxmlformats.org/officeDocument/2006/relationships/slideLayout" Target="../slideLayouts/slideLayout329.xml"/><Relationship Id="rId7" Type="http://schemas.openxmlformats.org/officeDocument/2006/relationships/slideLayout" Target="../slideLayouts/slideLayout328.xml"/><Relationship Id="rId6" Type="http://schemas.openxmlformats.org/officeDocument/2006/relationships/slideLayout" Target="../slideLayouts/slideLayout327.xml"/><Relationship Id="rId5" Type="http://schemas.openxmlformats.org/officeDocument/2006/relationships/slideLayout" Target="../slideLayouts/slideLayout326.xml"/><Relationship Id="rId4" Type="http://schemas.openxmlformats.org/officeDocument/2006/relationships/slideLayout" Target="../slideLayouts/slideLayout325.xml"/><Relationship Id="rId3" Type="http://schemas.openxmlformats.org/officeDocument/2006/relationships/slideLayout" Target="../slideLayouts/slideLayout324.xml"/><Relationship Id="rId2" Type="http://schemas.openxmlformats.org/officeDocument/2006/relationships/slideLayout" Target="../slideLayouts/slideLayout323.xml"/><Relationship Id="rId15" Type="http://schemas.openxmlformats.org/officeDocument/2006/relationships/theme" Target="../theme/theme4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22.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339.xml"/><Relationship Id="rId8" Type="http://schemas.openxmlformats.org/officeDocument/2006/relationships/slideLayout" Target="../slideLayouts/slideLayout338.xml"/><Relationship Id="rId7" Type="http://schemas.openxmlformats.org/officeDocument/2006/relationships/slideLayout" Target="../slideLayouts/slideLayout337.xml"/><Relationship Id="rId6" Type="http://schemas.openxmlformats.org/officeDocument/2006/relationships/slideLayout" Target="../slideLayouts/slideLayout336.xml"/><Relationship Id="rId5" Type="http://schemas.openxmlformats.org/officeDocument/2006/relationships/slideLayout" Target="../slideLayouts/slideLayout335.xml"/><Relationship Id="rId4" Type="http://schemas.openxmlformats.org/officeDocument/2006/relationships/slideLayout" Target="../slideLayouts/slideLayout334.xml"/><Relationship Id="rId3" Type="http://schemas.openxmlformats.org/officeDocument/2006/relationships/slideLayout" Target="../slideLayouts/slideLayout333.xml"/><Relationship Id="rId2" Type="http://schemas.openxmlformats.org/officeDocument/2006/relationships/slideLayout" Target="../slideLayouts/slideLayout332.xml"/><Relationship Id="rId15" Type="http://schemas.openxmlformats.org/officeDocument/2006/relationships/theme" Target="../theme/theme4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31.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348.xml"/><Relationship Id="rId8" Type="http://schemas.openxmlformats.org/officeDocument/2006/relationships/slideLayout" Target="../slideLayouts/slideLayout347.xml"/><Relationship Id="rId7" Type="http://schemas.openxmlformats.org/officeDocument/2006/relationships/slideLayout" Target="../slideLayouts/slideLayout346.xml"/><Relationship Id="rId6" Type="http://schemas.openxmlformats.org/officeDocument/2006/relationships/slideLayout" Target="../slideLayouts/slideLayout345.xml"/><Relationship Id="rId5" Type="http://schemas.openxmlformats.org/officeDocument/2006/relationships/slideLayout" Target="../slideLayouts/slideLayout344.xml"/><Relationship Id="rId4" Type="http://schemas.openxmlformats.org/officeDocument/2006/relationships/slideLayout" Target="../slideLayouts/slideLayout343.xml"/><Relationship Id="rId3" Type="http://schemas.openxmlformats.org/officeDocument/2006/relationships/slideLayout" Target="../slideLayouts/slideLayout342.xml"/><Relationship Id="rId2" Type="http://schemas.openxmlformats.org/officeDocument/2006/relationships/slideLayout" Target="../slideLayouts/slideLayout341.xml"/><Relationship Id="rId15" Type="http://schemas.openxmlformats.org/officeDocument/2006/relationships/theme" Target="../theme/theme4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40.xml"/></Relationships>
</file>

<file path=ppt/slideMasters/_rels/slideMaster49.xml.rels><?xml version="1.0" encoding="UTF-8" standalone="yes"?>
<Relationships xmlns="http://schemas.openxmlformats.org/package/2006/relationships"><Relationship Id="rId9" Type="http://schemas.openxmlformats.org/officeDocument/2006/relationships/slideLayout" Target="../slideLayouts/slideLayout357.xml"/><Relationship Id="rId8" Type="http://schemas.openxmlformats.org/officeDocument/2006/relationships/slideLayout" Target="../slideLayouts/slideLayout356.xml"/><Relationship Id="rId7" Type="http://schemas.openxmlformats.org/officeDocument/2006/relationships/slideLayout" Target="../slideLayouts/slideLayout355.xml"/><Relationship Id="rId6" Type="http://schemas.openxmlformats.org/officeDocument/2006/relationships/slideLayout" Target="../slideLayouts/slideLayout354.xml"/><Relationship Id="rId5" Type="http://schemas.openxmlformats.org/officeDocument/2006/relationships/slideLayout" Target="../slideLayouts/slideLayout353.xml"/><Relationship Id="rId4" Type="http://schemas.openxmlformats.org/officeDocument/2006/relationships/slideLayout" Target="../slideLayouts/slideLayout352.xml"/><Relationship Id="rId3" Type="http://schemas.openxmlformats.org/officeDocument/2006/relationships/slideLayout" Target="../slideLayouts/slideLayout351.xml"/><Relationship Id="rId2" Type="http://schemas.openxmlformats.org/officeDocument/2006/relationships/slideLayout" Target="../slideLayouts/slideLayout350.xml"/><Relationship Id="rId15" Type="http://schemas.openxmlformats.org/officeDocument/2006/relationships/theme" Target="../theme/theme4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49.xml"/></Relationships>
</file>

<file path=ppt/slideMasters/_rels/slideMaster50.xml.rels><?xml version="1.0" encoding="UTF-8" standalone="yes"?>
<Relationships xmlns="http://schemas.openxmlformats.org/package/2006/relationships"><Relationship Id="rId9" Type="http://schemas.openxmlformats.org/officeDocument/2006/relationships/slideLayout" Target="../slideLayouts/slideLayout366.xml"/><Relationship Id="rId8" Type="http://schemas.openxmlformats.org/officeDocument/2006/relationships/slideLayout" Target="../slideLayouts/slideLayout365.xml"/><Relationship Id="rId7" Type="http://schemas.openxmlformats.org/officeDocument/2006/relationships/slideLayout" Target="../slideLayouts/slideLayout364.xml"/><Relationship Id="rId6" Type="http://schemas.openxmlformats.org/officeDocument/2006/relationships/slideLayout" Target="../slideLayouts/slideLayout363.xml"/><Relationship Id="rId5" Type="http://schemas.openxmlformats.org/officeDocument/2006/relationships/slideLayout" Target="../slideLayouts/slideLayout362.xml"/><Relationship Id="rId4" Type="http://schemas.openxmlformats.org/officeDocument/2006/relationships/slideLayout" Target="../slideLayouts/slideLayout361.xml"/><Relationship Id="rId3" Type="http://schemas.openxmlformats.org/officeDocument/2006/relationships/slideLayout" Target="../slideLayouts/slideLayout360.xml"/><Relationship Id="rId2" Type="http://schemas.openxmlformats.org/officeDocument/2006/relationships/slideLayout" Target="../slideLayouts/slideLayout359.xml"/><Relationship Id="rId15" Type="http://schemas.openxmlformats.org/officeDocument/2006/relationships/theme" Target="../theme/theme5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58.xml"/></Relationships>
</file>

<file path=ppt/slideMasters/_rels/slideMaster51.xml.rels><?xml version="1.0" encoding="UTF-8" standalone="yes"?>
<Relationships xmlns="http://schemas.openxmlformats.org/package/2006/relationships"><Relationship Id="rId9" Type="http://schemas.openxmlformats.org/officeDocument/2006/relationships/slideLayout" Target="../slideLayouts/slideLayout375.xml"/><Relationship Id="rId8" Type="http://schemas.openxmlformats.org/officeDocument/2006/relationships/slideLayout" Target="../slideLayouts/slideLayout374.xml"/><Relationship Id="rId7" Type="http://schemas.openxmlformats.org/officeDocument/2006/relationships/slideLayout" Target="../slideLayouts/slideLayout373.xml"/><Relationship Id="rId6" Type="http://schemas.openxmlformats.org/officeDocument/2006/relationships/slideLayout" Target="../slideLayouts/slideLayout372.xml"/><Relationship Id="rId5" Type="http://schemas.openxmlformats.org/officeDocument/2006/relationships/slideLayout" Target="../slideLayouts/slideLayout371.xml"/><Relationship Id="rId4" Type="http://schemas.openxmlformats.org/officeDocument/2006/relationships/slideLayout" Target="../slideLayouts/slideLayout370.xml"/><Relationship Id="rId3" Type="http://schemas.openxmlformats.org/officeDocument/2006/relationships/slideLayout" Target="../slideLayouts/slideLayout369.xml"/><Relationship Id="rId2" Type="http://schemas.openxmlformats.org/officeDocument/2006/relationships/slideLayout" Target="../slideLayouts/slideLayout368.xml"/><Relationship Id="rId15" Type="http://schemas.openxmlformats.org/officeDocument/2006/relationships/theme" Target="../theme/theme5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67.xml"/></Relationships>
</file>

<file path=ppt/slideMasters/_rels/slideMaster52.xml.rels><?xml version="1.0" encoding="UTF-8" standalone="yes"?>
<Relationships xmlns="http://schemas.openxmlformats.org/package/2006/relationships"><Relationship Id="rId9" Type="http://schemas.openxmlformats.org/officeDocument/2006/relationships/slideLayout" Target="../slideLayouts/slideLayout384.xml"/><Relationship Id="rId8" Type="http://schemas.openxmlformats.org/officeDocument/2006/relationships/slideLayout" Target="../slideLayouts/slideLayout383.xml"/><Relationship Id="rId7" Type="http://schemas.openxmlformats.org/officeDocument/2006/relationships/slideLayout" Target="../slideLayouts/slideLayout382.xml"/><Relationship Id="rId6" Type="http://schemas.openxmlformats.org/officeDocument/2006/relationships/slideLayout" Target="../slideLayouts/slideLayout381.xml"/><Relationship Id="rId5" Type="http://schemas.openxmlformats.org/officeDocument/2006/relationships/slideLayout" Target="../slideLayouts/slideLayout380.xml"/><Relationship Id="rId4" Type="http://schemas.openxmlformats.org/officeDocument/2006/relationships/slideLayout" Target="../slideLayouts/slideLayout379.xml"/><Relationship Id="rId3" Type="http://schemas.openxmlformats.org/officeDocument/2006/relationships/slideLayout" Target="../slideLayouts/slideLayout378.xml"/><Relationship Id="rId2" Type="http://schemas.openxmlformats.org/officeDocument/2006/relationships/slideLayout" Target="../slideLayouts/slideLayout377.xml"/><Relationship Id="rId15" Type="http://schemas.openxmlformats.org/officeDocument/2006/relationships/theme" Target="../theme/theme5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76.xml"/></Relationships>
</file>

<file path=ppt/slideMasters/_rels/slideMaster53.xml.rels><?xml version="1.0" encoding="UTF-8" standalone="yes"?>
<Relationships xmlns="http://schemas.openxmlformats.org/package/2006/relationships"><Relationship Id="rId9" Type="http://schemas.openxmlformats.org/officeDocument/2006/relationships/slideLayout" Target="../slideLayouts/slideLayout393.xml"/><Relationship Id="rId8" Type="http://schemas.openxmlformats.org/officeDocument/2006/relationships/slideLayout" Target="../slideLayouts/slideLayout392.xml"/><Relationship Id="rId7" Type="http://schemas.openxmlformats.org/officeDocument/2006/relationships/slideLayout" Target="../slideLayouts/slideLayout391.xml"/><Relationship Id="rId6" Type="http://schemas.openxmlformats.org/officeDocument/2006/relationships/slideLayout" Target="../slideLayouts/slideLayout390.xml"/><Relationship Id="rId5" Type="http://schemas.openxmlformats.org/officeDocument/2006/relationships/slideLayout" Target="../slideLayouts/slideLayout389.xml"/><Relationship Id="rId4" Type="http://schemas.openxmlformats.org/officeDocument/2006/relationships/slideLayout" Target="../slideLayouts/slideLayout388.xml"/><Relationship Id="rId3" Type="http://schemas.openxmlformats.org/officeDocument/2006/relationships/slideLayout" Target="../slideLayouts/slideLayout387.xml"/><Relationship Id="rId2" Type="http://schemas.openxmlformats.org/officeDocument/2006/relationships/slideLayout" Target="../slideLayouts/slideLayout386.xml"/><Relationship Id="rId15" Type="http://schemas.openxmlformats.org/officeDocument/2006/relationships/theme" Target="../theme/theme5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85.xml"/></Relationships>
</file>

<file path=ppt/slideMasters/_rels/slideMaster54.xml.rels><?xml version="1.0" encoding="UTF-8" standalone="yes"?>
<Relationships xmlns="http://schemas.openxmlformats.org/package/2006/relationships"><Relationship Id="rId9" Type="http://schemas.openxmlformats.org/officeDocument/2006/relationships/slideLayout" Target="../slideLayouts/slideLayout402.xml"/><Relationship Id="rId8" Type="http://schemas.openxmlformats.org/officeDocument/2006/relationships/slideLayout" Target="../slideLayouts/slideLayout401.xml"/><Relationship Id="rId7" Type="http://schemas.openxmlformats.org/officeDocument/2006/relationships/slideLayout" Target="../slideLayouts/slideLayout400.xml"/><Relationship Id="rId6" Type="http://schemas.openxmlformats.org/officeDocument/2006/relationships/slideLayout" Target="../slideLayouts/slideLayout399.xml"/><Relationship Id="rId5" Type="http://schemas.openxmlformats.org/officeDocument/2006/relationships/slideLayout" Target="../slideLayouts/slideLayout398.xml"/><Relationship Id="rId4" Type="http://schemas.openxmlformats.org/officeDocument/2006/relationships/slideLayout" Target="../slideLayouts/slideLayout397.xml"/><Relationship Id="rId3" Type="http://schemas.openxmlformats.org/officeDocument/2006/relationships/slideLayout" Target="../slideLayouts/slideLayout396.xml"/><Relationship Id="rId2" Type="http://schemas.openxmlformats.org/officeDocument/2006/relationships/slideLayout" Target="../slideLayouts/slideLayout395.xml"/><Relationship Id="rId15" Type="http://schemas.openxmlformats.org/officeDocument/2006/relationships/theme" Target="../theme/theme5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394.xml"/></Relationships>
</file>

<file path=ppt/slideMasters/_rels/slideMaster55.xml.rels><?xml version="1.0" encoding="UTF-8" standalone="yes"?>
<Relationships xmlns="http://schemas.openxmlformats.org/package/2006/relationships"><Relationship Id="rId9" Type="http://schemas.openxmlformats.org/officeDocument/2006/relationships/slideLayout" Target="../slideLayouts/slideLayout411.xml"/><Relationship Id="rId8" Type="http://schemas.openxmlformats.org/officeDocument/2006/relationships/slideLayout" Target="../slideLayouts/slideLayout410.xml"/><Relationship Id="rId7" Type="http://schemas.openxmlformats.org/officeDocument/2006/relationships/slideLayout" Target="../slideLayouts/slideLayout409.xml"/><Relationship Id="rId6" Type="http://schemas.openxmlformats.org/officeDocument/2006/relationships/slideLayout" Target="../slideLayouts/slideLayout408.xml"/><Relationship Id="rId5" Type="http://schemas.openxmlformats.org/officeDocument/2006/relationships/slideLayout" Target="../slideLayouts/slideLayout407.xml"/><Relationship Id="rId4" Type="http://schemas.openxmlformats.org/officeDocument/2006/relationships/slideLayout" Target="../slideLayouts/slideLayout406.xml"/><Relationship Id="rId3" Type="http://schemas.openxmlformats.org/officeDocument/2006/relationships/slideLayout" Target="../slideLayouts/slideLayout405.xml"/><Relationship Id="rId2" Type="http://schemas.openxmlformats.org/officeDocument/2006/relationships/slideLayout" Target="../slideLayouts/slideLayout404.xml"/><Relationship Id="rId15" Type="http://schemas.openxmlformats.org/officeDocument/2006/relationships/theme" Target="../theme/theme5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03.xml"/></Relationships>
</file>

<file path=ppt/slideMasters/_rels/slideMaster56.xml.rels><?xml version="1.0" encoding="UTF-8" standalone="yes"?>
<Relationships xmlns="http://schemas.openxmlformats.org/package/2006/relationships"><Relationship Id="rId9" Type="http://schemas.openxmlformats.org/officeDocument/2006/relationships/slideLayout" Target="../slideLayouts/slideLayout420.xml"/><Relationship Id="rId8" Type="http://schemas.openxmlformats.org/officeDocument/2006/relationships/slideLayout" Target="../slideLayouts/slideLayout419.xml"/><Relationship Id="rId7" Type="http://schemas.openxmlformats.org/officeDocument/2006/relationships/slideLayout" Target="../slideLayouts/slideLayout418.xml"/><Relationship Id="rId6" Type="http://schemas.openxmlformats.org/officeDocument/2006/relationships/slideLayout" Target="../slideLayouts/slideLayout417.xml"/><Relationship Id="rId5" Type="http://schemas.openxmlformats.org/officeDocument/2006/relationships/slideLayout" Target="../slideLayouts/slideLayout416.xml"/><Relationship Id="rId4" Type="http://schemas.openxmlformats.org/officeDocument/2006/relationships/slideLayout" Target="../slideLayouts/slideLayout415.xml"/><Relationship Id="rId3" Type="http://schemas.openxmlformats.org/officeDocument/2006/relationships/slideLayout" Target="../slideLayouts/slideLayout414.xml"/><Relationship Id="rId2" Type="http://schemas.openxmlformats.org/officeDocument/2006/relationships/slideLayout" Target="../slideLayouts/slideLayout413.xml"/><Relationship Id="rId15" Type="http://schemas.openxmlformats.org/officeDocument/2006/relationships/theme" Target="../theme/theme5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12.xml"/></Relationships>
</file>

<file path=ppt/slideMasters/_rels/slideMaster57.xml.rels><?xml version="1.0" encoding="UTF-8" standalone="yes"?>
<Relationships xmlns="http://schemas.openxmlformats.org/package/2006/relationships"><Relationship Id="rId9" Type="http://schemas.openxmlformats.org/officeDocument/2006/relationships/slideLayout" Target="../slideLayouts/slideLayout429.xml"/><Relationship Id="rId8" Type="http://schemas.openxmlformats.org/officeDocument/2006/relationships/slideLayout" Target="../slideLayouts/slideLayout428.xml"/><Relationship Id="rId7" Type="http://schemas.openxmlformats.org/officeDocument/2006/relationships/slideLayout" Target="../slideLayouts/slideLayout427.xml"/><Relationship Id="rId6" Type="http://schemas.openxmlformats.org/officeDocument/2006/relationships/slideLayout" Target="../slideLayouts/slideLayout426.xml"/><Relationship Id="rId5" Type="http://schemas.openxmlformats.org/officeDocument/2006/relationships/slideLayout" Target="../slideLayouts/slideLayout425.xml"/><Relationship Id="rId4" Type="http://schemas.openxmlformats.org/officeDocument/2006/relationships/slideLayout" Target="../slideLayouts/slideLayout424.xml"/><Relationship Id="rId3" Type="http://schemas.openxmlformats.org/officeDocument/2006/relationships/slideLayout" Target="../slideLayouts/slideLayout423.xml"/><Relationship Id="rId2" Type="http://schemas.openxmlformats.org/officeDocument/2006/relationships/slideLayout" Target="../slideLayouts/slideLayout422.xml"/><Relationship Id="rId15" Type="http://schemas.openxmlformats.org/officeDocument/2006/relationships/theme" Target="../theme/theme5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21.xml"/></Relationships>
</file>

<file path=ppt/slideMasters/_rels/slideMaster58.xml.rels><?xml version="1.0" encoding="UTF-8" standalone="yes"?>
<Relationships xmlns="http://schemas.openxmlformats.org/package/2006/relationships"><Relationship Id="rId9" Type="http://schemas.openxmlformats.org/officeDocument/2006/relationships/slideLayout" Target="../slideLayouts/slideLayout438.xml"/><Relationship Id="rId8" Type="http://schemas.openxmlformats.org/officeDocument/2006/relationships/slideLayout" Target="../slideLayouts/slideLayout437.xml"/><Relationship Id="rId7" Type="http://schemas.openxmlformats.org/officeDocument/2006/relationships/slideLayout" Target="../slideLayouts/slideLayout436.xml"/><Relationship Id="rId6" Type="http://schemas.openxmlformats.org/officeDocument/2006/relationships/slideLayout" Target="../slideLayouts/slideLayout435.xml"/><Relationship Id="rId5" Type="http://schemas.openxmlformats.org/officeDocument/2006/relationships/slideLayout" Target="../slideLayouts/slideLayout434.xml"/><Relationship Id="rId4" Type="http://schemas.openxmlformats.org/officeDocument/2006/relationships/slideLayout" Target="../slideLayouts/slideLayout433.xml"/><Relationship Id="rId3" Type="http://schemas.openxmlformats.org/officeDocument/2006/relationships/slideLayout" Target="../slideLayouts/slideLayout432.xml"/><Relationship Id="rId2" Type="http://schemas.openxmlformats.org/officeDocument/2006/relationships/slideLayout" Target="../slideLayouts/slideLayout431.xml"/><Relationship Id="rId15" Type="http://schemas.openxmlformats.org/officeDocument/2006/relationships/theme" Target="../theme/theme5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30.xml"/></Relationships>
</file>

<file path=ppt/slideMasters/_rels/slideMaster59.xml.rels><?xml version="1.0" encoding="UTF-8" standalone="yes"?>
<Relationships xmlns="http://schemas.openxmlformats.org/package/2006/relationships"><Relationship Id="rId9" Type="http://schemas.openxmlformats.org/officeDocument/2006/relationships/slideLayout" Target="../slideLayouts/slideLayout447.xml"/><Relationship Id="rId8" Type="http://schemas.openxmlformats.org/officeDocument/2006/relationships/slideLayout" Target="../slideLayouts/slideLayout446.xml"/><Relationship Id="rId7" Type="http://schemas.openxmlformats.org/officeDocument/2006/relationships/slideLayout" Target="../slideLayouts/slideLayout445.xml"/><Relationship Id="rId6" Type="http://schemas.openxmlformats.org/officeDocument/2006/relationships/slideLayout" Target="../slideLayouts/slideLayout444.xml"/><Relationship Id="rId5" Type="http://schemas.openxmlformats.org/officeDocument/2006/relationships/slideLayout" Target="../slideLayouts/slideLayout443.xml"/><Relationship Id="rId4" Type="http://schemas.openxmlformats.org/officeDocument/2006/relationships/slideLayout" Target="../slideLayouts/slideLayout442.xml"/><Relationship Id="rId3" Type="http://schemas.openxmlformats.org/officeDocument/2006/relationships/slideLayout" Target="../slideLayouts/slideLayout441.xml"/><Relationship Id="rId2" Type="http://schemas.openxmlformats.org/officeDocument/2006/relationships/slideLayout" Target="../slideLayouts/slideLayout440.xml"/><Relationship Id="rId15" Type="http://schemas.openxmlformats.org/officeDocument/2006/relationships/theme" Target="../theme/theme5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39.xml"/></Relationships>
</file>

<file path=ppt/slideMasters/_rels/slideMaster60.xml.rels><?xml version="1.0" encoding="UTF-8" standalone="yes"?>
<Relationships xmlns="http://schemas.openxmlformats.org/package/2006/relationships"><Relationship Id="rId9" Type="http://schemas.openxmlformats.org/officeDocument/2006/relationships/slideLayout" Target="../slideLayouts/slideLayout456.xml"/><Relationship Id="rId8" Type="http://schemas.openxmlformats.org/officeDocument/2006/relationships/slideLayout" Target="../slideLayouts/slideLayout455.xml"/><Relationship Id="rId7" Type="http://schemas.openxmlformats.org/officeDocument/2006/relationships/slideLayout" Target="../slideLayouts/slideLayout454.xml"/><Relationship Id="rId6" Type="http://schemas.openxmlformats.org/officeDocument/2006/relationships/slideLayout" Target="../slideLayouts/slideLayout453.xml"/><Relationship Id="rId5" Type="http://schemas.openxmlformats.org/officeDocument/2006/relationships/slideLayout" Target="../slideLayouts/slideLayout452.xml"/><Relationship Id="rId4" Type="http://schemas.openxmlformats.org/officeDocument/2006/relationships/slideLayout" Target="../slideLayouts/slideLayout451.xml"/><Relationship Id="rId3" Type="http://schemas.openxmlformats.org/officeDocument/2006/relationships/slideLayout" Target="../slideLayouts/slideLayout450.xml"/><Relationship Id="rId2" Type="http://schemas.openxmlformats.org/officeDocument/2006/relationships/slideLayout" Target="../slideLayouts/slideLayout449.xml"/><Relationship Id="rId15" Type="http://schemas.openxmlformats.org/officeDocument/2006/relationships/theme" Target="../theme/theme6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48.xml"/></Relationships>
</file>

<file path=ppt/slideMasters/_rels/slideMaster61.xml.rels><?xml version="1.0" encoding="UTF-8" standalone="yes"?>
<Relationships xmlns="http://schemas.openxmlformats.org/package/2006/relationships"><Relationship Id="rId9" Type="http://schemas.openxmlformats.org/officeDocument/2006/relationships/slideLayout" Target="../slideLayouts/slideLayout465.xml"/><Relationship Id="rId8" Type="http://schemas.openxmlformats.org/officeDocument/2006/relationships/slideLayout" Target="../slideLayouts/slideLayout464.xml"/><Relationship Id="rId7" Type="http://schemas.openxmlformats.org/officeDocument/2006/relationships/slideLayout" Target="../slideLayouts/slideLayout463.xml"/><Relationship Id="rId6" Type="http://schemas.openxmlformats.org/officeDocument/2006/relationships/slideLayout" Target="../slideLayouts/slideLayout462.xml"/><Relationship Id="rId5" Type="http://schemas.openxmlformats.org/officeDocument/2006/relationships/slideLayout" Target="../slideLayouts/slideLayout461.xml"/><Relationship Id="rId4" Type="http://schemas.openxmlformats.org/officeDocument/2006/relationships/slideLayout" Target="../slideLayouts/slideLayout460.xml"/><Relationship Id="rId3" Type="http://schemas.openxmlformats.org/officeDocument/2006/relationships/slideLayout" Target="../slideLayouts/slideLayout459.xml"/><Relationship Id="rId2" Type="http://schemas.openxmlformats.org/officeDocument/2006/relationships/slideLayout" Target="../slideLayouts/slideLayout458.xml"/><Relationship Id="rId15" Type="http://schemas.openxmlformats.org/officeDocument/2006/relationships/theme" Target="../theme/theme6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57.xml"/></Relationships>
</file>

<file path=ppt/slideMasters/_rels/slideMaster62.xml.rels><?xml version="1.0" encoding="UTF-8" standalone="yes"?>
<Relationships xmlns="http://schemas.openxmlformats.org/package/2006/relationships"><Relationship Id="rId9" Type="http://schemas.openxmlformats.org/officeDocument/2006/relationships/slideLayout" Target="../slideLayouts/slideLayout474.xml"/><Relationship Id="rId8" Type="http://schemas.openxmlformats.org/officeDocument/2006/relationships/slideLayout" Target="../slideLayouts/slideLayout473.xml"/><Relationship Id="rId7" Type="http://schemas.openxmlformats.org/officeDocument/2006/relationships/slideLayout" Target="../slideLayouts/slideLayout472.xml"/><Relationship Id="rId6" Type="http://schemas.openxmlformats.org/officeDocument/2006/relationships/slideLayout" Target="../slideLayouts/slideLayout471.xml"/><Relationship Id="rId5" Type="http://schemas.openxmlformats.org/officeDocument/2006/relationships/slideLayout" Target="../slideLayouts/slideLayout470.xml"/><Relationship Id="rId4" Type="http://schemas.openxmlformats.org/officeDocument/2006/relationships/slideLayout" Target="../slideLayouts/slideLayout469.xml"/><Relationship Id="rId3" Type="http://schemas.openxmlformats.org/officeDocument/2006/relationships/slideLayout" Target="../slideLayouts/slideLayout468.xml"/><Relationship Id="rId2" Type="http://schemas.openxmlformats.org/officeDocument/2006/relationships/slideLayout" Target="../slideLayouts/slideLayout467.xml"/><Relationship Id="rId15" Type="http://schemas.openxmlformats.org/officeDocument/2006/relationships/theme" Target="../theme/theme6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66.xml"/></Relationships>
</file>

<file path=ppt/slideMasters/_rels/slideMaster63.xml.rels><?xml version="1.0" encoding="UTF-8" standalone="yes"?>
<Relationships xmlns="http://schemas.openxmlformats.org/package/2006/relationships"><Relationship Id="rId9" Type="http://schemas.openxmlformats.org/officeDocument/2006/relationships/slideLayout" Target="../slideLayouts/slideLayout483.xml"/><Relationship Id="rId8" Type="http://schemas.openxmlformats.org/officeDocument/2006/relationships/slideLayout" Target="../slideLayouts/slideLayout482.xml"/><Relationship Id="rId7" Type="http://schemas.openxmlformats.org/officeDocument/2006/relationships/slideLayout" Target="../slideLayouts/slideLayout481.xml"/><Relationship Id="rId6" Type="http://schemas.openxmlformats.org/officeDocument/2006/relationships/slideLayout" Target="../slideLayouts/slideLayout480.xml"/><Relationship Id="rId5" Type="http://schemas.openxmlformats.org/officeDocument/2006/relationships/slideLayout" Target="../slideLayouts/slideLayout479.xml"/><Relationship Id="rId4" Type="http://schemas.openxmlformats.org/officeDocument/2006/relationships/slideLayout" Target="../slideLayouts/slideLayout478.xml"/><Relationship Id="rId3" Type="http://schemas.openxmlformats.org/officeDocument/2006/relationships/slideLayout" Target="../slideLayouts/slideLayout477.xml"/><Relationship Id="rId2" Type="http://schemas.openxmlformats.org/officeDocument/2006/relationships/slideLayout" Target="../slideLayouts/slideLayout476.xml"/><Relationship Id="rId15" Type="http://schemas.openxmlformats.org/officeDocument/2006/relationships/theme" Target="../theme/theme6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75.xml"/></Relationships>
</file>

<file path=ppt/slideMasters/_rels/slideMaster64.xml.rels><?xml version="1.0" encoding="UTF-8" standalone="yes"?>
<Relationships xmlns="http://schemas.openxmlformats.org/package/2006/relationships"><Relationship Id="rId9" Type="http://schemas.openxmlformats.org/officeDocument/2006/relationships/slideLayout" Target="../slideLayouts/slideLayout492.xml"/><Relationship Id="rId8" Type="http://schemas.openxmlformats.org/officeDocument/2006/relationships/slideLayout" Target="../slideLayouts/slideLayout491.xml"/><Relationship Id="rId7" Type="http://schemas.openxmlformats.org/officeDocument/2006/relationships/slideLayout" Target="../slideLayouts/slideLayout490.xml"/><Relationship Id="rId6" Type="http://schemas.openxmlformats.org/officeDocument/2006/relationships/slideLayout" Target="../slideLayouts/slideLayout489.xml"/><Relationship Id="rId5" Type="http://schemas.openxmlformats.org/officeDocument/2006/relationships/slideLayout" Target="../slideLayouts/slideLayout488.xml"/><Relationship Id="rId4" Type="http://schemas.openxmlformats.org/officeDocument/2006/relationships/slideLayout" Target="../slideLayouts/slideLayout487.xml"/><Relationship Id="rId3" Type="http://schemas.openxmlformats.org/officeDocument/2006/relationships/slideLayout" Target="../slideLayouts/slideLayout486.xml"/><Relationship Id="rId2" Type="http://schemas.openxmlformats.org/officeDocument/2006/relationships/slideLayout" Target="../slideLayouts/slideLayout485.xml"/><Relationship Id="rId15" Type="http://schemas.openxmlformats.org/officeDocument/2006/relationships/theme" Target="../theme/theme6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84.xml"/></Relationships>
</file>

<file path=ppt/slideMasters/_rels/slideMaster65.xml.rels><?xml version="1.0" encoding="UTF-8" standalone="yes"?>
<Relationships xmlns="http://schemas.openxmlformats.org/package/2006/relationships"><Relationship Id="rId9" Type="http://schemas.openxmlformats.org/officeDocument/2006/relationships/slideLayout" Target="../slideLayouts/slideLayout501.xml"/><Relationship Id="rId8" Type="http://schemas.openxmlformats.org/officeDocument/2006/relationships/slideLayout" Target="../slideLayouts/slideLayout500.xml"/><Relationship Id="rId7" Type="http://schemas.openxmlformats.org/officeDocument/2006/relationships/slideLayout" Target="../slideLayouts/slideLayout499.xml"/><Relationship Id="rId6" Type="http://schemas.openxmlformats.org/officeDocument/2006/relationships/slideLayout" Target="../slideLayouts/slideLayout498.xml"/><Relationship Id="rId5" Type="http://schemas.openxmlformats.org/officeDocument/2006/relationships/slideLayout" Target="../slideLayouts/slideLayout497.xml"/><Relationship Id="rId4" Type="http://schemas.openxmlformats.org/officeDocument/2006/relationships/slideLayout" Target="../slideLayouts/slideLayout496.xml"/><Relationship Id="rId3" Type="http://schemas.openxmlformats.org/officeDocument/2006/relationships/slideLayout" Target="../slideLayouts/slideLayout495.xml"/><Relationship Id="rId2" Type="http://schemas.openxmlformats.org/officeDocument/2006/relationships/slideLayout" Target="../slideLayouts/slideLayout494.xml"/><Relationship Id="rId15" Type="http://schemas.openxmlformats.org/officeDocument/2006/relationships/theme" Target="../theme/theme6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493.xml"/></Relationships>
</file>

<file path=ppt/slideMasters/_rels/slideMaster66.xml.rels><?xml version="1.0" encoding="UTF-8" standalone="yes"?>
<Relationships xmlns="http://schemas.openxmlformats.org/package/2006/relationships"><Relationship Id="rId9" Type="http://schemas.openxmlformats.org/officeDocument/2006/relationships/slideLayout" Target="../slideLayouts/slideLayout510.xml"/><Relationship Id="rId8" Type="http://schemas.openxmlformats.org/officeDocument/2006/relationships/slideLayout" Target="../slideLayouts/slideLayout509.xml"/><Relationship Id="rId7" Type="http://schemas.openxmlformats.org/officeDocument/2006/relationships/slideLayout" Target="../slideLayouts/slideLayout508.xml"/><Relationship Id="rId6" Type="http://schemas.openxmlformats.org/officeDocument/2006/relationships/slideLayout" Target="../slideLayouts/slideLayout507.xml"/><Relationship Id="rId5" Type="http://schemas.openxmlformats.org/officeDocument/2006/relationships/slideLayout" Target="../slideLayouts/slideLayout506.xml"/><Relationship Id="rId4" Type="http://schemas.openxmlformats.org/officeDocument/2006/relationships/slideLayout" Target="../slideLayouts/slideLayout505.xml"/><Relationship Id="rId3" Type="http://schemas.openxmlformats.org/officeDocument/2006/relationships/slideLayout" Target="../slideLayouts/slideLayout504.xml"/><Relationship Id="rId2" Type="http://schemas.openxmlformats.org/officeDocument/2006/relationships/slideLayout" Target="../slideLayouts/slideLayout503.xml"/><Relationship Id="rId15" Type="http://schemas.openxmlformats.org/officeDocument/2006/relationships/theme" Target="../theme/theme6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02.xml"/></Relationships>
</file>

<file path=ppt/slideMasters/_rels/slideMaster67.xml.rels><?xml version="1.0" encoding="UTF-8" standalone="yes"?>
<Relationships xmlns="http://schemas.openxmlformats.org/package/2006/relationships"><Relationship Id="rId9" Type="http://schemas.openxmlformats.org/officeDocument/2006/relationships/slideLayout" Target="../slideLayouts/slideLayout519.xml"/><Relationship Id="rId8" Type="http://schemas.openxmlformats.org/officeDocument/2006/relationships/slideLayout" Target="../slideLayouts/slideLayout518.xml"/><Relationship Id="rId7" Type="http://schemas.openxmlformats.org/officeDocument/2006/relationships/slideLayout" Target="../slideLayouts/slideLayout517.xml"/><Relationship Id="rId6" Type="http://schemas.openxmlformats.org/officeDocument/2006/relationships/slideLayout" Target="../slideLayouts/slideLayout516.xml"/><Relationship Id="rId5" Type="http://schemas.openxmlformats.org/officeDocument/2006/relationships/slideLayout" Target="../slideLayouts/slideLayout515.xml"/><Relationship Id="rId4" Type="http://schemas.openxmlformats.org/officeDocument/2006/relationships/slideLayout" Target="../slideLayouts/slideLayout514.xml"/><Relationship Id="rId3" Type="http://schemas.openxmlformats.org/officeDocument/2006/relationships/slideLayout" Target="../slideLayouts/slideLayout513.xml"/><Relationship Id="rId2" Type="http://schemas.openxmlformats.org/officeDocument/2006/relationships/slideLayout" Target="../slideLayouts/slideLayout512.xml"/><Relationship Id="rId15" Type="http://schemas.openxmlformats.org/officeDocument/2006/relationships/theme" Target="../theme/theme6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11.xml"/></Relationships>
</file>

<file path=ppt/slideMasters/_rels/slideMaster68.xml.rels><?xml version="1.0" encoding="UTF-8" standalone="yes"?>
<Relationships xmlns="http://schemas.openxmlformats.org/package/2006/relationships"><Relationship Id="rId9" Type="http://schemas.openxmlformats.org/officeDocument/2006/relationships/slideLayout" Target="../slideLayouts/slideLayout528.xml"/><Relationship Id="rId8" Type="http://schemas.openxmlformats.org/officeDocument/2006/relationships/slideLayout" Target="../slideLayouts/slideLayout527.xml"/><Relationship Id="rId7" Type="http://schemas.openxmlformats.org/officeDocument/2006/relationships/slideLayout" Target="../slideLayouts/slideLayout526.xml"/><Relationship Id="rId6" Type="http://schemas.openxmlformats.org/officeDocument/2006/relationships/slideLayout" Target="../slideLayouts/slideLayout525.xml"/><Relationship Id="rId5" Type="http://schemas.openxmlformats.org/officeDocument/2006/relationships/slideLayout" Target="../slideLayouts/slideLayout524.xml"/><Relationship Id="rId4" Type="http://schemas.openxmlformats.org/officeDocument/2006/relationships/slideLayout" Target="../slideLayouts/slideLayout523.xml"/><Relationship Id="rId3" Type="http://schemas.openxmlformats.org/officeDocument/2006/relationships/slideLayout" Target="../slideLayouts/slideLayout522.xml"/><Relationship Id="rId2" Type="http://schemas.openxmlformats.org/officeDocument/2006/relationships/slideLayout" Target="../slideLayouts/slideLayout521.xml"/><Relationship Id="rId15" Type="http://schemas.openxmlformats.org/officeDocument/2006/relationships/theme" Target="../theme/theme6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20.xml"/></Relationships>
</file>

<file path=ppt/slideMasters/_rels/slideMaster69.xml.rels><?xml version="1.0" encoding="UTF-8" standalone="yes"?>
<Relationships xmlns="http://schemas.openxmlformats.org/package/2006/relationships"><Relationship Id="rId9" Type="http://schemas.openxmlformats.org/officeDocument/2006/relationships/slideLayout" Target="../slideLayouts/slideLayout537.xml"/><Relationship Id="rId8" Type="http://schemas.openxmlformats.org/officeDocument/2006/relationships/slideLayout" Target="../slideLayouts/slideLayout536.xml"/><Relationship Id="rId7" Type="http://schemas.openxmlformats.org/officeDocument/2006/relationships/slideLayout" Target="../slideLayouts/slideLayout535.xml"/><Relationship Id="rId6" Type="http://schemas.openxmlformats.org/officeDocument/2006/relationships/slideLayout" Target="../slideLayouts/slideLayout534.xml"/><Relationship Id="rId5" Type="http://schemas.openxmlformats.org/officeDocument/2006/relationships/slideLayout" Target="../slideLayouts/slideLayout533.xml"/><Relationship Id="rId4" Type="http://schemas.openxmlformats.org/officeDocument/2006/relationships/slideLayout" Target="../slideLayouts/slideLayout532.xml"/><Relationship Id="rId3" Type="http://schemas.openxmlformats.org/officeDocument/2006/relationships/slideLayout" Target="../slideLayouts/slideLayout531.xml"/><Relationship Id="rId2" Type="http://schemas.openxmlformats.org/officeDocument/2006/relationships/slideLayout" Target="../slideLayouts/slideLayout530.xml"/><Relationship Id="rId15" Type="http://schemas.openxmlformats.org/officeDocument/2006/relationships/theme" Target="../theme/theme6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29.xml"/></Relationships>
</file>

<file path=ppt/slideMasters/_rels/slideMaster70.xml.rels><?xml version="1.0" encoding="UTF-8" standalone="yes"?>
<Relationships xmlns="http://schemas.openxmlformats.org/package/2006/relationships"><Relationship Id="rId9" Type="http://schemas.openxmlformats.org/officeDocument/2006/relationships/slideLayout" Target="../slideLayouts/slideLayout546.xml"/><Relationship Id="rId8" Type="http://schemas.openxmlformats.org/officeDocument/2006/relationships/slideLayout" Target="../slideLayouts/slideLayout545.xml"/><Relationship Id="rId7" Type="http://schemas.openxmlformats.org/officeDocument/2006/relationships/slideLayout" Target="../slideLayouts/slideLayout544.xml"/><Relationship Id="rId6" Type="http://schemas.openxmlformats.org/officeDocument/2006/relationships/slideLayout" Target="../slideLayouts/slideLayout543.xml"/><Relationship Id="rId5" Type="http://schemas.openxmlformats.org/officeDocument/2006/relationships/slideLayout" Target="../slideLayouts/slideLayout542.xml"/><Relationship Id="rId4" Type="http://schemas.openxmlformats.org/officeDocument/2006/relationships/slideLayout" Target="../slideLayouts/slideLayout541.xml"/><Relationship Id="rId3" Type="http://schemas.openxmlformats.org/officeDocument/2006/relationships/slideLayout" Target="../slideLayouts/slideLayout540.xml"/><Relationship Id="rId2" Type="http://schemas.openxmlformats.org/officeDocument/2006/relationships/slideLayout" Target="../slideLayouts/slideLayout539.xml"/><Relationship Id="rId15" Type="http://schemas.openxmlformats.org/officeDocument/2006/relationships/theme" Target="../theme/theme7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38.xml"/></Relationships>
</file>

<file path=ppt/slideMasters/_rels/slideMaster71.xml.rels><?xml version="1.0" encoding="UTF-8" standalone="yes"?>
<Relationships xmlns="http://schemas.openxmlformats.org/package/2006/relationships"><Relationship Id="rId9" Type="http://schemas.openxmlformats.org/officeDocument/2006/relationships/slideLayout" Target="../slideLayouts/slideLayout555.xml"/><Relationship Id="rId8" Type="http://schemas.openxmlformats.org/officeDocument/2006/relationships/slideLayout" Target="../slideLayouts/slideLayout554.xml"/><Relationship Id="rId7" Type="http://schemas.openxmlformats.org/officeDocument/2006/relationships/slideLayout" Target="../slideLayouts/slideLayout553.xml"/><Relationship Id="rId6" Type="http://schemas.openxmlformats.org/officeDocument/2006/relationships/slideLayout" Target="../slideLayouts/slideLayout552.xml"/><Relationship Id="rId5" Type="http://schemas.openxmlformats.org/officeDocument/2006/relationships/slideLayout" Target="../slideLayouts/slideLayout551.xml"/><Relationship Id="rId4" Type="http://schemas.openxmlformats.org/officeDocument/2006/relationships/slideLayout" Target="../slideLayouts/slideLayout550.xml"/><Relationship Id="rId3" Type="http://schemas.openxmlformats.org/officeDocument/2006/relationships/slideLayout" Target="../slideLayouts/slideLayout549.xml"/><Relationship Id="rId2" Type="http://schemas.openxmlformats.org/officeDocument/2006/relationships/slideLayout" Target="../slideLayouts/slideLayout548.xml"/><Relationship Id="rId15" Type="http://schemas.openxmlformats.org/officeDocument/2006/relationships/theme" Target="../theme/theme7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47.xml"/></Relationships>
</file>

<file path=ppt/slideMasters/_rels/slideMaster72.xml.rels><?xml version="1.0" encoding="UTF-8" standalone="yes"?>
<Relationships xmlns="http://schemas.openxmlformats.org/package/2006/relationships"><Relationship Id="rId9" Type="http://schemas.openxmlformats.org/officeDocument/2006/relationships/slideLayout" Target="../slideLayouts/slideLayout564.xml"/><Relationship Id="rId8" Type="http://schemas.openxmlformats.org/officeDocument/2006/relationships/slideLayout" Target="../slideLayouts/slideLayout563.xml"/><Relationship Id="rId7" Type="http://schemas.openxmlformats.org/officeDocument/2006/relationships/slideLayout" Target="../slideLayouts/slideLayout562.xml"/><Relationship Id="rId6" Type="http://schemas.openxmlformats.org/officeDocument/2006/relationships/slideLayout" Target="../slideLayouts/slideLayout561.xml"/><Relationship Id="rId5" Type="http://schemas.openxmlformats.org/officeDocument/2006/relationships/slideLayout" Target="../slideLayouts/slideLayout560.xml"/><Relationship Id="rId4" Type="http://schemas.openxmlformats.org/officeDocument/2006/relationships/slideLayout" Target="../slideLayouts/slideLayout559.xml"/><Relationship Id="rId3" Type="http://schemas.openxmlformats.org/officeDocument/2006/relationships/slideLayout" Target="../slideLayouts/slideLayout558.xml"/><Relationship Id="rId2" Type="http://schemas.openxmlformats.org/officeDocument/2006/relationships/slideLayout" Target="../slideLayouts/slideLayout557.xml"/><Relationship Id="rId15" Type="http://schemas.openxmlformats.org/officeDocument/2006/relationships/theme" Target="../theme/theme7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56.xml"/></Relationships>
</file>

<file path=ppt/slideMasters/_rels/slideMaster73.xml.rels><?xml version="1.0" encoding="UTF-8" standalone="yes"?>
<Relationships xmlns="http://schemas.openxmlformats.org/package/2006/relationships"><Relationship Id="rId9" Type="http://schemas.openxmlformats.org/officeDocument/2006/relationships/slideLayout" Target="../slideLayouts/slideLayout573.xml"/><Relationship Id="rId8" Type="http://schemas.openxmlformats.org/officeDocument/2006/relationships/slideLayout" Target="../slideLayouts/slideLayout572.xml"/><Relationship Id="rId7" Type="http://schemas.openxmlformats.org/officeDocument/2006/relationships/slideLayout" Target="../slideLayouts/slideLayout571.xml"/><Relationship Id="rId6" Type="http://schemas.openxmlformats.org/officeDocument/2006/relationships/slideLayout" Target="../slideLayouts/slideLayout570.xml"/><Relationship Id="rId5" Type="http://schemas.openxmlformats.org/officeDocument/2006/relationships/slideLayout" Target="../slideLayouts/slideLayout569.xml"/><Relationship Id="rId4" Type="http://schemas.openxmlformats.org/officeDocument/2006/relationships/slideLayout" Target="../slideLayouts/slideLayout568.xml"/><Relationship Id="rId3" Type="http://schemas.openxmlformats.org/officeDocument/2006/relationships/slideLayout" Target="../slideLayouts/slideLayout567.xml"/><Relationship Id="rId2" Type="http://schemas.openxmlformats.org/officeDocument/2006/relationships/slideLayout" Target="../slideLayouts/slideLayout566.xml"/><Relationship Id="rId15" Type="http://schemas.openxmlformats.org/officeDocument/2006/relationships/theme" Target="../theme/theme7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65.xml"/></Relationships>
</file>

<file path=ppt/slideMasters/_rels/slideMaster74.xml.rels><?xml version="1.0" encoding="UTF-8" standalone="yes"?>
<Relationships xmlns="http://schemas.openxmlformats.org/package/2006/relationships"><Relationship Id="rId9" Type="http://schemas.openxmlformats.org/officeDocument/2006/relationships/slideLayout" Target="../slideLayouts/slideLayout582.xml"/><Relationship Id="rId8" Type="http://schemas.openxmlformats.org/officeDocument/2006/relationships/slideLayout" Target="../slideLayouts/slideLayout581.xml"/><Relationship Id="rId7" Type="http://schemas.openxmlformats.org/officeDocument/2006/relationships/slideLayout" Target="../slideLayouts/slideLayout580.xml"/><Relationship Id="rId6" Type="http://schemas.openxmlformats.org/officeDocument/2006/relationships/slideLayout" Target="../slideLayouts/slideLayout579.xml"/><Relationship Id="rId5" Type="http://schemas.openxmlformats.org/officeDocument/2006/relationships/slideLayout" Target="../slideLayouts/slideLayout578.xml"/><Relationship Id="rId4" Type="http://schemas.openxmlformats.org/officeDocument/2006/relationships/slideLayout" Target="../slideLayouts/slideLayout577.xml"/><Relationship Id="rId3" Type="http://schemas.openxmlformats.org/officeDocument/2006/relationships/slideLayout" Target="../slideLayouts/slideLayout576.xml"/><Relationship Id="rId2" Type="http://schemas.openxmlformats.org/officeDocument/2006/relationships/slideLayout" Target="../slideLayouts/slideLayout575.xml"/><Relationship Id="rId15" Type="http://schemas.openxmlformats.org/officeDocument/2006/relationships/theme" Target="../theme/theme7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74.xml"/></Relationships>
</file>

<file path=ppt/slideMasters/_rels/slideMaster75.xml.rels><?xml version="1.0" encoding="UTF-8" standalone="yes"?>
<Relationships xmlns="http://schemas.openxmlformats.org/package/2006/relationships"><Relationship Id="rId9" Type="http://schemas.openxmlformats.org/officeDocument/2006/relationships/slideLayout" Target="../slideLayouts/slideLayout591.xml"/><Relationship Id="rId8" Type="http://schemas.openxmlformats.org/officeDocument/2006/relationships/slideLayout" Target="../slideLayouts/slideLayout590.xml"/><Relationship Id="rId7" Type="http://schemas.openxmlformats.org/officeDocument/2006/relationships/slideLayout" Target="../slideLayouts/slideLayout589.xml"/><Relationship Id="rId6" Type="http://schemas.openxmlformats.org/officeDocument/2006/relationships/slideLayout" Target="../slideLayouts/slideLayout588.xml"/><Relationship Id="rId5" Type="http://schemas.openxmlformats.org/officeDocument/2006/relationships/slideLayout" Target="../slideLayouts/slideLayout587.xml"/><Relationship Id="rId4" Type="http://schemas.openxmlformats.org/officeDocument/2006/relationships/slideLayout" Target="../slideLayouts/slideLayout586.xml"/><Relationship Id="rId3" Type="http://schemas.openxmlformats.org/officeDocument/2006/relationships/slideLayout" Target="../slideLayouts/slideLayout585.xml"/><Relationship Id="rId2" Type="http://schemas.openxmlformats.org/officeDocument/2006/relationships/slideLayout" Target="../slideLayouts/slideLayout584.xml"/><Relationship Id="rId15" Type="http://schemas.openxmlformats.org/officeDocument/2006/relationships/theme" Target="../theme/theme7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83.xml"/></Relationships>
</file>

<file path=ppt/slideMasters/_rels/slideMaster76.xml.rels><?xml version="1.0" encoding="UTF-8" standalone="yes"?>
<Relationships xmlns="http://schemas.openxmlformats.org/package/2006/relationships"><Relationship Id="rId9" Type="http://schemas.openxmlformats.org/officeDocument/2006/relationships/slideLayout" Target="../slideLayouts/slideLayout600.xml"/><Relationship Id="rId8" Type="http://schemas.openxmlformats.org/officeDocument/2006/relationships/slideLayout" Target="../slideLayouts/slideLayout599.xml"/><Relationship Id="rId7" Type="http://schemas.openxmlformats.org/officeDocument/2006/relationships/slideLayout" Target="../slideLayouts/slideLayout598.xml"/><Relationship Id="rId6" Type="http://schemas.openxmlformats.org/officeDocument/2006/relationships/slideLayout" Target="../slideLayouts/slideLayout597.xml"/><Relationship Id="rId5" Type="http://schemas.openxmlformats.org/officeDocument/2006/relationships/slideLayout" Target="../slideLayouts/slideLayout596.xml"/><Relationship Id="rId4" Type="http://schemas.openxmlformats.org/officeDocument/2006/relationships/slideLayout" Target="../slideLayouts/slideLayout595.xml"/><Relationship Id="rId3" Type="http://schemas.openxmlformats.org/officeDocument/2006/relationships/slideLayout" Target="../slideLayouts/slideLayout594.xml"/><Relationship Id="rId2" Type="http://schemas.openxmlformats.org/officeDocument/2006/relationships/slideLayout" Target="../slideLayouts/slideLayout593.xml"/><Relationship Id="rId15" Type="http://schemas.openxmlformats.org/officeDocument/2006/relationships/theme" Target="../theme/theme7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592.xml"/></Relationships>
</file>

<file path=ppt/slideMasters/_rels/slideMaster77.xml.rels><?xml version="1.0" encoding="UTF-8" standalone="yes"?>
<Relationships xmlns="http://schemas.openxmlformats.org/package/2006/relationships"><Relationship Id="rId9" Type="http://schemas.openxmlformats.org/officeDocument/2006/relationships/slideLayout" Target="../slideLayouts/slideLayout609.xml"/><Relationship Id="rId8" Type="http://schemas.openxmlformats.org/officeDocument/2006/relationships/slideLayout" Target="../slideLayouts/slideLayout608.xml"/><Relationship Id="rId7" Type="http://schemas.openxmlformats.org/officeDocument/2006/relationships/slideLayout" Target="../slideLayouts/slideLayout607.xml"/><Relationship Id="rId6" Type="http://schemas.openxmlformats.org/officeDocument/2006/relationships/slideLayout" Target="../slideLayouts/slideLayout606.xml"/><Relationship Id="rId5" Type="http://schemas.openxmlformats.org/officeDocument/2006/relationships/slideLayout" Target="../slideLayouts/slideLayout605.xml"/><Relationship Id="rId4" Type="http://schemas.openxmlformats.org/officeDocument/2006/relationships/slideLayout" Target="../slideLayouts/slideLayout604.xml"/><Relationship Id="rId3" Type="http://schemas.openxmlformats.org/officeDocument/2006/relationships/slideLayout" Target="../slideLayouts/slideLayout603.xml"/><Relationship Id="rId2" Type="http://schemas.openxmlformats.org/officeDocument/2006/relationships/slideLayout" Target="../slideLayouts/slideLayout602.xml"/><Relationship Id="rId15" Type="http://schemas.openxmlformats.org/officeDocument/2006/relationships/theme" Target="../theme/theme7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01.xml"/></Relationships>
</file>

<file path=ppt/slideMasters/_rels/slideMaster78.xml.rels><?xml version="1.0" encoding="UTF-8" standalone="yes"?>
<Relationships xmlns="http://schemas.openxmlformats.org/package/2006/relationships"><Relationship Id="rId9" Type="http://schemas.openxmlformats.org/officeDocument/2006/relationships/slideLayout" Target="../slideLayouts/slideLayout618.xml"/><Relationship Id="rId8" Type="http://schemas.openxmlformats.org/officeDocument/2006/relationships/slideLayout" Target="../slideLayouts/slideLayout617.xml"/><Relationship Id="rId7" Type="http://schemas.openxmlformats.org/officeDocument/2006/relationships/slideLayout" Target="../slideLayouts/slideLayout616.xml"/><Relationship Id="rId6" Type="http://schemas.openxmlformats.org/officeDocument/2006/relationships/slideLayout" Target="../slideLayouts/slideLayout615.xml"/><Relationship Id="rId5" Type="http://schemas.openxmlformats.org/officeDocument/2006/relationships/slideLayout" Target="../slideLayouts/slideLayout614.xml"/><Relationship Id="rId4" Type="http://schemas.openxmlformats.org/officeDocument/2006/relationships/slideLayout" Target="../slideLayouts/slideLayout613.xml"/><Relationship Id="rId3" Type="http://schemas.openxmlformats.org/officeDocument/2006/relationships/slideLayout" Target="../slideLayouts/slideLayout612.xml"/><Relationship Id="rId2" Type="http://schemas.openxmlformats.org/officeDocument/2006/relationships/slideLayout" Target="../slideLayouts/slideLayout611.xml"/><Relationship Id="rId15" Type="http://schemas.openxmlformats.org/officeDocument/2006/relationships/theme" Target="../theme/theme7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10.xml"/></Relationships>
</file>

<file path=ppt/slideMasters/_rels/slideMaster79.xml.rels><?xml version="1.0" encoding="UTF-8" standalone="yes"?>
<Relationships xmlns="http://schemas.openxmlformats.org/package/2006/relationships"><Relationship Id="rId9" Type="http://schemas.openxmlformats.org/officeDocument/2006/relationships/slideLayout" Target="../slideLayouts/slideLayout627.xml"/><Relationship Id="rId8" Type="http://schemas.openxmlformats.org/officeDocument/2006/relationships/slideLayout" Target="../slideLayouts/slideLayout626.xml"/><Relationship Id="rId7" Type="http://schemas.openxmlformats.org/officeDocument/2006/relationships/slideLayout" Target="../slideLayouts/slideLayout625.xml"/><Relationship Id="rId6" Type="http://schemas.openxmlformats.org/officeDocument/2006/relationships/slideLayout" Target="../slideLayouts/slideLayout624.xml"/><Relationship Id="rId5" Type="http://schemas.openxmlformats.org/officeDocument/2006/relationships/slideLayout" Target="../slideLayouts/slideLayout623.xml"/><Relationship Id="rId4" Type="http://schemas.openxmlformats.org/officeDocument/2006/relationships/slideLayout" Target="../slideLayouts/slideLayout622.xml"/><Relationship Id="rId3" Type="http://schemas.openxmlformats.org/officeDocument/2006/relationships/slideLayout" Target="../slideLayouts/slideLayout621.xml"/><Relationship Id="rId2" Type="http://schemas.openxmlformats.org/officeDocument/2006/relationships/slideLayout" Target="../slideLayouts/slideLayout620.xml"/><Relationship Id="rId15" Type="http://schemas.openxmlformats.org/officeDocument/2006/relationships/theme" Target="../theme/theme7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19.xml"/></Relationships>
</file>

<file path=ppt/slideMasters/_rels/slideMaster80.xml.rels><?xml version="1.0" encoding="UTF-8" standalone="yes"?>
<Relationships xmlns="http://schemas.openxmlformats.org/package/2006/relationships"><Relationship Id="rId9" Type="http://schemas.openxmlformats.org/officeDocument/2006/relationships/slideLayout" Target="../slideLayouts/slideLayout636.xml"/><Relationship Id="rId8" Type="http://schemas.openxmlformats.org/officeDocument/2006/relationships/slideLayout" Target="../slideLayouts/slideLayout635.xml"/><Relationship Id="rId7" Type="http://schemas.openxmlformats.org/officeDocument/2006/relationships/slideLayout" Target="../slideLayouts/slideLayout634.xml"/><Relationship Id="rId6" Type="http://schemas.openxmlformats.org/officeDocument/2006/relationships/slideLayout" Target="../slideLayouts/slideLayout633.xml"/><Relationship Id="rId5" Type="http://schemas.openxmlformats.org/officeDocument/2006/relationships/slideLayout" Target="../slideLayouts/slideLayout632.xml"/><Relationship Id="rId4" Type="http://schemas.openxmlformats.org/officeDocument/2006/relationships/slideLayout" Target="../slideLayouts/slideLayout631.xml"/><Relationship Id="rId3" Type="http://schemas.openxmlformats.org/officeDocument/2006/relationships/slideLayout" Target="../slideLayouts/slideLayout630.xml"/><Relationship Id="rId2" Type="http://schemas.openxmlformats.org/officeDocument/2006/relationships/slideLayout" Target="../slideLayouts/slideLayout629.xml"/><Relationship Id="rId15" Type="http://schemas.openxmlformats.org/officeDocument/2006/relationships/theme" Target="../theme/theme8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28.xml"/></Relationships>
</file>

<file path=ppt/slideMasters/_rels/slideMaster81.xml.rels><?xml version="1.0" encoding="UTF-8" standalone="yes"?>
<Relationships xmlns="http://schemas.openxmlformats.org/package/2006/relationships"><Relationship Id="rId9" Type="http://schemas.openxmlformats.org/officeDocument/2006/relationships/slideLayout" Target="../slideLayouts/slideLayout645.xml"/><Relationship Id="rId8" Type="http://schemas.openxmlformats.org/officeDocument/2006/relationships/slideLayout" Target="../slideLayouts/slideLayout644.xml"/><Relationship Id="rId7" Type="http://schemas.openxmlformats.org/officeDocument/2006/relationships/slideLayout" Target="../slideLayouts/slideLayout643.xml"/><Relationship Id="rId6" Type="http://schemas.openxmlformats.org/officeDocument/2006/relationships/slideLayout" Target="../slideLayouts/slideLayout642.xml"/><Relationship Id="rId5" Type="http://schemas.openxmlformats.org/officeDocument/2006/relationships/slideLayout" Target="../slideLayouts/slideLayout641.xml"/><Relationship Id="rId4" Type="http://schemas.openxmlformats.org/officeDocument/2006/relationships/slideLayout" Target="../slideLayouts/slideLayout640.xml"/><Relationship Id="rId3" Type="http://schemas.openxmlformats.org/officeDocument/2006/relationships/slideLayout" Target="../slideLayouts/slideLayout639.xml"/><Relationship Id="rId2" Type="http://schemas.openxmlformats.org/officeDocument/2006/relationships/slideLayout" Target="../slideLayouts/slideLayout638.xml"/><Relationship Id="rId15" Type="http://schemas.openxmlformats.org/officeDocument/2006/relationships/theme" Target="../theme/theme8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37.xml"/></Relationships>
</file>

<file path=ppt/slideMasters/_rels/slideMaster82.xml.rels><?xml version="1.0" encoding="UTF-8" standalone="yes"?>
<Relationships xmlns="http://schemas.openxmlformats.org/package/2006/relationships"><Relationship Id="rId9" Type="http://schemas.openxmlformats.org/officeDocument/2006/relationships/slideLayout" Target="../slideLayouts/slideLayout654.xml"/><Relationship Id="rId8" Type="http://schemas.openxmlformats.org/officeDocument/2006/relationships/slideLayout" Target="../slideLayouts/slideLayout653.xml"/><Relationship Id="rId7" Type="http://schemas.openxmlformats.org/officeDocument/2006/relationships/slideLayout" Target="../slideLayouts/slideLayout652.xml"/><Relationship Id="rId6" Type="http://schemas.openxmlformats.org/officeDocument/2006/relationships/slideLayout" Target="../slideLayouts/slideLayout651.xml"/><Relationship Id="rId5" Type="http://schemas.openxmlformats.org/officeDocument/2006/relationships/slideLayout" Target="../slideLayouts/slideLayout650.xml"/><Relationship Id="rId4" Type="http://schemas.openxmlformats.org/officeDocument/2006/relationships/slideLayout" Target="../slideLayouts/slideLayout649.xml"/><Relationship Id="rId3" Type="http://schemas.openxmlformats.org/officeDocument/2006/relationships/slideLayout" Target="../slideLayouts/slideLayout648.xml"/><Relationship Id="rId2" Type="http://schemas.openxmlformats.org/officeDocument/2006/relationships/slideLayout" Target="../slideLayouts/slideLayout647.xml"/><Relationship Id="rId15" Type="http://schemas.openxmlformats.org/officeDocument/2006/relationships/theme" Target="../theme/theme8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46.xml"/></Relationships>
</file>

<file path=ppt/slideMasters/_rels/slideMaster83.xml.rels><?xml version="1.0" encoding="UTF-8" standalone="yes"?>
<Relationships xmlns="http://schemas.openxmlformats.org/package/2006/relationships"><Relationship Id="rId9" Type="http://schemas.openxmlformats.org/officeDocument/2006/relationships/slideLayout" Target="../slideLayouts/slideLayout663.xml"/><Relationship Id="rId8" Type="http://schemas.openxmlformats.org/officeDocument/2006/relationships/slideLayout" Target="../slideLayouts/slideLayout662.xml"/><Relationship Id="rId7" Type="http://schemas.openxmlformats.org/officeDocument/2006/relationships/slideLayout" Target="../slideLayouts/slideLayout661.xml"/><Relationship Id="rId6" Type="http://schemas.openxmlformats.org/officeDocument/2006/relationships/slideLayout" Target="../slideLayouts/slideLayout660.xml"/><Relationship Id="rId5" Type="http://schemas.openxmlformats.org/officeDocument/2006/relationships/slideLayout" Target="../slideLayouts/slideLayout659.xml"/><Relationship Id="rId4" Type="http://schemas.openxmlformats.org/officeDocument/2006/relationships/slideLayout" Target="../slideLayouts/slideLayout658.xml"/><Relationship Id="rId3" Type="http://schemas.openxmlformats.org/officeDocument/2006/relationships/slideLayout" Target="../slideLayouts/slideLayout657.xml"/><Relationship Id="rId2" Type="http://schemas.openxmlformats.org/officeDocument/2006/relationships/slideLayout" Target="../slideLayouts/slideLayout656.xml"/><Relationship Id="rId15" Type="http://schemas.openxmlformats.org/officeDocument/2006/relationships/theme" Target="../theme/theme8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55.xml"/></Relationships>
</file>

<file path=ppt/slideMasters/_rels/slideMaster84.xml.rels><?xml version="1.0" encoding="UTF-8" standalone="yes"?>
<Relationships xmlns="http://schemas.openxmlformats.org/package/2006/relationships"><Relationship Id="rId9" Type="http://schemas.openxmlformats.org/officeDocument/2006/relationships/slideLayout" Target="../slideLayouts/slideLayout672.xml"/><Relationship Id="rId8" Type="http://schemas.openxmlformats.org/officeDocument/2006/relationships/slideLayout" Target="../slideLayouts/slideLayout671.xml"/><Relationship Id="rId7" Type="http://schemas.openxmlformats.org/officeDocument/2006/relationships/slideLayout" Target="../slideLayouts/slideLayout670.xml"/><Relationship Id="rId6" Type="http://schemas.openxmlformats.org/officeDocument/2006/relationships/slideLayout" Target="../slideLayouts/slideLayout669.xml"/><Relationship Id="rId5" Type="http://schemas.openxmlformats.org/officeDocument/2006/relationships/slideLayout" Target="../slideLayouts/slideLayout668.xml"/><Relationship Id="rId4" Type="http://schemas.openxmlformats.org/officeDocument/2006/relationships/slideLayout" Target="../slideLayouts/slideLayout667.xml"/><Relationship Id="rId3" Type="http://schemas.openxmlformats.org/officeDocument/2006/relationships/slideLayout" Target="../slideLayouts/slideLayout666.xml"/><Relationship Id="rId2" Type="http://schemas.openxmlformats.org/officeDocument/2006/relationships/slideLayout" Target="../slideLayouts/slideLayout665.xml"/><Relationship Id="rId15" Type="http://schemas.openxmlformats.org/officeDocument/2006/relationships/theme" Target="../theme/theme8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64.xml"/></Relationships>
</file>

<file path=ppt/slideMasters/_rels/slideMaster85.xml.rels><?xml version="1.0" encoding="UTF-8" standalone="yes"?>
<Relationships xmlns="http://schemas.openxmlformats.org/package/2006/relationships"><Relationship Id="rId9" Type="http://schemas.openxmlformats.org/officeDocument/2006/relationships/slideLayout" Target="../slideLayouts/slideLayout681.xml"/><Relationship Id="rId8" Type="http://schemas.openxmlformats.org/officeDocument/2006/relationships/slideLayout" Target="../slideLayouts/slideLayout680.xml"/><Relationship Id="rId7" Type="http://schemas.openxmlformats.org/officeDocument/2006/relationships/slideLayout" Target="../slideLayouts/slideLayout679.xml"/><Relationship Id="rId6" Type="http://schemas.openxmlformats.org/officeDocument/2006/relationships/slideLayout" Target="../slideLayouts/slideLayout678.xml"/><Relationship Id="rId5" Type="http://schemas.openxmlformats.org/officeDocument/2006/relationships/slideLayout" Target="../slideLayouts/slideLayout677.xml"/><Relationship Id="rId4" Type="http://schemas.openxmlformats.org/officeDocument/2006/relationships/slideLayout" Target="../slideLayouts/slideLayout676.xml"/><Relationship Id="rId3" Type="http://schemas.openxmlformats.org/officeDocument/2006/relationships/slideLayout" Target="../slideLayouts/slideLayout675.xml"/><Relationship Id="rId2" Type="http://schemas.openxmlformats.org/officeDocument/2006/relationships/slideLayout" Target="../slideLayouts/slideLayout674.xml"/><Relationship Id="rId15" Type="http://schemas.openxmlformats.org/officeDocument/2006/relationships/theme" Target="../theme/theme8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73.xml"/></Relationships>
</file>

<file path=ppt/slideMasters/_rels/slideMaster86.xml.rels><?xml version="1.0" encoding="UTF-8" standalone="yes"?>
<Relationships xmlns="http://schemas.openxmlformats.org/package/2006/relationships"><Relationship Id="rId9" Type="http://schemas.openxmlformats.org/officeDocument/2006/relationships/slideLayout" Target="../slideLayouts/slideLayout690.xml"/><Relationship Id="rId8" Type="http://schemas.openxmlformats.org/officeDocument/2006/relationships/slideLayout" Target="../slideLayouts/slideLayout689.xml"/><Relationship Id="rId7" Type="http://schemas.openxmlformats.org/officeDocument/2006/relationships/slideLayout" Target="../slideLayouts/slideLayout688.xml"/><Relationship Id="rId6" Type="http://schemas.openxmlformats.org/officeDocument/2006/relationships/slideLayout" Target="../slideLayouts/slideLayout687.xml"/><Relationship Id="rId5" Type="http://schemas.openxmlformats.org/officeDocument/2006/relationships/slideLayout" Target="../slideLayouts/slideLayout686.xml"/><Relationship Id="rId4" Type="http://schemas.openxmlformats.org/officeDocument/2006/relationships/slideLayout" Target="../slideLayouts/slideLayout685.xml"/><Relationship Id="rId3" Type="http://schemas.openxmlformats.org/officeDocument/2006/relationships/slideLayout" Target="../slideLayouts/slideLayout684.xml"/><Relationship Id="rId2" Type="http://schemas.openxmlformats.org/officeDocument/2006/relationships/slideLayout" Target="../slideLayouts/slideLayout683.xml"/><Relationship Id="rId15" Type="http://schemas.openxmlformats.org/officeDocument/2006/relationships/theme" Target="../theme/theme8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82.xml"/></Relationships>
</file>

<file path=ppt/slideMasters/_rels/slideMaster87.xml.rels><?xml version="1.0" encoding="UTF-8" standalone="yes"?>
<Relationships xmlns="http://schemas.openxmlformats.org/package/2006/relationships"><Relationship Id="rId9" Type="http://schemas.openxmlformats.org/officeDocument/2006/relationships/slideLayout" Target="../slideLayouts/slideLayout699.xml"/><Relationship Id="rId8" Type="http://schemas.openxmlformats.org/officeDocument/2006/relationships/slideLayout" Target="../slideLayouts/slideLayout698.xml"/><Relationship Id="rId7" Type="http://schemas.openxmlformats.org/officeDocument/2006/relationships/slideLayout" Target="../slideLayouts/slideLayout697.xml"/><Relationship Id="rId6" Type="http://schemas.openxmlformats.org/officeDocument/2006/relationships/slideLayout" Target="../slideLayouts/slideLayout696.xml"/><Relationship Id="rId5" Type="http://schemas.openxmlformats.org/officeDocument/2006/relationships/slideLayout" Target="../slideLayouts/slideLayout695.xml"/><Relationship Id="rId4" Type="http://schemas.openxmlformats.org/officeDocument/2006/relationships/slideLayout" Target="../slideLayouts/slideLayout694.xml"/><Relationship Id="rId3" Type="http://schemas.openxmlformats.org/officeDocument/2006/relationships/slideLayout" Target="../slideLayouts/slideLayout693.xml"/><Relationship Id="rId2" Type="http://schemas.openxmlformats.org/officeDocument/2006/relationships/slideLayout" Target="../slideLayouts/slideLayout692.xml"/><Relationship Id="rId15" Type="http://schemas.openxmlformats.org/officeDocument/2006/relationships/theme" Target="../theme/theme8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691.xml"/></Relationships>
</file>

<file path=ppt/slideMasters/_rels/slideMaster88.xml.rels><?xml version="1.0" encoding="UTF-8" standalone="yes"?>
<Relationships xmlns="http://schemas.openxmlformats.org/package/2006/relationships"><Relationship Id="rId9" Type="http://schemas.openxmlformats.org/officeDocument/2006/relationships/slideLayout" Target="../slideLayouts/slideLayout708.xml"/><Relationship Id="rId8" Type="http://schemas.openxmlformats.org/officeDocument/2006/relationships/slideLayout" Target="../slideLayouts/slideLayout707.xml"/><Relationship Id="rId7" Type="http://schemas.openxmlformats.org/officeDocument/2006/relationships/slideLayout" Target="../slideLayouts/slideLayout706.xml"/><Relationship Id="rId6" Type="http://schemas.openxmlformats.org/officeDocument/2006/relationships/slideLayout" Target="../slideLayouts/slideLayout705.xml"/><Relationship Id="rId5" Type="http://schemas.openxmlformats.org/officeDocument/2006/relationships/slideLayout" Target="../slideLayouts/slideLayout704.xml"/><Relationship Id="rId4" Type="http://schemas.openxmlformats.org/officeDocument/2006/relationships/slideLayout" Target="../slideLayouts/slideLayout703.xml"/><Relationship Id="rId3" Type="http://schemas.openxmlformats.org/officeDocument/2006/relationships/slideLayout" Target="../slideLayouts/slideLayout702.xml"/><Relationship Id="rId2" Type="http://schemas.openxmlformats.org/officeDocument/2006/relationships/slideLayout" Target="../slideLayouts/slideLayout701.xml"/><Relationship Id="rId15" Type="http://schemas.openxmlformats.org/officeDocument/2006/relationships/theme" Target="../theme/theme8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00.xml"/></Relationships>
</file>

<file path=ppt/slideMasters/_rels/slideMaster89.xml.rels><?xml version="1.0" encoding="UTF-8" standalone="yes"?>
<Relationships xmlns="http://schemas.openxmlformats.org/package/2006/relationships"><Relationship Id="rId9" Type="http://schemas.openxmlformats.org/officeDocument/2006/relationships/slideLayout" Target="../slideLayouts/slideLayout717.xml"/><Relationship Id="rId8" Type="http://schemas.openxmlformats.org/officeDocument/2006/relationships/slideLayout" Target="../slideLayouts/slideLayout716.xml"/><Relationship Id="rId7" Type="http://schemas.openxmlformats.org/officeDocument/2006/relationships/slideLayout" Target="../slideLayouts/slideLayout715.xml"/><Relationship Id="rId6" Type="http://schemas.openxmlformats.org/officeDocument/2006/relationships/slideLayout" Target="../slideLayouts/slideLayout714.xml"/><Relationship Id="rId5" Type="http://schemas.openxmlformats.org/officeDocument/2006/relationships/slideLayout" Target="../slideLayouts/slideLayout713.xml"/><Relationship Id="rId4" Type="http://schemas.openxmlformats.org/officeDocument/2006/relationships/slideLayout" Target="../slideLayouts/slideLayout712.xml"/><Relationship Id="rId3" Type="http://schemas.openxmlformats.org/officeDocument/2006/relationships/slideLayout" Target="../slideLayouts/slideLayout711.xml"/><Relationship Id="rId2" Type="http://schemas.openxmlformats.org/officeDocument/2006/relationships/slideLayout" Target="../slideLayouts/slideLayout710.xml"/><Relationship Id="rId15" Type="http://schemas.openxmlformats.org/officeDocument/2006/relationships/theme" Target="../theme/theme8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09.xml"/></Relationships>
</file>

<file path=ppt/slideMasters/_rels/slideMaster90.xml.rels><?xml version="1.0" encoding="UTF-8" standalone="yes"?>
<Relationships xmlns="http://schemas.openxmlformats.org/package/2006/relationships"><Relationship Id="rId9" Type="http://schemas.openxmlformats.org/officeDocument/2006/relationships/slideLayout" Target="../slideLayouts/slideLayout726.xml"/><Relationship Id="rId8" Type="http://schemas.openxmlformats.org/officeDocument/2006/relationships/slideLayout" Target="../slideLayouts/slideLayout725.xml"/><Relationship Id="rId7" Type="http://schemas.openxmlformats.org/officeDocument/2006/relationships/slideLayout" Target="../slideLayouts/slideLayout724.xml"/><Relationship Id="rId6" Type="http://schemas.openxmlformats.org/officeDocument/2006/relationships/slideLayout" Target="../slideLayouts/slideLayout723.xml"/><Relationship Id="rId5" Type="http://schemas.openxmlformats.org/officeDocument/2006/relationships/slideLayout" Target="../slideLayouts/slideLayout722.xml"/><Relationship Id="rId4" Type="http://schemas.openxmlformats.org/officeDocument/2006/relationships/slideLayout" Target="../slideLayouts/slideLayout721.xml"/><Relationship Id="rId3" Type="http://schemas.openxmlformats.org/officeDocument/2006/relationships/slideLayout" Target="../slideLayouts/slideLayout720.xml"/><Relationship Id="rId2" Type="http://schemas.openxmlformats.org/officeDocument/2006/relationships/slideLayout" Target="../slideLayouts/slideLayout719.xml"/><Relationship Id="rId15" Type="http://schemas.openxmlformats.org/officeDocument/2006/relationships/theme" Target="../theme/theme9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18.xml"/></Relationships>
</file>

<file path=ppt/slideMasters/_rels/slideMaster91.xml.rels><?xml version="1.0" encoding="UTF-8" standalone="yes"?>
<Relationships xmlns="http://schemas.openxmlformats.org/package/2006/relationships"><Relationship Id="rId9" Type="http://schemas.openxmlformats.org/officeDocument/2006/relationships/slideLayout" Target="../slideLayouts/slideLayout735.xml"/><Relationship Id="rId8" Type="http://schemas.openxmlformats.org/officeDocument/2006/relationships/slideLayout" Target="../slideLayouts/slideLayout734.xml"/><Relationship Id="rId7" Type="http://schemas.openxmlformats.org/officeDocument/2006/relationships/slideLayout" Target="../slideLayouts/slideLayout733.xml"/><Relationship Id="rId6" Type="http://schemas.openxmlformats.org/officeDocument/2006/relationships/slideLayout" Target="../slideLayouts/slideLayout732.xml"/><Relationship Id="rId5" Type="http://schemas.openxmlformats.org/officeDocument/2006/relationships/slideLayout" Target="../slideLayouts/slideLayout731.xml"/><Relationship Id="rId4" Type="http://schemas.openxmlformats.org/officeDocument/2006/relationships/slideLayout" Target="../slideLayouts/slideLayout730.xml"/><Relationship Id="rId3" Type="http://schemas.openxmlformats.org/officeDocument/2006/relationships/slideLayout" Target="../slideLayouts/slideLayout729.xml"/><Relationship Id="rId2" Type="http://schemas.openxmlformats.org/officeDocument/2006/relationships/slideLayout" Target="../slideLayouts/slideLayout728.xml"/><Relationship Id="rId15" Type="http://schemas.openxmlformats.org/officeDocument/2006/relationships/theme" Target="../theme/theme9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27.xml"/></Relationships>
</file>

<file path=ppt/slideMasters/_rels/slideMaster92.xml.rels><?xml version="1.0" encoding="UTF-8" standalone="yes"?>
<Relationships xmlns="http://schemas.openxmlformats.org/package/2006/relationships"><Relationship Id="rId9" Type="http://schemas.openxmlformats.org/officeDocument/2006/relationships/slideLayout" Target="../slideLayouts/slideLayout744.xml"/><Relationship Id="rId8" Type="http://schemas.openxmlformats.org/officeDocument/2006/relationships/slideLayout" Target="../slideLayouts/slideLayout743.xml"/><Relationship Id="rId7" Type="http://schemas.openxmlformats.org/officeDocument/2006/relationships/slideLayout" Target="../slideLayouts/slideLayout742.xml"/><Relationship Id="rId6" Type="http://schemas.openxmlformats.org/officeDocument/2006/relationships/slideLayout" Target="../slideLayouts/slideLayout741.xml"/><Relationship Id="rId5" Type="http://schemas.openxmlformats.org/officeDocument/2006/relationships/slideLayout" Target="../slideLayouts/slideLayout740.xml"/><Relationship Id="rId4" Type="http://schemas.openxmlformats.org/officeDocument/2006/relationships/slideLayout" Target="../slideLayouts/slideLayout739.xml"/><Relationship Id="rId3" Type="http://schemas.openxmlformats.org/officeDocument/2006/relationships/slideLayout" Target="../slideLayouts/slideLayout738.xml"/><Relationship Id="rId2" Type="http://schemas.openxmlformats.org/officeDocument/2006/relationships/slideLayout" Target="../slideLayouts/slideLayout737.xml"/><Relationship Id="rId15" Type="http://schemas.openxmlformats.org/officeDocument/2006/relationships/theme" Target="../theme/theme9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36.xml"/></Relationships>
</file>

<file path=ppt/slideMasters/_rels/slideMaster93.xml.rels><?xml version="1.0" encoding="UTF-8" standalone="yes"?>
<Relationships xmlns="http://schemas.openxmlformats.org/package/2006/relationships"><Relationship Id="rId9" Type="http://schemas.openxmlformats.org/officeDocument/2006/relationships/slideLayout" Target="../slideLayouts/slideLayout753.xml"/><Relationship Id="rId8" Type="http://schemas.openxmlformats.org/officeDocument/2006/relationships/slideLayout" Target="../slideLayouts/slideLayout752.xml"/><Relationship Id="rId7" Type="http://schemas.openxmlformats.org/officeDocument/2006/relationships/slideLayout" Target="../slideLayouts/slideLayout751.xml"/><Relationship Id="rId6" Type="http://schemas.openxmlformats.org/officeDocument/2006/relationships/slideLayout" Target="../slideLayouts/slideLayout750.xml"/><Relationship Id="rId5" Type="http://schemas.openxmlformats.org/officeDocument/2006/relationships/slideLayout" Target="../slideLayouts/slideLayout749.xml"/><Relationship Id="rId4" Type="http://schemas.openxmlformats.org/officeDocument/2006/relationships/slideLayout" Target="../slideLayouts/slideLayout748.xml"/><Relationship Id="rId3" Type="http://schemas.openxmlformats.org/officeDocument/2006/relationships/slideLayout" Target="../slideLayouts/slideLayout747.xml"/><Relationship Id="rId2" Type="http://schemas.openxmlformats.org/officeDocument/2006/relationships/slideLayout" Target="../slideLayouts/slideLayout746.xml"/><Relationship Id="rId15" Type="http://schemas.openxmlformats.org/officeDocument/2006/relationships/theme" Target="../theme/theme9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45.xml"/></Relationships>
</file>

<file path=ppt/slideMasters/_rels/slideMaster94.xml.rels><?xml version="1.0" encoding="UTF-8" standalone="yes"?>
<Relationships xmlns="http://schemas.openxmlformats.org/package/2006/relationships"><Relationship Id="rId9" Type="http://schemas.openxmlformats.org/officeDocument/2006/relationships/slideLayout" Target="../slideLayouts/slideLayout762.xml"/><Relationship Id="rId8" Type="http://schemas.openxmlformats.org/officeDocument/2006/relationships/slideLayout" Target="../slideLayouts/slideLayout761.xml"/><Relationship Id="rId7" Type="http://schemas.openxmlformats.org/officeDocument/2006/relationships/slideLayout" Target="../slideLayouts/slideLayout760.xml"/><Relationship Id="rId6" Type="http://schemas.openxmlformats.org/officeDocument/2006/relationships/slideLayout" Target="../slideLayouts/slideLayout759.xml"/><Relationship Id="rId5" Type="http://schemas.openxmlformats.org/officeDocument/2006/relationships/slideLayout" Target="../slideLayouts/slideLayout758.xml"/><Relationship Id="rId4" Type="http://schemas.openxmlformats.org/officeDocument/2006/relationships/slideLayout" Target="../slideLayouts/slideLayout757.xml"/><Relationship Id="rId3" Type="http://schemas.openxmlformats.org/officeDocument/2006/relationships/slideLayout" Target="../slideLayouts/slideLayout756.xml"/><Relationship Id="rId2" Type="http://schemas.openxmlformats.org/officeDocument/2006/relationships/slideLayout" Target="../slideLayouts/slideLayout755.xml"/><Relationship Id="rId15" Type="http://schemas.openxmlformats.org/officeDocument/2006/relationships/theme" Target="../theme/theme9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54.xml"/></Relationships>
</file>

<file path=ppt/slideMasters/_rels/slideMaster95.xml.rels><?xml version="1.0" encoding="UTF-8" standalone="yes"?>
<Relationships xmlns="http://schemas.openxmlformats.org/package/2006/relationships"><Relationship Id="rId9" Type="http://schemas.openxmlformats.org/officeDocument/2006/relationships/slideLayout" Target="../slideLayouts/slideLayout771.xml"/><Relationship Id="rId8" Type="http://schemas.openxmlformats.org/officeDocument/2006/relationships/slideLayout" Target="../slideLayouts/slideLayout770.xml"/><Relationship Id="rId7" Type="http://schemas.openxmlformats.org/officeDocument/2006/relationships/slideLayout" Target="../slideLayouts/slideLayout769.xml"/><Relationship Id="rId6" Type="http://schemas.openxmlformats.org/officeDocument/2006/relationships/slideLayout" Target="../slideLayouts/slideLayout768.xml"/><Relationship Id="rId5" Type="http://schemas.openxmlformats.org/officeDocument/2006/relationships/slideLayout" Target="../slideLayouts/slideLayout767.xml"/><Relationship Id="rId4" Type="http://schemas.openxmlformats.org/officeDocument/2006/relationships/slideLayout" Target="../slideLayouts/slideLayout766.xml"/><Relationship Id="rId3" Type="http://schemas.openxmlformats.org/officeDocument/2006/relationships/slideLayout" Target="../slideLayouts/slideLayout765.xml"/><Relationship Id="rId2" Type="http://schemas.openxmlformats.org/officeDocument/2006/relationships/slideLayout" Target="../slideLayouts/slideLayout764.xml"/><Relationship Id="rId15" Type="http://schemas.openxmlformats.org/officeDocument/2006/relationships/theme" Target="../theme/theme9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63.xml"/></Relationships>
</file>

<file path=ppt/slideMasters/_rels/slideMaster96.xml.rels><?xml version="1.0" encoding="UTF-8" standalone="yes"?>
<Relationships xmlns="http://schemas.openxmlformats.org/package/2006/relationships"><Relationship Id="rId9" Type="http://schemas.openxmlformats.org/officeDocument/2006/relationships/slideLayout" Target="../slideLayouts/slideLayout780.xml"/><Relationship Id="rId8" Type="http://schemas.openxmlformats.org/officeDocument/2006/relationships/slideLayout" Target="../slideLayouts/slideLayout779.xml"/><Relationship Id="rId7" Type="http://schemas.openxmlformats.org/officeDocument/2006/relationships/slideLayout" Target="../slideLayouts/slideLayout778.xml"/><Relationship Id="rId6" Type="http://schemas.openxmlformats.org/officeDocument/2006/relationships/slideLayout" Target="../slideLayouts/slideLayout777.xml"/><Relationship Id="rId5" Type="http://schemas.openxmlformats.org/officeDocument/2006/relationships/slideLayout" Target="../slideLayouts/slideLayout776.xml"/><Relationship Id="rId4" Type="http://schemas.openxmlformats.org/officeDocument/2006/relationships/slideLayout" Target="../slideLayouts/slideLayout775.xml"/><Relationship Id="rId3" Type="http://schemas.openxmlformats.org/officeDocument/2006/relationships/slideLayout" Target="../slideLayouts/slideLayout774.xml"/><Relationship Id="rId2" Type="http://schemas.openxmlformats.org/officeDocument/2006/relationships/slideLayout" Target="../slideLayouts/slideLayout773.xml"/><Relationship Id="rId15" Type="http://schemas.openxmlformats.org/officeDocument/2006/relationships/theme" Target="../theme/theme9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72.xml"/></Relationships>
</file>

<file path=ppt/slideMasters/_rels/slideMaster97.xml.rels><?xml version="1.0" encoding="UTF-8" standalone="yes"?>
<Relationships xmlns="http://schemas.openxmlformats.org/package/2006/relationships"><Relationship Id="rId9" Type="http://schemas.openxmlformats.org/officeDocument/2006/relationships/slideLayout" Target="../slideLayouts/slideLayout789.xml"/><Relationship Id="rId8" Type="http://schemas.openxmlformats.org/officeDocument/2006/relationships/slideLayout" Target="../slideLayouts/slideLayout788.xml"/><Relationship Id="rId7" Type="http://schemas.openxmlformats.org/officeDocument/2006/relationships/slideLayout" Target="../slideLayouts/slideLayout787.xml"/><Relationship Id="rId6" Type="http://schemas.openxmlformats.org/officeDocument/2006/relationships/slideLayout" Target="../slideLayouts/slideLayout786.xml"/><Relationship Id="rId5" Type="http://schemas.openxmlformats.org/officeDocument/2006/relationships/slideLayout" Target="../slideLayouts/slideLayout785.xml"/><Relationship Id="rId4" Type="http://schemas.openxmlformats.org/officeDocument/2006/relationships/slideLayout" Target="../slideLayouts/slideLayout784.xml"/><Relationship Id="rId3" Type="http://schemas.openxmlformats.org/officeDocument/2006/relationships/slideLayout" Target="../slideLayouts/slideLayout783.xml"/><Relationship Id="rId2" Type="http://schemas.openxmlformats.org/officeDocument/2006/relationships/slideLayout" Target="../slideLayouts/slideLayout782.xml"/><Relationship Id="rId15" Type="http://schemas.openxmlformats.org/officeDocument/2006/relationships/theme" Target="../theme/theme9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81.xml"/></Relationships>
</file>

<file path=ppt/slideMasters/_rels/slideMaster98.xml.rels><?xml version="1.0" encoding="UTF-8" standalone="yes"?>
<Relationships xmlns="http://schemas.openxmlformats.org/package/2006/relationships"><Relationship Id="rId9" Type="http://schemas.openxmlformats.org/officeDocument/2006/relationships/slideLayout" Target="../slideLayouts/slideLayout798.xml"/><Relationship Id="rId8" Type="http://schemas.openxmlformats.org/officeDocument/2006/relationships/slideLayout" Target="../slideLayouts/slideLayout797.xml"/><Relationship Id="rId7" Type="http://schemas.openxmlformats.org/officeDocument/2006/relationships/slideLayout" Target="../slideLayouts/slideLayout796.xml"/><Relationship Id="rId6" Type="http://schemas.openxmlformats.org/officeDocument/2006/relationships/slideLayout" Target="../slideLayouts/slideLayout795.xml"/><Relationship Id="rId5" Type="http://schemas.openxmlformats.org/officeDocument/2006/relationships/slideLayout" Target="../slideLayouts/slideLayout794.xml"/><Relationship Id="rId4" Type="http://schemas.openxmlformats.org/officeDocument/2006/relationships/slideLayout" Target="../slideLayouts/slideLayout793.xml"/><Relationship Id="rId3" Type="http://schemas.openxmlformats.org/officeDocument/2006/relationships/slideLayout" Target="../slideLayouts/slideLayout792.xml"/><Relationship Id="rId2" Type="http://schemas.openxmlformats.org/officeDocument/2006/relationships/slideLayout" Target="../slideLayouts/slideLayout791.xml"/><Relationship Id="rId15" Type="http://schemas.openxmlformats.org/officeDocument/2006/relationships/theme" Target="../theme/theme9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90.xml"/></Relationships>
</file>

<file path=ppt/slideMasters/_rels/slideMaster99.xml.rels><?xml version="1.0" encoding="UTF-8" standalone="yes"?>
<Relationships xmlns="http://schemas.openxmlformats.org/package/2006/relationships"><Relationship Id="rId9" Type="http://schemas.openxmlformats.org/officeDocument/2006/relationships/slideLayout" Target="../slideLayouts/slideLayout807.xml"/><Relationship Id="rId8" Type="http://schemas.openxmlformats.org/officeDocument/2006/relationships/slideLayout" Target="../slideLayouts/slideLayout806.xml"/><Relationship Id="rId7" Type="http://schemas.openxmlformats.org/officeDocument/2006/relationships/slideLayout" Target="../slideLayouts/slideLayout805.xml"/><Relationship Id="rId6" Type="http://schemas.openxmlformats.org/officeDocument/2006/relationships/slideLayout" Target="../slideLayouts/slideLayout804.xml"/><Relationship Id="rId5" Type="http://schemas.openxmlformats.org/officeDocument/2006/relationships/slideLayout" Target="../slideLayouts/slideLayout803.xml"/><Relationship Id="rId4" Type="http://schemas.openxmlformats.org/officeDocument/2006/relationships/slideLayout" Target="../slideLayouts/slideLayout802.xml"/><Relationship Id="rId3" Type="http://schemas.openxmlformats.org/officeDocument/2006/relationships/slideLayout" Target="../slideLayouts/slideLayout801.xml"/><Relationship Id="rId2" Type="http://schemas.openxmlformats.org/officeDocument/2006/relationships/slideLayout" Target="../slideLayouts/slideLayout800.xml"/><Relationship Id="rId15" Type="http://schemas.openxmlformats.org/officeDocument/2006/relationships/theme" Target="../theme/theme9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799.xml"/></Relationships>
</file>

<file path=ppt/slideMasters/_rels/slideMaster100.xml.rels><?xml version="1.0" encoding="UTF-8" standalone="yes"?>
<Relationships xmlns="http://schemas.openxmlformats.org/package/2006/relationships"><Relationship Id="rId9" Type="http://schemas.openxmlformats.org/officeDocument/2006/relationships/slideLayout" Target="../slideLayouts/slideLayout816.xml"/><Relationship Id="rId8" Type="http://schemas.openxmlformats.org/officeDocument/2006/relationships/slideLayout" Target="../slideLayouts/slideLayout815.xml"/><Relationship Id="rId7" Type="http://schemas.openxmlformats.org/officeDocument/2006/relationships/slideLayout" Target="../slideLayouts/slideLayout814.xml"/><Relationship Id="rId6" Type="http://schemas.openxmlformats.org/officeDocument/2006/relationships/slideLayout" Target="../slideLayouts/slideLayout813.xml"/><Relationship Id="rId5" Type="http://schemas.openxmlformats.org/officeDocument/2006/relationships/slideLayout" Target="../slideLayouts/slideLayout812.xml"/><Relationship Id="rId4" Type="http://schemas.openxmlformats.org/officeDocument/2006/relationships/slideLayout" Target="../slideLayouts/slideLayout811.xml"/><Relationship Id="rId3" Type="http://schemas.openxmlformats.org/officeDocument/2006/relationships/slideLayout" Target="../slideLayouts/slideLayout810.xml"/><Relationship Id="rId2" Type="http://schemas.openxmlformats.org/officeDocument/2006/relationships/slideLayout" Target="../slideLayouts/slideLayout809.xml"/><Relationship Id="rId15" Type="http://schemas.openxmlformats.org/officeDocument/2006/relationships/theme" Target="../theme/theme10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08.xml"/></Relationships>
</file>

<file path=ppt/slideMasters/_rels/slideMaster101.xml.rels><?xml version="1.0" encoding="UTF-8" standalone="yes"?>
<Relationships xmlns="http://schemas.openxmlformats.org/package/2006/relationships"><Relationship Id="rId9" Type="http://schemas.openxmlformats.org/officeDocument/2006/relationships/slideLayout" Target="../slideLayouts/slideLayout825.xml"/><Relationship Id="rId8" Type="http://schemas.openxmlformats.org/officeDocument/2006/relationships/slideLayout" Target="../slideLayouts/slideLayout824.xml"/><Relationship Id="rId7" Type="http://schemas.openxmlformats.org/officeDocument/2006/relationships/slideLayout" Target="../slideLayouts/slideLayout823.xml"/><Relationship Id="rId6" Type="http://schemas.openxmlformats.org/officeDocument/2006/relationships/slideLayout" Target="../slideLayouts/slideLayout822.xml"/><Relationship Id="rId5" Type="http://schemas.openxmlformats.org/officeDocument/2006/relationships/slideLayout" Target="../slideLayouts/slideLayout821.xml"/><Relationship Id="rId4" Type="http://schemas.openxmlformats.org/officeDocument/2006/relationships/slideLayout" Target="../slideLayouts/slideLayout820.xml"/><Relationship Id="rId3" Type="http://schemas.openxmlformats.org/officeDocument/2006/relationships/slideLayout" Target="../slideLayouts/slideLayout819.xml"/><Relationship Id="rId2" Type="http://schemas.openxmlformats.org/officeDocument/2006/relationships/slideLayout" Target="../slideLayouts/slideLayout818.xml"/><Relationship Id="rId15" Type="http://schemas.openxmlformats.org/officeDocument/2006/relationships/theme" Target="../theme/theme10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17.xml"/></Relationships>
</file>

<file path=ppt/slideMasters/_rels/slideMaster102.xml.rels><?xml version="1.0" encoding="UTF-8" standalone="yes"?>
<Relationships xmlns="http://schemas.openxmlformats.org/package/2006/relationships"><Relationship Id="rId9" Type="http://schemas.openxmlformats.org/officeDocument/2006/relationships/slideLayout" Target="../slideLayouts/slideLayout834.xml"/><Relationship Id="rId8" Type="http://schemas.openxmlformats.org/officeDocument/2006/relationships/slideLayout" Target="../slideLayouts/slideLayout833.xml"/><Relationship Id="rId7" Type="http://schemas.openxmlformats.org/officeDocument/2006/relationships/slideLayout" Target="../slideLayouts/slideLayout832.xml"/><Relationship Id="rId6" Type="http://schemas.openxmlformats.org/officeDocument/2006/relationships/slideLayout" Target="../slideLayouts/slideLayout831.xml"/><Relationship Id="rId5" Type="http://schemas.openxmlformats.org/officeDocument/2006/relationships/slideLayout" Target="../slideLayouts/slideLayout830.xml"/><Relationship Id="rId4" Type="http://schemas.openxmlformats.org/officeDocument/2006/relationships/slideLayout" Target="../slideLayouts/slideLayout829.xml"/><Relationship Id="rId3" Type="http://schemas.openxmlformats.org/officeDocument/2006/relationships/slideLayout" Target="../slideLayouts/slideLayout828.xml"/><Relationship Id="rId2" Type="http://schemas.openxmlformats.org/officeDocument/2006/relationships/slideLayout" Target="../slideLayouts/slideLayout827.xml"/><Relationship Id="rId15" Type="http://schemas.openxmlformats.org/officeDocument/2006/relationships/theme" Target="../theme/theme10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26.xml"/></Relationships>
</file>

<file path=ppt/slideMasters/_rels/slideMaster103.xml.rels><?xml version="1.0" encoding="UTF-8" standalone="yes"?>
<Relationships xmlns="http://schemas.openxmlformats.org/package/2006/relationships"><Relationship Id="rId9" Type="http://schemas.openxmlformats.org/officeDocument/2006/relationships/slideLayout" Target="../slideLayouts/slideLayout843.xml"/><Relationship Id="rId8" Type="http://schemas.openxmlformats.org/officeDocument/2006/relationships/slideLayout" Target="../slideLayouts/slideLayout842.xml"/><Relationship Id="rId7" Type="http://schemas.openxmlformats.org/officeDocument/2006/relationships/slideLayout" Target="../slideLayouts/slideLayout841.xml"/><Relationship Id="rId6" Type="http://schemas.openxmlformats.org/officeDocument/2006/relationships/slideLayout" Target="../slideLayouts/slideLayout840.xml"/><Relationship Id="rId5" Type="http://schemas.openxmlformats.org/officeDocument/2006/relationships/slideLayout" Target="../slideLayouts/slideLayout839.xml"/><Relationship Id="rId4" Type="http://schemas.openxmlformats.org/officeDocument/2006/relationships/slideLayout" Target="../slideLayouts/slideLayout838.xml"/><Relationship Id="rId3" Type="http://schemas.openxmlformats.org/officeDocument/2006/relationships/slideLayout" Target="../slideLayouts/slideLayout837.xml"/><Relationship Id="rId2" Type="http://schemas.openxmlformats.org/officeDocument/2006/relationships/slideLayout" Target="../slideLayouts/slideLayout836.xml"/><Relationship Id="rId15" Type="http://schemas.openxmlformats.org/officeDocument/2006/relationships/theme" Target="../theme/theme10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35.xml"/></Relationships>
</file>

<file path=ppt/slideMasters/_rels/slideMaster104.xml.rels><?xml version="1.0" encoding="UTF-8" standalone="yes"?>
<Relationships xmlns="http://schemas.openxmlformats.org/package/2006/relationships"><Relationship Id="rId9" Type="http://schemas.openxmlformats.org/officeDocument/2006/relationships/slideLayout" Target="../slideLayouts/slideLayout852.xml"/><Relationship Id="rId8" Type="http://schemas.openxmlformats.org/officeDocument/2006/relationships/slideLayout" Target="../slideLayouts/slideLayout851.xml"/><Relationship Id="rId7" Type="http://schemas.openxmlformats.org/officeDocument/2006/relationships/slideLayout" Target="../slideLayouts/slideLayout850.xml"/><Relationship Id="rId6" Type="http://schemas.openxmlformats.org/officeDocument/2006/relationships/slideLayout" Target="../slideLayouts/slideLayout849.xml"/><Relationship Id="rId5" Type="http://schemas.openxmlformats.org/officeDocument/2006/relationships/slideLayout" Target="../slideLayouts/slideLayout848.xml"/><Relationship Id="rId4" Type="http://schemas.openxmlformats.org/officeDocument/2006/relationships/slideLayout" Target="../slideLayouts/slideLayout847.xml"/><Relationship Id="rId3" Type="http://schemas.openxmlformats.org/officeDocument/2006/relationships/slideLayout" Target="../slideLayouts/slideLayout846.xml"/><Relationship Id="rId2" Type="http://schemas.openxmlformats.org/officeDocument/2006/relationships/slideLayout" Target="../slideLayouts/slideLayout845.xml"/><Relationship Id="rId15" Type="http://schemas.openxmlformats.org/officeDocument/2006/relationships/theme" Target="../theme/theme10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44.xml"/></Relationships>
</file>

<file path=ppt/slideMasters/_rels/slideMaster105.xml.rels><?xml version="1.0" encoding="UTF-8" standalone="yes"?>
<Relationships xmlns="http://schemas.openxmlformats.org/package/2006/relationships"><Relationship Id="rId9" Type="http://schemas.openxmlformats.org/officeDocument/2006/relationships/slideLayout" Target="../slideLayouts/slideLayout861.xml"/><Relationship Id="rId8" Type="http://schemas.openxmlformats.org/officeDocument/2006/relationships/slideLayout" Target="../slideLayouts/slideLayout860.xml"/><Relationship Id="rId7" Type="http://schemas.openxmlformats.org/officeDocument/2006/relationships/slideLayout" Target="../slideLayouts/slideLayout859.xml"/><Relationship Id="rId6" Type="http://schemas.openxmlformats.org/officeDocument/2006/relationships/slideLayout" Target="../slideLayouts/slideLayout858.xml"/><Relationship Id="rId5" Type="http://schemas.openxmlformats.org/officeDocument/2006/relationships/slideLayout" Target="../slideLayouts/slideLayout857.xml"/><Relationship Id="rId4" Type="http://schemas.openxmlformats.org/officeDocument/2006/relationships/slideLayout" Target="../slideLayouts/slideLayout856.xml"/><Relationship Id="rId3" Type="http://schemas.openxmlformats.org/officeDocument/2006/relationships/slideLayout" Target="../slideLayouts/slideLayout855.xml"/><Relationship Id="rId2" Type="http://schemas.openxmlformats.org/officeDocument/2006/relationships/slideLayout" Target="../slideLayouts/slideLayout854.xml"/><Relationship Id="rId15" Type="http://schemas.openxmlformats.org/officeDocument/2006/relationships/theme" Target="../theme/theme10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53.xml"/></Relationships>
</file>

<file path=ppt/slideMasters/_rels/slideMaster106.xml.rels><?xml version="1.0" encoding="UTF-8" standalone="yes"?>
<Relationships xmlns="http://schemas.openxmlformats.org/package/2006/relationships"><Relationship Id="rId9" Type="http://schemas.openxmlformats.org/officeDocument/2006/relationships/slideLayout" Target="../slideLayouts/slideLayout870.xml"/><Relationship Id="rId8" Type="http://schemas.openxmlformats.org/officeDocument/2006/relationships/slideLayout" Target="../slideLayouts/slideLayout869.xml"/><Relationship Id="rId7" Type="http://schemas.openxmlformats.org/officeDocument/2006/relationships/slideLayout" Target="../slideLayouts/slideLayout868.xml"/><Relationship Id="rId6" Type="http://schemas.openxmlformats.org/officeDocument/2006/relationships/slideLayout" Target="../slideLayouts/slideLayout867.xml"/><Relationship Id="rId5" Type="http://schemas.openxmlformats.org/officeDocument/2006/relationships/slideLayout" Target="../slideLayouts/slideLayout866.xml"/><Relationship Id="rId4" Type="http://schemas.openxmlformats.org/officeDocument/2006/relationships/slideLayout" Target="../slideLayouts/slideLayout865.xml"/><Relationship Id="rId3" Type="http://schemas.openxmlformats.org/officeDocument/2006/relationships/slideLayout" Target="../slideLayouts/slideLayout864.xml"/><Relationship Id="rId2" Type="http://schemas.openxmlformats.org/officeDocument/2006/relationships/slideLayout" Target="../slideLayouts/slideLayout863.xml"/><Relationship Id="rId15" Type="http://schemas.openxmlformats.org/officeDocument/2006/relationships/theme" Target="../theme/theme10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62.xml"/></Relationships>
</file>

<file path=ppt/slideMasters/_rels/slideMaster107.xml.rels><?xml version="1.0" encoding="UTF-8" standalone="yes"?>
<Relationships xmlns="http://schemas.openxmlformats.org/package/2006/relationships"><Relationship Id="rId9" Type="http://schemas.openxmlformats.org/officeDocument/2006/relationships/slideLayout" Target="../slideLayouts/slideLayout879.xml"/><Relationship Id="rId8" Type="http://schemas.openxmlformats.org/officeDocument/2006/relationships/slideLayout" Target="../slideLayouts/slideLayout878.xml"/><Relationship Id="rId7" Type="http://schemas.openxmlformats.org/officeDocument/2006/relationships/slideLayout" Target="../slideLayouts/slideLayout877.xml"/><Relationship Id="rId6" Type="http://schemas.openxmlformats.org/officeDocument/2006/relationships/slideLayout" Target="../slideLayouts/slideLayout876.xml"/><Relationship Id="rId5" Type="http://schemas.openxmlformats.org/officeDocument/2006/relationships/slideLayout" Target="../slideLayouts/slideLayout875.xml"/><Relationship Id="rId4" Type="http://schemas.openxmlformats.org/officeDocument/2006/relationships/slideLayout" Target="../slideLayouts/slideLayout874.xml"/><Relationship Id="rId3" Type="http://schemas.openxmlformats.org/officeDocument/2006/relationships/slideLayout" Target="../slideLayouts/slideLayout873.xml"/><Relationship Id="rId2" Type="http://schemas.openxmlformats.org/officeDocument/2006/relationships/slideLayout" Target="../slideLayouts/slideLayout872.xml"/><Relationship Id="rId15" Type="http://schemas.openxmlformats.org/officeDocument/2006/relationships/theme" Target="../theme/theme10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71.xml"/></Relationships>
</file>

<file path=ppt/slideMasters/_rels/slideMaster108.xml.rels><?xml version="1.0" encoding="UTF-8" standalone="yes"?>
<Relationships xmlns="http://schemas.openxmlformats.org/package/2006/relationships"><Relationship Id="rId9" Type="http://schemas.openxmlformats.org/officeDocument/2006/relationships/slideLayout" Target="../slideLayouts/slideLayout888.xml"/><Relationship Id="rId8" Type="http://schemas.openxmlformats.org/officeDocument/2006/relationships/slideLayout" Target="../slideLayouts/slideLayout887.xml"/><Relationship Id="rId7" Type="http://schemas.openxmlformats.org/officeDocument/2006/relationships/slideLayout" Target="../slideLayouts/slideLayout886.xml"/><Relationship Id="rId6" Type="http://schemas.openxmlformats.org/officeDocument/2006/relationships/slideLayout" Target="../slideLayouts/slideLayout885.xml"/><Relationship Id="rId5" Type="http://schemas.openxmlformats.org/officeDocument/2006/relationships/slideLayout" Target="../slideLayouts/slideLayout884.xml"/><Relationship Id="rId4" Type="http://schemas.openxmlformats.org/officeDocument/2006/relationships/slideLayout" Target="../slideLayouts/slideLayout883.xml"/><Relationship Id="rId3" Type="http://schemas.openxmlformats.org/officeDocument/2006/relationships/slideLayout" Target="../slideLayouts/slideLayout882.xml"/><Relationship Id="rId2" Type="http://schemas.openxmlformats.org/officeDocument/2006/relationships/slideLayout" Target="../slideLayouts/slideLayout881.xml"/><Relationship Id="rId15" Type="http://schemas.openxmlformats.org/officeDocument/2006/relationships/theme" Target="../theme/theme10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80.xml"/></Relationships>
</file>

<file path=ppt/slideMasters/_rels/slideMaster109.xml.rels><?xml version="1.0" encoding="UTF-8" standalone="yes"?>
<Relationships xmlns="http://schemas.openxmlformats.org/package/2006/relationships"><Relationship Id="rId9" Type="http://schemas.openxmlformats.org/officeDocument/2006/relationships/slideLayout" Target="../slideLayouts/slideLayout897.xml"/><Relationship Id="rId8" Type="http://schemas.openxmlformats.org/officeDocument/2006/relationships/slideLayout" Target="../slideLayouts/slideLayout896.xml"/><Relationship Id="rId7" Type="http://schemas.openxmlformats.org/officeDocument/2006/relationships/slideLayout" Target="../slideLayouts/slideLayout895.xml"/><Relationship Id="rId6" Type="http://schemas.openxmlformats.org/officeDocument/2006/relationships/slideLayout" Target="../slideLayouts/slideLayout894.xml"/><Relationship Id="rId5" Type="http://schemas.openxmlformats.org/officeDocument/2006/relationships/slideLayout" Target="../slideLayouts/slideLayout893.xml"/><Relationship Id="rId4" Type="http://schemas.openxmlformats.org/officeDocument/2006/relationships/slideLayout" Target="../slideLayouts/slideLayout892.xml"/><Relationship Id="rId3" Type="http://schemas.openxmlformats.org/officeDocument/2006/relationships/slideLayout" Target="../slideLayouts/slideLayout891.xml"/><Relationship Id="rId2" Type="http://schemas.openxmlformats.org/officeDocument/2006/relationships/slideLayout" Target="../slideLayouts/slideLayout890.xml"/><Relationship Id="rId15" Type="http://schemas.openxmlformats.org/officeDocument/2006/relationships/theme" Target="../theme/theme10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89.xml"/></Relationships>
</file>

<file path=ppt/slideMasters/_rels/slideMaster110.xml.rels><?xml version="1.0" encoding="UTF-8" standalone="yes"?>
<Relationships xmlns="http://schemas.openxmlformats.org/package/2006/relationships"><Relationship Id="rId9" Type="http://schemas.openxmlformats.org/officeDocument/2006/relationships/slideLayout" Target="../slideLayouts/slideLayout906.xml"/><Relationship Id="rId8" Type="http://schemas.openxmlformats.org/officeDocument/2006/relationships/slideLayout" Target="../slideLayouts/slideLayout905.xml"/><Relationship Id="rId7" Type="http://schemas.openxmlformats.org/officeDocument/2006/relationships/slideLayout" Target="../slideLayouts/slideLayout904.xml"/><Relationship Id="rId6" Type="http://schemas.openxmlformats.org/officeDocument/2006/relationships/slideLayout" Target="../slideLayouts/slideLayout903.xml"/><Relationship Id="rId5" Type="http://schemas.openxmlformats.org/officeDocument/2006/relationships/slideLayout" Target="../slideLayouts/slideLayout902.xml"/><Relationship Id="rId4" Type="http://schemas.openxmlformats.org/officeDocument/2006/relationships/slideLayout" Target="../slideLayouts/slideLayout901.xml"/><Relationship Id="rId3" Type="http://schemas.openxmlformats.org/officeDocument/2006/relationships/slideLayout" Target="../slideLayouts/slideLayout900.xml"/><Relationship Id="rId2" Type="http://schemas.openxmlformats.org/officeDocument/2006/relationships/slideLayout" Target="../slideLayouts/slideLayout899.xml"/><Relationship Id="rId15" Type="http://schemas.openxmlformats.org/officeDocument/2006/relationships/theme" Target="../theme/theme11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898.xml"/></Relationships>
</file>

<file path=ppt/slideMasters/_rels/slideMaster111.xml.rels><?xml version="1.0" encoding="UTF-8" standalone="yes"?>
<Relationships xmlns="http://schemas.openxmlformats.org/package/2006/relationships"><Relationship Id="rId9" Type="http://schemas.openxmlformats.org/officeDocument/2006/relationships/slideLayout" Target="../slideLayouts/slideLayout915.xml"/><Relationship Id="rId8" Type="http://schemas.openxmlformats.org/officeDocument/2006/relationships/slideLayout" Target="../slideLayouts/slideLayout914.xml"/><Relationship Id="rId7" Type="http://schemas.openxmlformats.org/officeDocument/2006/relationships/slideLayout" Target="../slideLayouts/slideLayout913.xml"/><Relationship Id="rId6" Type="http://schemas.openxmlformats.org/officeDocument/2006/relationships/slideLayout" Target="../slideLayouts/slideLayout912.xml"/><Relationship Id="rId5" Type="http://schemas.openxmlformats.org/officeDocument/2006/relationships/slideLayout" Target="../slideLayouts/slideLayout911.xml"/><Relationship Id="rId4" Type="http://schemas.openxmlformats.org/officeDocument/2006/relationships/slideLayout" Target="../slideLayouts/slideLayout910.xml"/><Relationship Id="rId3" Type="http://schemas.openxmlformats.org/officeDocument/2006/relationships/slideLayout" Target="../slideLayouts/slideLayout909.xml"/><Relationship Id="rId2" Type="http://schemas.openxmlformats.org/officeDocument/2006/relationships/slideLayout" Target="../slideLayouts/slideLayout908.xml"/><Relationship Id="rId15" Type="http://schemas.openxmlformats.org/officeDocument/2006/relationships/theme" Target="../theme/theme11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07.xml"/></Relationships>
</file>

<file path=ppt/slideMasters/_rels/slideMaster112.xml.rels><?xml version="1.0" encoding="UTF-8" standalone="yes"?>
<Relationships xmlns="http://schemas.openxmlformats.org/package/2006/relationships"><Relationship Id="rId9" Type="http://schemas.openxmlformats.org/officeDocument/2006/relationships/slideLayout" Target="../slideLayouts/slideLayout924.xml"/><Relationship Id="rId8" Type="http://schemas.openxmlformats.org/officeDocument/2006/relationships/slideLayout" Target="../slideLayouts/slideLayout923.xml"/><Relationship Id="rId7" Type="http://schemas.openxmlformats.org/officeDocument/2006/relationships/slideLayout" Target="../slideLayouts/slideLayout922.xml"/><Relationship Id="rId6" Type="http://schemas.openxmlformats.org/officeDocument/2006/relationships/slideLayout" Target="../slideLayouts/slideLayout921.xml"/><Relationship Id="rId5" Type="http://schemas.openxmlformats.org/officeDocument/2006/relationships/slideLayout" Target="../slideLayouts/slideLayout920.xml"/><Relationship Id="rId4" Type="http://schemas.openxmlformats.org/officeDocument/2006/relationships/slideLayout" Target="../slideLayouts/slideLayout919.xml"/><Relationship Id="rId3" Type="http://schemas.openxmlformats.org/officeDocument/2006/relationships/slideLayout" Target="../slideLayouts/slideLayout918.xml"/><Relationship Id="rId2" Type="http://schemas.openxmlformats.org/officeDocument/2006/relationships/slideLayout" Target="../slideLayouts/slideLayout917.xml"/><Relationship Id="rId15" Type="http://schemas.openxmlformats.org/officeDocument/2006/relationships/theme" Target="../theme/theme11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16.xml"/></Relationships>
</file>

<file path=ppt/slideMasters/_rels/slideMaster113.xml.rels><?xml version="1.0" encoding="UTF-8" standalone="yes"?>
<Relationships xmlns="http://schemas.openxmlformats.org/package/2006/relationships"><Relationship Id="rId9" Type="http://schemas.openxmlformats.org/officeDocument/2006/relationships/slideLayout" Target="../slideLayouts/slideLayout933.xml"/><Relationship Id="rId8" Type="http://schemas.openxmlformats.org/officeDocument/2006/relationships/slideLayout" Target="../slideLayouts/slideLayout932.xml"/><Relationship Id="rId7" Type="http://schemas.openxmlformats.org/officeDocument/2006/relationships/slideLayout" Target="../slideLayouts/slideLayout931.xml"/><Relationship Id="rId6" Type="http://schemas.openxmlformats.org/officeDocument/2006/relationships/slideLayout" Target="../slideLayouts/slideLayout930.xml"/><Relationship Id="rId5" Type="http://schemas.openxmlformats.org/officeDocument/2006/relationships/slideLayout" Target="../slideLayouts/slideLayout929.xml"/><Relationship Id="rId4" Type="http://schemas.openxmlformats.org/officeDocument/2006/relationships/slideLayout" Target="../slideLayouts/slideLayout928.xml"/><Relationship Id="rId3" Type="http://schemas.openxmlformats.org/officeDocument/2006/relationships/slideLayout" Target="../slideLayouts/slideLayout927.xml"/><Relationship Id="rId2" Type="http://schemas.openxmlformats.org/officeDocument/2006/relationships/slideLayout" Target="../slideLayouts/slideLayout926.xml"/><Relationship Id="rId15" Type="http://schemas.openxmlformats.org/officeDocument/2006/relationships/theme" Target="../theme/theme11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25.xml"/></Relationships>
</file>

<file path=ppt/slideMasters/_rels/slideMaster114.xml.rels><?xml version="1.0" encoding="UTF-8" standalone="yes"?>
<Relationships xmlns="http://schemas.openxmlformats.org/package/2006/relationships"><Relationship Id="rId9" Type="http://schemas.openxmlformats.org/officeDocument/2006/relationships/slideLayout" Target="../slideLayouts/slideLayout942.xml"/><Relationship Id="rId8" Type="http://schemas.openxmlformats.org/officeDocument/2006/relationships/slideLayout" Target="../slideLayouts/slideLayout941.xml"/><Relationship Id="rId7" Type="http://schemas.openxmlformats.org/officeDocument/2006/relationships/slideLayout" Target="../slideLayouts/slideLayout940.xml"/><Relationship Id="rId6" Type="http://schemas.openxmlformats.org/officeDocument/2006/relationships/slideLayout" Target="../slideLayouts/slideLayout939.xml"/><Relationship Id="rId5" Type="http://schemas.openxmlformats.org/officeDocument/2006/relationships/slideLayout" Target="../slideLayouts/slideLayout938.xml"/><Relationship Id="rId4" Type="http://schemas.openxmlformats.org/officeDocument/2006/relationships/slideLayout" Target="../slideLayouts/slideLayout937.xml"/><Relationship Id="rId3" Type="http://schemas.openxmlformats.org/officeDocument/2006/relationships/slideLayout" Target="../slideLayouts/slideLayout936.xml"/><Relationship Id="rId2" Type="http://schemas.openxmlformats.org/officeDocument/2006/relationships/slideLayout" Target="../slideLayouts/slideLayout935.xml"/><Relationship Id="rId15" Type="http://schemas.openxmlformats.org/officeDocument/2006/relationships/theme" Target="../theme/theme11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34.xml"/></Relationships>
</file>

<file path=ppt/slideMasters/_rels/slideMaster115.xml.rels><?xml version="1.0" encoding="UTF-8" standalone="yes"?>
<Relationships xmlns="http://schemas.openxmlformats.org/package/2006/relationships"><Relationship Id="rId9" Type="http://schemas.openxmlformats.org/officeDocument/2006/relationships/slideLayout" Target="../slideLayouts/slideLayout951.xml"/><Relationship Id="rId8" Type="http://schemas.openxmlformats.org/officeDocument/2006/relationships/slideLayout" Target="../slideLayouts/slideLayout950.xml"/><Relationship Id="rId7" Type="http://schemas.openxmlformats.org/officeDocument/2006/relationships/slideLayout" Target="../slideLayouts/slideLayout949.xml"/><Relationship Id="rId6" Type="http://schemas.openxmlformats.org/officeDocument/2006/relationships/slideLayout" Target="../slideLayouts/slideLayout948.xml"/><Relationship Id="rId5" Type="http://schemas.openxmlformats.org/officeDocument/2006/relationships/slideLayout" Target="../slideLayouts/slideLayout947.xml"/><Relationship Id="rId4" Type="http://schemas.openxmlformats.org/officeDocument/2006/relationships/slideLayout" Target="../slideLayouts/slideLayout946.xml"/><Relationship Id="rId3" Type="http://schemas.openxmlformats.org/officeDocument/2006/relationships/slideLayout" Target="../slideLayouts/slideLayout945.xml"/><Relationship Id="rId2" Type="http://schemas.openxmlformats.org/officeDocument/2006/relationships/slideLayout" Target="../slideLayouts/slideLayout944.xml"/><Relationship Id="rId15" Type="http://schemas.openxmlformats.org/officeDocument/2006/relationships/theme" Target="../theme/theme11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43.xml"/></Relationships>
</file>

<file path=ppt/slideMasters/_rels/slideMaster116.xml.rels><?xml version="1.0" encoding="UTF-8" standalone="yes"?>
<Relationships xmlns="http://schemas.openxmlformats.org/package/2006/relationships"><Relationship Id="rId9" Type="http://schemas.openxmlformats.org/officeDocument/2006/relationships/slideLayout" Target="../slideLayouts/slideLayout960.xml"/><Relationship Id="rId8" Type="http://schemas.openxmlformats.org/officeDocument/2006/relationships/slideLayout" Target="../slideLayouts/slideLayout959.xml"/><Relationship Id="rId7" Type="http://schemas.openxmlformats.org/officeDocument/2006/relationships/slideLayout" Target="../slideLayouts/slideLayout958.xml"/><Relationship Id="rId6" Type="http://schemas.openxmlformats.org/officeDocument/2006/relationships/slideLayout" Target="../slideLayouts/slideLayout957.xml"/><Relationship Id="rId5" Type="http://schemas.openxmlformats.org/officeDocument/2006/relationships/slideLayout" Target="../slideLayouts/slideLayout956.xml"/><Relationship Id="rId4" Type="http://schemas.openxmlformats.org/officeDocument/2006/relationships/slideLayout" Target="../slideLayouts/slideLayout955.xml"/><Relationship Id="rId3" Type="http://schemas.openxmlformats.org/officeDocument/2006/relationships/slideLayout" Target="../slideLayouts/slideLayout954.xml"/><Relationship Id="rId2" Type="http://schemas.openxmlformats.org/officeDocument/2006/relationships/slideLayout" Target="../slideLayouts/slideLayout953.xml"/><Relationship Id="rId16" Type="http://schemas.openxmlformats.org/officeDocument/2006/relationships/theme" Target="../theme/theme116.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961.xml"/><Relationship Id="rId1" Type="http://schemas.openxmlformats.org/officeDocument/2006/relationships/slideLayout" Target="../slideLayouts/slideLayout952.xml"/></Relationships>
</file>

<file path=ppt/slideMasters/_rels/slideMaster117.xml.rels><?xml version="1.0" encoding="UTF-8" standalone="yes"?>
<Relationships xmlns="http://schemas.openxmlformats.org/package/2006/relationships"><Relationship Id="rId9" Type="http://schemas.openxmlformats.org/officeDocument/2006/relationships/slideLayout" Target="../slideLayouts/slideLayout970.xml"/><Relationship Id="rId8" Type="http://schemas.openxmlformats.org/officeDocument/2006/relationships/slideLayout" Target="../slideLayouts/slideLayout969.xml"/><Relationship Id="rId7" Type="http://schemas.openxmlformats.org/officeDocument/2006/relationships/slideLayout" Target="../slideLayouts/slideLayout968.xml"/><Relationship Id="rId6" Type="http://schemas.openxmlformats.org/officeDocument/2006/relationships/slideLayout" Target="../slideLayouts/slideLayout967.xml"/><Relationship Id="rId5" Type="http://schemas.openxmlformats.org/officeDocument/2006/relationships/slideLayout" Target="../slideLayouts/slideLayout966.xml"/><Relationship Id="rId4" Type="http://schemas.openxmlformats.org/officeDocument/2006/relationships/slideLayout" Target="../slideLayouts/slideLayout965.xml"/><Relationship Id="rId3" Type="http://schemas.openxmlformats.org/officeDocument/2006/relationships/slideLayout" Target="../slideLayouts/slideLayout964.xml"/><Relationship Id="rId2" Type="http://schemas.openxmlformats.org/officeDocument/2006/relationships/slideLayout" Target="../slideLayouts/slideLayout963.xml"/><Relationship Id="rId15" Type="http://schemas.openxmlformats.org/officeDocument/2006/relationships/theme" Target="../theme/theme11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62.xml"/></Relationships>
</file>

<file path=ppt/slideMasters/_rels/slideMaster118.xml.rels><?xml version="1.0" encoding="UTF-8" standalone="yes"?>
<Relationships xmlns="http://schemas.openxmlformats.org/package/2006/relationships"><Relationship Id="rId9" Type="http://schemas.openxmlformats.org/officeDocument/2006/relationships/slideLayout" Target="../slideLayouts/slideLayout979.xml"/><Relationship Id="rId8" Type="http://schemas.openxmlformats.org/officeDocument/2006/relationships/slideLayout" Target="../slideLayouts/slideLayout978.xml"/><Relationship Id="rId7" Type="http://schemas.openxmlformats.org/officeDocument/2006/relationships/slideLayout" Target="../slideLayouts/slideLayout977.xml"/><Relationship Id="rId6" Type="http://schemas.openxmlformats.org/officeDocument/2006/relationships/slideLayout" Target="../slideLayouts/slideLayout976.xml"/><Relationship Id="rId5" Type="http://schemas.openxmlformats.org/officeDocument/2006/relationships/slideLayout" Target="../slideLayouts/slideLayout975.xml"/><Relationship Id="rId4" Type="http://schemas.openxmlformats.org/officeDocument/2006/relationships/slideLayout" Target="../slideLayouts/slideLayout974.xml"/><Relationship Id="rId3" Type="http://schemas.openxmlformats.org/officeDocument/2006/relationships/slideLayout" Target="../slideLayouts/slideLayout973.xml"/><Relationship Id="rId2" Type="http://schemas.openxmlformats.org/officeDocument/2006/relationships/slideLayout" Target="../slideLayouts/slideLayout972.xml"/><Relationship Id="rId15" Type="http://schemas.openxmlformats.org/officeDocument/2006/relationships/theme" Target="../theme/theme11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71.xml"/></Relationships>
</file>

<file path=ppt/slideMasters/_rels/slideMaster119.xml.rels><?xml version="1.0" encoding="UTF-8" standalone="yes"?>
<Relationships xmlns="http://schemas.openxmlformats.org/package/2006/relationships"><Relationship Id="rId9" Type="http://schemas.openxmlformats.org/officeDocument/2006/relationships/slideLayout" Target="../slideLayouts/slideLayout988.xml"/><Relationship Id="rId8" Type="http://schemas.openxmlformats.org/officeDocument/2006/relationships/slideLayout" Target="../slideLayouts/slideLayout987.xml"/><Relationship Id="rId7" Type="http://schemas.openxmlformats.org/officeDocument/2006/relationships/slideLayout" Target="../slideLayouts/slideLayout986.xml"/><Relationship Id="rId6" Type="http://schemas.openxmlformats.org/officeDocument/2006/relationships/slideLayout" Target="../slideLayouts/slideLayout985.xml"/><Relationship Id="rId5" Type="http://schemas.openxmlformats.org/officeDocument/2006/relationships/slideLayout" Target="../slideLayouts/slideLayout984.xml"/><Relationship Id="rId4" Type="http://schemas.openxmlformats.org/officeDocument/2006/relationships/slideLayout" Target="../slideLayouts/slideLayout983.xml"/><Relationship Id="rId3" Type="http://schemas.openxmlformats.org/officeDocument/2006/relationships/slideLayout" Target="../slideLayouts/slideLayout982.xml"/><Relationship Id="rId2" Type="http://schemas.openxmlformats.org/officeDocument/2006/relationships/slideLayout" Target="../slideLayouts/slideLayout981.xml"/><Relationship Id="rId15" Type="http://schemas.openxmlformats.org/officeDocument/2006/relationships/theme" Target="../theme/theme11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80.xml"/></Relationships>
</file>

<file path=ppt/slideMasters/_rels/slideMaster120.xml.rels><?xml version="1.0" encoding="UTF-8" standalone="yes"?>
<Relationships xmlns="http://schemas.openxmlformats.org/package/2006/relationships"><Relationship Id="rId9" Type="http://schemas.openxmlformats.org/officeDocument/2006/relationships/slideLayout" Target="../slideLayouts/slideLayout997.xml"/><Relationship Id="rId8" Type="http://schemas.openxmlformats.org/officeDocument/2006/relationships/slideLayout" Target="../slideLayouts/slideLayout996.xml"/><Relationship Id="rId7" Type="http://schemas.openxmlformats.org/officeDocument/2006/relationships/slideLayout" Target="../slideLayouts/slideLayout995.xml"/><Relationship Id="rId6" Type="http://schemas.openxmlformats.org/officeDocument/2006/relationships/slideLayout" Target="../slideLayouts/slideLayout994.xml"/><Relationship Id="rId5" Type="http://schemas.openxmlformats.org/officeDocument/2006/relationships/slideLayout" Target="../slideLayouts/slideLayout993.xml"/><Relationship Id="rId4" Type="http://schemas.openxmlformats.org/officeDocument/2006/relationships/slideLayout" Target="../slideLayouts/slideLayout992.xml"/><Relationship Id="rId3" Type="http://schemas.openxmlformats.org/officeDocument/2006/relationships/slideLayout" Target="../slideLayouts/slideLayout991.xml"/><Relationship Id="rId2" Type="http://schemas.openxmlformats.org/officeDocument/2006/relationships/slideLayout" Target="../slideLayouts/slideLayout990.xml"/><Relationship Id="rId15" Type="http://schemas.openxmlformats.org/officeDocument/2006/relationships/theme" Target="../theme/theme12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89.xml"/></Relationships>
</file>

<file path=ppt/slideMasters/_rels/slideMaster121.xml.rels><?xml version="1.0" encoding="UTF-8" standalone="yes"?>
<Relationships xmlns="http://schemas.openxmlformats.org/package/2006/relationships"><Relationship Id="rId9" Type="http://schemas.openxmlformats.org/officeDocument/2006/relationships/slideLayout" Target="../slideLayouts/slideLayout1006.xml"/><Relationship Id="rId8" Type="http://schemas.openxmlformats.org/officeDocument/2006/relationships/slideLayout" Target="../slideLayouts/slideLayout1005.xml"/><Relationship Id="rId7" Type="http://schemas.openxmlformats.org/officeDocument/2006/relationships/slideLayout" Target="../slideLayouts/slideLayout1004.xml"/><Relationship Id="rId6" Type="http://schemas.openxmlformats.org/officeDocument/2006/relationships/slideLayout" Target="../slideLayouts/slideLayout1003.xml"/><Relationship Id="rId5" Type="http://schemas.openxmlformats.org/officeDocument/2006/relationships/slideLayout" Target="../slideLayouts/slideLayout1002.xml"/><Relationship Id="rId4" Type="http://schemas.openxmlformats.org/officeDocument/2006/relationships/slideLayout" Target="../slideLayouts/slideLayout1001.xml"/><Relationship Id="rId3" Type="http://schemas.openxmlformats.org/officeDocument/2006/relationships/slideLayout" Target="../slideLayouts/slideLayout1000.xml"/><Relationship Id="rId2" Type="http://schemas.openxmlformats.org/officeDocument/2006/relationships/slideLayout" Target="../slideLayouts/slideLayout999.xml"/><Relationship Id="rId15" Type="http://schemas.openxmlformats.org/officeDocument/2006/relationships/theme" Target="../theme/theme12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998.xml"/></Relationships>
</file>

<file path=ppt/slideMasters/_rels/slideMaster122.xml.rels><?xml version="1.0" encoding="UTF-8" standalone="yes"?>
<Relationships xmlns="http://schemas.openxmlformats.org/package/2006/relationships"><Relationship Id="rId9" Type="http://schemas.openxmlformats.org/officeDocument/2006/relationships/slideLayout" Target="../slideLayouts/slideLayout1015.xml"/><Relationship Id="rId8" Type="http://schemas.openxmlformats.org/officeDocument/2006/relationships/slideLayout" Target="../slideLayouts/slideLayout1014.xml"/><Relationship Id="rId7" Type="http://schemas.openxmlformats.org/officeDocument/2006/relationships/slideLayout" Target="../slideLayouts/slideLayout1013.xml"/><Relationship Id="rId6" Type="http://schemas.openxmlformats.org/officeDocument/2006/relationships/slideLayout" Target="../slideLayouts/slideLayout1012.xml"/><Relationship Id="rId5" Type="http://schemas.openxmlformats.org/officeDocument/2006/relationships/slideLayout" Target="../slideLayouts/slideLayout1011.xml"/><Relationship Id="rId4" Type="http://schemas.openxmlformats.org/officeDocument/2006/relationships/slideLayout" Target="../slideLayouts/slideLayout1010.xml"/><Relationship Id="rId3" Type="http://schemas.openxmlformats.org/officeDocument/2006/relationships/slideLayout" Target="../slideLayouts/slideLayout1009.xml"/><Relationship Id="rId2" Type="http://schemas.openxmlformats.org/officeDocument/2006/relationships/slideLayout" Target="../slideLayouts/slideLayout1008.xml"/><Relationship Id="rId15" Type="http://schemas.openxmlformats.org/officeDocument/2006/relationships/theme" Target="../theme/theme12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07.xml"/></Relationships>
</file>

<file path=ppt/slideMasters/_rels/slideMaster123.xml.rels><?xml version="1.0" encoding="UTF-8" standalone="yes"?>
<Relationships xmlns="http://schemas.openxmlformats.org/package/2006/relationships"><Relationship Id="rId9" Type="http://schemas.openxmlformats.org/officeDocument/2006/relationships/slideLayout" Target="../slideLayouts/slideLayout1024.xml"/><Relationship Id="rId8" Type="http://schemas.openxmlformats.org/officeDocument/2006/relationships/slideLayout" Target="../slideLayouts/slideLayout1023.xml"/><Relationship Id="rId7" Type="http://schemas.openxmlformats.org/officeDocument/2006/relationships/slideLayout" Target="../slideLayouts/slideLayout1022.xml"/><Relationship Id="rId6" Type="http://schemas.openxmlformats.org/officeDocument/2006/relationships/slideLayout" Target="../slideLayouts/slideLayout1021.xml"/><Relationship Id="rId5" Type="http://schemas.openxmlformats.org/officeDocument/2006/relationships/slideLayout" Target="../slideLayouts/slideLayout1020.xml"/><Relationship Id="rId4" Type="http://schemas.openxmlformats.org/officeDocument/2006/relationships/slideLayout" Target="../slideLayouts/slideLayout1019.xml"/><Relationship Id="rId3" Type="http://schemas.openxmlformats.org/officeDocument/2006/relationships/slideLayout" Target="../slideLayouts/slideLayout1018.xml"/><Relationship Id="rId2" Type="http://schemas.openxmlformats.org/officeDocument/2006/relationships/slideLayout" Target="../slideLayouts/slideLayout1017.xml"/><Relationship Id="rId15" Type="http://schemas.openxmlformats.org/officeDocument/2006/relationships/theme" Target="../theme/theme12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16.xml"/></Relationships>
</file>

<file path=ppt/slideMasters/_rels/slideMaster124.xml.rels><?xml version="1.0" encoding="UTF-8" standalone="yes"?>
<Relationships xmlns="http://schemas.openxmlformats.org/package/2006/relationships"><Relationship Id="rId9" Type="http://schemas.openxmlformats.org/officeDocument/2006/relationships/slideLayout" Target="../slideLayouts/slideLayout1033.xml"/><Relationship Id="rId8" Type="http://schemas.openxmlformats.org/officeDocument/2006/relationships/slideLayout" Target="../slideLayouts/slideLayout1032.xml"/><Relationship Id="rId7" Type="http://schemas.openxmlformats.org/officeDocument/2006/relationships/slideLayout" Target="../slideLayouts/slideLayout1031.xml"/><Relationship Id="rId6" Type="http://schemas.openxmlformats.org/officeDocument/2006/relationships/slideLayout" Target="../slideLayouts/slideLayout1030.xml"/><Relationship Id="rId5" Type="http://schemas.openxmlformats.org/officeDocument/2006/relationships/slideLayout" Target="../slideLayouts/slideLayout1029.xml"/><Relationship Id="rId4" Type="http://schemas.openxmlformats.org/officeDocument/2006/relationships/slideLayout" Target="../slideLayouts/slideLayout1028.xml"/><Relationship Id="rId3" Type="http://schemas.openxmlformats.org/officeDocument/2006/relationships/slideLayout" Target="../slideLayouts/slideLayout1027.xml"/><Relationship Id="rId2" Type="http://schemas.openxmlformats.org/officeDocument/2006/relationships/slideLayout" Target="../slideLayouts/slideLayout1026.xml"/><Relationship Id="rId15" Type="http://schemas.openxmlformats.org/officeDocument/2006/relationships/theme" Target="../theme/theme12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25.xml"/></Relationships>
</file>

<file path=ppt/slideMasters/_rels/slideMaster125.xml.rels><?xml version="1.0" encoding="UTF-8" standalone="yes"?>
<Relationships xmlns="http://schemas.openxmlformats.org/package/2006/relationships"><Relationship Id="rId9" Type="http://schemas.openxmlformats.org/officeDocument/2006/relationships/slideLayout" Target="../slideLayouts/slideLayout1042.xml"/><Relationship Id="rId8" Type="http://schemas.openxmlformats.org/officeDocument/2006/relationships/slideLayout" Target="../slideLayouts/slideLayout1041.xml"/><Relationship Id="rId7" Type="http://schemas.openxmlformats.org/officeDocument/2006/relationships/slideLayout" Target="../slideLayouts/slideLayout1040.xml"/><Relationship Id="rId6" Type="http://schemas.openxmlformats.org/officeDocument/2006/relationships/slideLayout" Target="../slideLayouts/slideLayout1039.xml"/><Relationship Id="rId5" Type="http://schemas.openxmlformats.org/officeDocument/2006/relationships/slideLayout" Target="../slideLayouts/slideLayout1038.xml"/><Relationship Id="rId4" Type="http://schemas.openxmlformats.org/officeDocument/2006/relationships/slideLayout" Target="../slideLayouts/slideLayout1037.xml"/><Relationship Id="rId3" Type="http://schemas.openxmlformats.org/officeDocument/2006/relationships/slideLayout" Target="../slideLayouts/slideLayout1036.xml"/><Relationship Id="rId2" Type="http://schemas.openxmlformats.org/officeDocument/2006/relationships/slideLayout" Target="../slideLayouts/slideLayout1035.xml"/><Relationship Id="rId15" Type="http://schemas.openxmlformats.org/officeDocument/2006/relationships/theme" Target="../theme/theme12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34.xml"/></Relationships>
</file>

<file path=ppt/slideMasters/_rels/slideMaster126.xml.rels><?xml version="1.0" encoding="UTF-8" standalone="yes"?>
<Relationships xmlns="http://schemas.openxmlformats.org/package/2006/relationships"><Relationship Id="rId9" Type="http://schemas.openxmlformats.org/officeDocument/2006/relationships/slideLayout" Target="../slideLayouts/slideLayout1051.xml"/><Relationship Id="rId8" Type="http://schemas.openxmlformats.org/officeDocument/2006/relationships/slideLayout" Target="../slideLayouts/slideLayout1050.xml"/><Relationship Id="rId7" Type="http://schemas.openxmlformats.org/officeDocument/2006/relationships/slideLayout" Target="../slideLayouts/slideLayout1049.xml"/><Relationship Id="rId6" Type="http://schemas.openxmlformats.org/officeDocument/2006/relationships/slideLayout" Target="../slideLayouts/slideLayout1048.xml"/><Relationship Id="rId5" Type="http://schemas.openxmlformats.org/officeDocument/2006/relationships/slideLayout" Target="../slideLayouts/slideLayout1047.xml"/><Relationship Id="rId4" Type="http://schemas.openxmlformats.org/officeDocument/2006/relationships/slideLayout" Target="../slideLayouts/slideLayout1046.xml"/><Relationship Id="rId3" Type="http://schemas.openxmlformats.org/officeDocument/2006/relationships/slideLayout" Target="../slideLayouts/slideLayout1045.xml"/><Relationship Id="rId2" Type="http://schemas.openxmlformats.org/officeDocument/2006/relationships/slideLayout" Target="../slideLayouts/slideLayout1044.xml"/><Relationship Id="rId15" Type="http://schemas.openxmlformats.org/officeDocument/2006/relationships/theme" Target="../theme/theme12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43.xml"/></Relationships>
</file>

<file path=ppt/slideMasters/_rels/slideMaster127.xml.rels><?xml version="1.0" encoding="UTF-8" standalone="yes"?>
<Relationships xmlns="http://schemas.openxmlformats.org/package/2006/relationships"><Relationship Id="rId9" Type="http://schemas.openxmlformats.org/officeDocument/2006/relationships/slideLayout" Target="../slideLayouts/slideLayout1060.xml"/><Relationship Id="rId8" Type="http://schemas.openxmlformats.org/officeDocument/2006/relationships/slideLayout" Target="../slideLayouts/slideLayout1059.xml"/><Relationship Id="rId7" Type="http://schemas.openxmlformats.org/officeDocument/2006/relationships/slideLayout" Target="../slideLayouts/slideLayout1058.xml"/><Relationship Id="rId6" Type="http://schemas.openxmlformats.org/officeDocument/2006/relationships/slideLayout" Target="../slideLayouts/slideLayout1057.xml"/><Relationship Id="rId5" Type="http://schemas.openxmlformats.org/officeDocument/2006/relationships/slideLayout" Target="../slideLayouts/slideLayout1056.xml"/><Relationship Id="rId4" Type="http://schemas.openxmlformats.org/officeDocument/2006/relationships/slideLayout" Target="../slideLayouts/slideLayout1055.xml"/><Relationship Id="rId3" Type="http://schemas.openxmlformats.org/officeDocument/2006/relationships/slideLayout" Target="../slideLayouts/slideLayout1054.xml"/><Relationship Id="rId2" Type="http://schemas.openxmlformats.org/officeDocument/2006/relationships/slideLayout" Target="../slideLayouts/slideLayout1053.xml"/><Relationship Id="rId15" Type="http://schemas.openxmlformats.org/officeDocument/2006/relationships/theme" Target="../theme/theme12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52.xml"/></Relationships>
</file>

<file path=ppt/slideMasters/_rels/slideMaster128.xml.rels><?xml version="1.0" encoding="UTF-8" standalone="yes"?>
<Relationships xmlns="http://schemas.openxmlformats.org/package/2006/relationships"><Relationship Id="rId9" Type="http://schemas.openxmlformats.org/officeDocument/2006/relationships/slideLayout" Target="../slideLayouts/slideLayout1069.xml"/><Relationship Id="rId8" Type="http://schemas.openxmlformats.org/officeDocument/2006/relationships/slideLayout" Target="../slideLayouts/slideLayout1068.xml"/><Relationship Id="rId7" Type="http://schemas.openxmlformats.org/officeDocument/2006/relationships/slideLayout" Target="../slideLayouts/slideLayout1067.xml"/><Relationship Id="rId6" Type="http://schemas.openxmlformats.org/officeDocument/2006/relationships/slideLayout" Target="../slideLayouts/slideLayout1066.xml"/><Relationship Id="rId5" Type="http://schemas.openxmlformats.org/officeDocument/2006/relationships/slideLayout" Target="../slideLayouts/slideLayout1065.xml"/><Relationship Id="rId4" Type="http://schemas.openxmlformats.org/officeDocument/2006/relationships/slideLayout" Target="../slideLayouts/slideLayout1064.xml"/><Relationship Id="rId3" Type="http://schemas.openxmlformats.org/officeDocument/2006/relationships/slideLayout" Target="../slideLayouts/slideLayout1063.xml"/><Relationship Id="rId2" Type="http://schemas.openxmlformats.org/officeDocument/2006/relationships/slideLayout" Target="../slideLayouts/slideLayout1062.xml"/><Relationship Id="rId15" Type="http://schemas.openxmlformats.org/officeDocument/2006/relationships/theme" Target="../theme/theme12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61.xml"/></Relationships>
</file>

<file path=ppt/slideMasters/_rels/slideMaster129.xml.rels><?xml version="1.0" encoding="UTF-8" standalone="yes"?>
<Relationships xmlns="http://schemas.openxmlformats.org/package/2006/relationships"><Relationship Id="rId9" Type="http://schemas.openxmlformats.org/officeDocument/2006/relationships/slideLayout" Target="../slideLayouts/slideLayout1078.xml"/><Relationship Id="rId8" Type="http://schemas.openxmlformats.org/officeDocument/2006/relationships/slideLayout" Target="../slideLayouts/slideLayout1077.xml"/><Relationship Id="rId7" Type="http://schemas.openxmlformats.org/officeDocument/2006/relationships/slideLayout" Target="../slideLayouts/slideLayout1076.xml"/><Relationship Id="rId6" Type="http://schemas.openxmlformats.org/officeDocument/2006/relationships/slideLayout" Target="../slideLayouts/slideLayout1075.xml"/><Relationship Id="rId5" Type="http://schemas.openxmlformats.org/officeDocument/2006/relationships/slideLayout" Target="../slideLayouts/slideLayout1074.xml"/><Relationship Id="rId4" Type="http://schemas.openxmlformats.org/officeDocument/2006/relationships/slideLayout" Target="../slideLayouts/slideLayout1073.xml"/><Relationship Id="rId3" Type="http://schemas.openxmlformats.org/officeDocument/2006/relationships/slideLayout" Target="../slideLayouts/slideLayout1072.xml"/><Relationship Id="rId2" Type="http://schemas.openxmlformats.org/officeDocument/2006/relationships/slideLayout" Target="../slideLayouts/slideLayout1071.xml"/><Relationship Id="rId15" Type="http://schemas.openxmlformats.org/officeDocument/2006/relationships/theme" Target="../theme/theme12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70.xml"/></Relationships>
</file>

<file path=ppt/slideMasters/_rels/slideMaster130.xml.rels><?xml version="1.0" encoding="UTF-8" standalone="yes"?>
<Relationships xmlns="http://schemas.openxmlformats.org/package/2006/relationships"><Relationship Id="rId9" Type="http://schemas.openxmlformats.org/officeDocument/2006/relationships/slideLayout" Target="../slideLayouts/slideLayout1087.xml"/><Relationship Id="rId8" Type="http://schemas.openxmlformats.org/officeDocument/2006/relationships/slideLayout" Target="../slideLayouts/slideLayout1086.xml"/><Relationship Id="rId7" Type="http://schemas.openxmlformats.org/officeDocument/2006/relationships/slideLayout" Target="../slideLayouts/slideLayout1085.xml"/><Relationship Id="rId6" Type="http://schemas.openxmlformats.org/officeDocument/2006/relationships/slideLayout" Target="../slideLayouts/slideLayout1084.xml"/><Relationship Id="rId5" Type="http://schemas.openxmlformats.org/officeDocument/2006/relationships/slideLayout" Target="../slideLayouts/slideLayout1083.xml"/><Relationship Id="rId4" Type="http://schemas.openxmlformats.org/officeDocument/2006/relationships/slideLayout" Target="../slideLayouts/slideLayout1082.xml"/><Relationship Id="rId3" Type="http://schemas.openxmlformats.org/officeDocument/2006/relationships/slideLayout" Target="../slideLayouts/slideLayout1081.xml"/><Relationship Id="rId2" Type="http://schemas.openxmlformats.org/officeDocument/2006/relationships/slideLayout" Target="../slideLayouts/slideLayout1080.xml"/><Relationship Id="rId15" Type="http://schemas.openxmlformats.org/officeDocument/2006/relationships/theme" Target="../theme/theme13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79.xml"/></Relationships>
</file>

<file path=ppt/slideMasters/_rels/slideMaster131.xml.rels><?xml version="1.0" encoding="UTF-8" standalone="yes"?>
<Relationships xmlns="http://schemas.openxmlformats.org/package/2006/relationships"><Relationship Id="rId9" Type="http://schemas.openxmlformats.org/officeDocument/2006/relationships/slideLayout" Target="../slideLayouts/slideLayout1096.xml"/><Relationship Id="rId8" Type="http://schemas.openxmlformats.org/officeDocument/2006/relationships/slideLayout" Target="../slideLayouts/slideLayout1095.xml"/><Relationship Id="rId7" Type="http://schemas.openxmlformats.org/officeDocument/2006/relationships/slideLayout" Target="../slideLayouts/slideLayout1094.xml"/><Relationship Id="rId6" Type="http://schemas.openxmlformats.org/officeDocument/2006/relationships/slideLayout" Target="../slideLayouts/slideLayout1093.xml"/><Relationship Id="rId5" Type="http://schemas.openxmlformats.org/officeDocument/2006/relationships/slideLayout" Target="../slideLayouts/slideLayout1092.xml"/><Relationship Id="rId4" Type="http://schemas.openxmlformats.org/officeDocument/2006/relationships/slideLayout" Target="../slideLayouts/slideLayout1091.xml"/><Relationship Id="rId3" Type="http://schemas.openxmlformats.org/officeDocument/2006/relationships/slideLayout" Target="../slideLayouts/slideLayout1090.xml"/><Relationship Id="rId2" Type="http://schemas.openxmlformats.org/officeDocument/2006/relationships/slideLayout" Target="../slideLayouts/slideLayout1089.xml"/><Relationship Id="rId15" Type="http://schemas.openxmlformats.org/officeDocument/2006/relationships/theme" Target="../theme/theme13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88.xml"/></Relationships>
</file>

<file path=ppt/slideMasters/_rels/slideMaster132.xml.rels><?xml version="1.0" encoding="UTF-8" standalone="yes"?>
<Relationships xmlns="http://schemas.openxmlformats.org/package/2006/relationships"><Relationship Id="rId9" Type="http://schemas.openxmlformats.org/officeDocument/2006/relationships/slideLayout" Target="../slideLayouts/slideLayout1105.xml"/><Relationship Id="rId8" Type="http://schemas.openxmlformats.org/officeDocument/2006/relationships/slideLayout" Target="../slideLayouts/slideLayout1104.xml"/><Relationship Id="rId7" Type="http://schemas.openxmlformats.org/officeDocument/2006/relationships/slideLayout" Target="../slideLayouts/slideLayout1103.xml"/><Relationship Id="rId6" Type="http://schemas.openxmlformats.org/officeDocument/2006/relationships/slideLayout" Target="../slideLayouts/slideLayout1102.xml"/><Relationship Id="rId5" Type="http://schemas.openxmlformats.org/officeDocument/2006/relationships/slideLayout" Target="../slideLayouts/slideLayout1101.xml"/><Relationship Id="rId4" Type="http://schemas.openxmlformats.org/officeDocument/2006/relationships/slideLayout" Target="../slideLayouts/slideLayout1100.xml"/><Relationship Id="rId3" Type="http://schemas.openxmlformats.org/officeDocument/2006/relationships/slideLayout" Target="../slideLayouts/slideLayout1099.xml"/><Relationship Id="rId2" Type="http://schemas.openxmlformats.org/officeDocument/2006/relationships/slideLayout" Target="../slideLayouts/slideLayout1098.xml"/><Relationship Id="rId15" Type="http://schemas.openxmlformats.org/officeDocument/2006/relationships/theme" Target="../theme/theme13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097.xml"/></Relationships>
</file>

<file path=ppt/slideMasters/_rels/slideMaster133.xml.rels><?xml version="1.0" encoding="UTF-8" standalone="yes"?>
<Relationships xmlns="http://schemas.openxmlformats.org/package/2006/relationships"><Relationship Id="rId9" Type="http://schemas.openxmlformats.org/officeDocument/2006/relationships/slideLayout" Target="../slideLayouts/slideLayout1114.xml"/><Relationship Id="rId8" Type="http://schemas.openxmlformats.org/officeDocument/2006/relationships/slideLayout" Target="../slideLayouts/slideLayout1113.xml"/><Relationship Id="rId7" Type="http://schemas.openxmlformats.org/officeDocument/2006/relationships/slideLayout" Target="../slideLayouts/slideLayout1112.xml"/><Relationship Id="rId6" Type="http://schemas.openxmlformats.org/officeDocument/2006/relationships/slideLayout" Target="../slideLayouts/slideLayout1111.xml"/><Relationship Id="rId5" Type="http://schemas.openxmlformats.org/officeDocument/2006/relationships/slideLayout" Target="../slideLayouts/slideLayout1110.xml"/><Relationship Id="rId4" Type="http://schemas.openxmlformats.org/officeDocument/2006/relationships/slideLayout" Target="../slideLayouts/slideLayout1109.xml"/><Relationship Id="rId3" Type="http://schemas.openxmlformats.org/officeDocument/2006/relationships/slideLayout" Target="../slideLayouts/slideLayout1108.xml"/><Relationship Id="rId2" Type="http://schemas.openxmlformats.org/officeDocument/2006/relationships/slideLayout" Target="../slideLayouts/slideLayout1107.xml"/><Relationship Id="rId15" Type="http://schemas.openxmlformats.org/officeDocument/2006/relationships/theme" Target="../theme/theme13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06.xml"/></Relationships>
</file>

<file path=ppt/slideMasters/_rels/slideMaster134.xml.rels><?xml version="1.0" encoding="UTF-8" standalone="yes"?>
<Relationships xmlns="http://schemas.openxmlformats.org/package/2006/relationships"><Relationship Id="rId9" Type="http://schemas.openxmlformats.org/officeDocument/2006/relationships/slideLayout" Target="../slideLayouts/slideLayout1123.xml"/><Relationship Id="rId8" Type="http://schemas.openxmlformats.org/officeDocument/2006/relationships/slideLayout" Target="../slideLayouts/slideLayout1122.xml"/><Relationship Id="rId7" Type="http://schemas.openxmlformats.org/officeDocument/2006/relationships/slideLayout" Target="../slideLayouts/slideLayout1121.xml"/><Relationship Id="rId6" Type="http://schemas.openxmlformats.org/officeDocument/2006/relationships/slideLayout" Target="../slideLayouts/slideLayout1120.xml"/><Relationship Id="rId5" Type="http://schemas.openxmlformats.org/officeDocument/2006/relationships/slideLayout" Target="../slideLayouts/slideLayout1119.xml"/><Relationship Id="rId4" Type="http://schemas.openxmlformats.org/officeDocument/2006/relationships/slideLayout" Target="../slideLayouts/slideLayout1118.xml"/><Relationship Id="rId3" Type="http://schemas.openxmlformats.org/officeDocument/2006/relationships/slideLayout" Target="../slideLayouts/slideLayout1117.xml"/><Relationship Id="rId2" Type="http://schemas.openxmlformats.org/officeDocument/2006/relationships/slideLayout" Target="../slideLayouts/slideLayout1116.xml"/><Relationship Id="rId15" Type="http://schemas.openxmlformats.org/officeDocument/2006/relationships/theme" Target="../theme/theme13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15.xml"/></Relationships>
</file>

<file path=ppt/slideMasters/_rels/slideMaster135.xml.rels><?xml version="1.0" encoding="UTF-8" standalone="yes"?>
<Relationships xmlns="http://schemas.openxmlformats.org/package/2006/relationships"><Relationship Id="rId9" Type="http://schemas.openxmlformats.org/officeDocument/2006/relationships/slideLayout" Target="../slideLayouts/slideLayout1132.xml"/><Relationship Id="rId8" Type="http://schemas.openxmlformats.org/officeDocument/2006/relationships/slideLayout" Target="../slideLayouts/slideLayout1131.xml"/><Relationship Id="rId7" Type="http://schemas.openxmlformats.org/officeDocument/2006/relationships/slideLayout" Target="../slideLayouts/slideLayout1130.xml"/><Relationship Id="rId6" Type="http://schemas.openxmlformats.org/officeDocument/2006/relationships/slideLayout" Target="../slideLayouts/slideLayout1129.xml"/><Relationship Id="rId5" Type="http://schemas.openxmlformats.org/officeDocument/2006/relationships/slideLayout" Target="../slideLayouts/slideLayout1128.xml"/><Relationship Id="rId4" Type="http://schemas.openxmlformats.org/officeDocument/2006/relationships/slideLayout" Target="../slideLayouts/slideLayout1127.xml"/><Relationship Id="rId3" Type="http://schemas.openxmlformats.org/officeDocument/2006/relationships/slideLayout" Target="../slideLayouts/slideLayout1126.xml"/><Relationship Id="rId2" Type="http://schemas.openxmlformats.org/officeDocument/2006/relationships/slideLayout" Target="../slideLayouts/slideLayout1125.xml"/><Relationship Id="rId15" Type="http://schemas.openxmlformats.org/officeDocument/2006/relationships/theme" Target="../theme/theme13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24.xml"/></Relationships>
</file>

<file path=ppt/slideMasters/_rels/slideMaster136.xml.rels><?xml version="1.0" encoding="UTF-8" standalone="yes"?>
<Relationships xmlns="http://schemas.openxmlformats.org/package/2006/relationships"><Relationship Id="rId9" Type="http://schemas.openxmlformats.org/officeDocument/2006/relationships/slideLayout" Target="../slideLayouts/slideLayout1141.xml"/><Relationship Id="rId8" Type="http://schemas.openxmlformats.org/officeDocument/2006/relationships/slideLayout" Target="../slideLayouts/slideLayout1140.xml"/><Relationship Id="rId7" Type="http://schemas.openxmlformats.org/officeDocument/2006/relationships/slideLayout" Target="../slideLayouts/slideLayout1139.xml"/><Relationship Id="rId6" Type="http://schemas.openxmlformats.org/officeDocument/2006/relationships/slideLayout" Target="../slideLayouts/slideLayout1138.xml"/><Relationship Id="rId5" Type="http://schemas.openxmlformats.org/officeDocument/2006/relationships/slideLayout" Target="../slideLayouts/slideLayout1137.xml"/><Relationship Id="rId4" Type="http://schemas.openxmlformats.org/officeDocument/2006/relationships/slideLayout" Target="../slideLayouts/slideLayout1136.xml"/><Relationship Id="rId3" Type="http://schemas.openxmlformats.org/officeDocument/2006/relationships/slideLayout" Target="../slideLayouts/slideLayout1135.xml"/><Relationship Id="rId2" Type="http://schemas.openxmlformats.org/officeDocument/2006/relationships/slideLayout" Target="../slideLayouts/slideLayout1134.xml"/><Relationship Id="rId15" Type="http://schemas.openxmlformats.org/officeDocument/2006/relationships/theme" Target="../theme/theme13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33.xml"/></Relationships>
</file>

<file path=ppt/slideMasters/_rels/slideMaster137.xml.rels><?xml version="1.0" encoding="UTF-8" standalone="yes"?>
<Relationships xmlns="http://schemas.openxmlformats.org/package/2006/relationships"><Relationship Id="rId9" Type="http://schemas.openxmlformats.org/officeDocument/2006/relationships/slideLayout" Target="../slideLayouts/slideLayout1150.xml"/><Relationship Id="rId8" Type="http://schemas.openxmlformats.org/officeDocument/2006/relationships/slideLayout" Target="../slideLayouts/slideLayout1149.xml"/><Relationship Id="rId7" Type="http://schemas.openxmlformats.org/officeDocument/2006/relationships/slideLayout" Target="../slideLayouts/slideLayout1148.xml"/><Relationship Id="rId6" Type="http://schemas.openxmlformats.org/officeDocument/2006/relationships/slideLayout" Target="../slideLayouts/slideLayout1147.xml"/><Relationship Id="rId5" Type="http://schemas.openxmlformats.org/officeDocument/2006/relationships/slideLayout" Target="../slideLayouts/slideLayout1146.xml"/><Relationship Id="rId4" Type="http://schemas.openxmlformats.org/officeDocument/2006/relationships/slideLayout" Target="../slideLayouts/slideLayout1145.xml"/><Relationship Id="rId3" Type="http://schemas.openxmlformats.org/officeDocument/2006/relationships/slideLayout" Target="../slideLayouts/slideLayout1144.xml"/><Relationship Id="rId2" Type="http://schemas.openxmlformats.org/officeDocument/2006/relationships/slideLayout" Target="../slideLayouts/slideLayout1143.xml"/><Relationship Id="rId15" Type="http://schemas.openxmlformats.org/officeDocument/2006/relationships/theme" Target="../theme/theme13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42.xml"/></Relationships>
</file>

<file path=ppt/slideMasters/_rels/slideMaster138.xml.rels><?xml version="1.0" encoding="UTF-8" standalone="yes"?>
<Relationships xmlns="http://schemas.openxmlformats.org/package/2006/relationships"><Relationship Id="rId9" Type="http://schemas.openxmlformats.org/officeDocument/2006/relationships/slideLayout" Target="../slideLayouts/slideLayout1159.xml"/><Relationship Id="rId8" Type="http://schemas.openxmlformats.org/officeDocument/2006/relationships/slideLayout" Target="../slideLayouts/slideLayout1158.xml"/><Relationship Id="rId7" Type="http://schemas.openxmlformats.org/officeDocument/2006/relationships/slideLayout" Target="../slideLayouts/slideLayout1157.xml"/><Relationship Id="rId6" Type="http://schemas.openxmlformats.org/officeDocument/2006/relationships/slideLayout" Target="../slideLayouts/slideLayout1156.xml"/><Relationship Id="rId5" Type="http://schemas.openxmlformats.org/officeDocument/2006/relationships/slideLayout" Target="../slideLayouts/slideLayout1155.xml"/><Relationship Id="rId4" Type="http://schemas.openxmlformats.org/officeDocument/2006/relationships/slideLayout" Target="../slideLayouts/slideLayout1154.xml"/><Relationship Id="rId3" Type="http://schemas.openxmlformats.org/officeDocument/2006/relationships/slideLayout" Target="../slideLayouts/slideLayout1153.xml"/><Relationship Id="rId2" Type="http://schemas.openxmlformats.org/officeDocument/2006/relationships/slideLayout" Target="../slideLayouts/slideLayout1152.xml"/><Relationship Id="rId15" Type="http://schemas.openxmlformats.org/officeDocument/2006/relationships/theme" Target="../theme/theme13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51.xml"/></Relationships>
</file>

<file path=ppt/slideMasters/_rels/slideMaster139.xml.rels><?xml version="1.0" encoding="UTF-8" standalone="yes"?>
<Relationships xmlns="http://schemas.openxmlformats.org/package/2006/relationships"><Relationship Id="rId9" Type="http://schemas.openxmlformats.org/officeDocument/2006/relationships/slideLayout" Target="../slideLayouts/slideLayout1168.xml"/><Relationship Id="rId8" Type="http://schemas.openxmlformats.org/officeDocument/2006/relationships/slideLayout" Target="../slideLayouts/slideLayout1167.xml"/><Relationship Id="rId7" Type="http://schemas.openxmlformats.org/officeDocument/2006/relationships/slideLayout" Target="../slideLayouts/slideLayout1166.xml"/><Relationship Id="rId6" Type="http://schemas.openxmlformats.org/officeDocument/2006/relationships/slideLayout" Target="../slideLayouts/slideLayout1165.xml"/><Relationship Id="rId5" Type="http://schemas.openxmlformats.org/officeDocument/2006/relationships/slideLayout" Target="../slideLayouts/slideLayout1164.xml"/><Relationship Id="rId4" Type="http://schemas.openxmlformats.org/officeDocument/2006/relationships/slideLayout" Target="../slideLayouts/slideLayout1163.xml"/><Relationship Id="rId3" Type="http://schemas.openxmlformats.org/officeDocument/2006/relationships/slideLayout" Target="../slideLayouts/slideLayout1162.xml"/><Relationship Id="rId2" Type="http://schemas.openxmlformats.org/officeDocument/2006/relationships/slideLayout" Target="../slideLayouts/slideLayout1161.xml"/><Relationship Id="rId16" Type="http://schemas.openxmlformats.org/officeDocument/2006/relationships/theme" Target="../theme/theme139.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169.xml"/><Relationship Id="rId1" Type="http://schemas.openxmlformats.org/officeDocument/2006/relationships/slideLayout" Target="../slideLayouts/slideLayout1160.xml"/></Relationships>
</file>

<file path=ppt/slideMasters/_rels/slideMaster140.xml.rels><?xml version="1.0" encoding="UTF-8" standalone="yes"?>
<Relationships xmlns="http://schemas.openxmlformats.org/package/2006/relationships"><Relationship Id="rId9" Type="http://schemas.openxmlformats.org/officeDocument/2006/relationships/slideLayout" Target="../slideLayouts/slideLayout1178.xml"/><Relationship Id="rId8" Type="http://schemas.openxmlformats.org/officeDocument/2006/relationships/slideLayout" Target="../slideLayouts/slideLayout1177.xml"/><Relationship Id="rId7" Type="http://schemas.openxmlformats.org/officeDocument/2006/relationships/slideLayout" Target="../slideLayouts/slideLayout1176.xml"/><Relationship Id="rId6" Type="http://schemas.openxmlformats.org/officeDocument/2006/relationships/slideLayout" Target="../slideLayouts/slideLayout1175.xml"/><Relationship Id="rId5" Type="http://schemas.openxmlformats.org/officeDocument/2006/relationships/slideLayout" Target="../slideLayouts/slideLayout1174.xml"/><Relationship Id="rId4" Type="http://schemas.openxmlformats.org/officeDocument/2006/relationships/slideLayout" Target="../slideLayouts/slideLayout1173.xml"/><Relationship Id="rId3" Type="http://schemas.openxmlformats.org/officeDocument/2006/relationships/slideLayout" Target="../slideLayouts/slideLayout1172.xml"/><Relationship Id="rId2" Type="http://schemas.openxmlformats.org/officeDocument/2006/relationships/slideLayout" Target="../slideLayouts/slideLayout1171.xml"/><Relationship Id="rId15" Type="http://schemas.openxmlformats.org/officeDocument/2006/relationships/theme" Target="../theme/theme14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70.xml"/></Relationships>
</file>

<file path=ppt/slideMasters/_rels/slideMaster141.xml.rels><?xml version="1.0" encoding="UTF-8" standalone="yes"?>
<Relationships xmlns="http://schemas.openxmlformats.org/package/2006/relationships"><Relationship Id="rId9" Type="http://schemas.openxmlformats.org/officeDocument/2006/relationships/slideLayout" Target="../slideLayouts/slideLayout1187.xml"/><Relationship Id="rId8" Type="http://schemas.openxmlformats.org/officeDocument/2006/relationships/slideLayout" Target="../slideLayouts/slideLayout1186.xml"/><Relationship Id="rId7" Type="http://schemas.openxmlformats.org/officeDocument/2006/relationships/slideLayout" Target="../slideLayouts/slideLayout1185.xml"/><Relationship Id="rId6" Type="http://schemas.openxmlformats.org/officeDocument/2006/relationships/slideLayout" Target="../slideLayouts/slideLayout1184.xml"/><Relationship Id="rId5" Type="http://schemas.openxmlformats.org/officeDocument/2006/relationships/slideLayout" Target="../slideLayouts/slideLayout1183.xml"/><Relationship Id="rId4" Type="http://schemas.openxmlformats.org/officeDocument/2006/relationships/slideLayout" Target="../slideLayouts/slideLayout1182.xml"/><Relationship Id="rId3" Type="http://schemas.openxmlformats.org/officeDocument/2006/relationships/slideLayout" Target="../slideLayouts/slideLayout1181.xml"/><Relationship Id="rId2" Type="http://schemas.openxmlformats.org/officeDocument/2006/relationships/slideLayout" Target="../slideLayouts/slideLayout1180.xml"/><Relationship Id="rId15" Type="http://schemas.openxmlformats.org/officeDocument/2006/relationships/theme" Target="../theme/theme14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79.xml"/></Relationships>
</file>

<file path=ppt/slideMasters/_rels/slideMaster142.xml.rels><?xml version="1.0" encoding="UTF-8" standalone="yes"?>
<Relationships xmlns="http://schemas.openxmlformats.org/package/2006/relationships"><Relationship Id="rId9" Type="http://schemas.openxmlformats.org/officeDocument/2006/relationships/slideLayout" Target="../slideLayouts/slideLayout1196.xml"/><Relationship Id="rId8" Type="http://schemas.openxmlformats.org/officeDocument/2006/relationships/slideLayout" Target="../slideLayouts/slideLayout1195.xml"/><Relationship Id="rId7" Type="http://schemas.openxmlformats.org/officeDocument/2006/relationships/slideLayout" Target="../slideLayouts/slideLayout1194.xml"/><Relationship Id="rId6" Type="http://schemas.openxmlformats.org/officeDocument/2006/relationships/slideLayout" Target="../slideLayouts/slideLayout1193.xml"/><Relationship Id="rId5" Type="http://schemas.openxmlformats.org/officeDocument/2006/relationships/slideLayout" Target="../slideLayouts/slideLayout1192.xml"/><Relationship Id="rId4" Type="http://schemas.openxmlformats.org/officeDocument/2006/relationships/slideLayout" Target="../slideLayouts/slideLayout1191.xml"/><Relationship Id="rId3" Type="http://schemas.openxmlformats.org/officeDocument/2006/relationships/slideLayout" Target="../slideLayouts/slideLayout1190.xml"/><Relationship Id="rId2" Type="http://schemas.openxmlformats.org/officeDocument/2006/relationships/slideLayout" Target="../slideLayouts/slideLayout1189.xml"/><Relationship Id="rId15" Type="http://schemas.openxmlformats.org/officeDocument/2006/relationships/theme" Target="../theme/theme14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188.xml"/></Relationships>
</file>

<file path=ppt/slideMasters/_rels/slideMaster143.xml.rels><?xml version="1.0" encoding="UTF-8" standalone="yes"?>
<Relationships xmlns="http://schemas.openxmlformats.org/package/2006/relationships"><Relationship Id="rId9" Type="http://schemas.openxmlformats.org/officeDocument/2006/relationships/slideLayout" Target="../slideLayouts/slideLayout1205.xml"/><Relationship Id="rId8" Type="http://schemas.openxmlformats.org/officeDocument/2006/relationships/slideLayout" Target="../slideLayouts/slideLayout1204.xml"/><Relationship Id="rId7" Type="http://schemas.openxmlformats.org/officeDocument/2006/relationships/slideLayout" Target="../slideLayouts/slideLayout1203.xml"/><Relationship Id="rId6" Type="http://schemas.openxmlformats.org/officeDocument/2006/relationships/slideLayout" Target="../slideLayouts/slideLayout1202.xml"/><Relationship Id="rId5" Type="http://schemas.openxmlformats.org/officeDocument/2006/relationships/slideLayout" Target="../slideLayouts/slideLayout1201.xml"/><Relationship Id="rId4" Type="http://schemas.openxmlformats.org/officeDocument/2006/relationships/slideLayout" Target="../slideLayouts/slideLayout1200.xml"/><Relationship Id="rId3" Type="http://schemas.openxmlformats.org/officeDocument/2006/relationships/slideLayout" Target="../slideLayouts/slideLayout1199.xml"/><Relationship Id="rId2" Type="http://schemas.openxmlformats.org/officeDocument/2006/relationships/slideLayout" Target="../slideLayouts/slideLayout1198.xml"/><Relationship Id="rId16" Type="http://schemas.openxmlformats.org/officeDocument/2006/relationships/theme" Target="../theme/theme143.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06.xml"/><Relationship Id="rId1" Type="http://schemas.openxmlformats.org/officeDocument/2006/relationships/slideLayout" Target="../slideLayouts/slideLayout1197.xml"/></Relationships>
</file>

<file path=ppt/slideMasters/_rels/slideMaster144.xml.rels><?xml version="1.0" encoding="UTF-8" standalone="yes"?>
<Relationships xmlns="http://schemas.openxmlformats.org/package/2006/relationships"><Relationship Id="rId9" Type="http://schemas.openxmlformats.org/officeDocument/2006/relationships/slideLayout" Target="../slideLayouts/slideLayout1215.xml"/><Relationship Id="rId8" Type="http://schemas.openxmlformats.org/officeDocument/2006/relationships/slideLayout" Target="../slideLayouts/slideLayout1214.xml"/><Relationship Id="rId7" Type="http://schemas.openxmlformats.org/officeDocument/2006/relationships/slideLayout" Target="../slideLayouts/slideLayout1213.xml"/><Relationship Id="rId6" Type="http://schemas.openxmlformats.org/officeDocument/2006/relationships/slideLayout" Target="../slideLayouts/slideLayout1212.xml"/><Relationship Id="rId5" Type="http://schemas.openxmlformats.org/officeDocument/2006/relationships/slideLayout" Target="../slideLayouts/slideLayout1211.xml"/><Relationship Id="rId4" Type="http://schemas.openxmlformats.org/officeDocument/2006/relationships/slideLayout" Target="../slideLayouts/slideLayout1210.xml"/><Relationship Id="rId3" Type="http://schemas.openxmlformats.org/officeDocument/2006/relationships/slideLayout" Target="../slideLayouts/slideLayout1209.xml"/><Relationship Id="rId2" Type="http://schemas.openxmlformats.org/officeDocument/2006/relationships/slideLayout" Target="../slideLayouts/slideLayout1208.xml"/><Relationship Id="rId16" Type="http://schemas.openxmlformats.org/officeDocument/2006/relationships/theme" Target="../theme/theme144.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16.xml"/><Relationship Id="rId1" Type="http://schemas.openxmlformats.org/officeDocument/2006/relationships/slideLayout" Target="../slideLayouts/slideLayout1207.xml"/></Relationships>
</file>

<file path=ppt/slideMasters/_rels/slideMaster145.xml.rels><?xml version="1.0" encoding="UTF-8" standalone="yes"?>
<Relationships xmlns="http://schemas.openxmlformats.org/package/2006/relationships"><Relationship Id="rId9" Type="http://schemas.openxmlformats.org/officeDocument/2006/relationships/slideLayout" Target="../slideLayouts/slideLayout1225.xml"/><Relationship Id="rId8" Type="http://schemas.openxmlformats.org/officeDocument/2006/relationships/slideLayout" Target="../slideLayouts/slideLayout1224.xml"/><Relationship Id="rId7" Type="http://schemas.openxmlformats.org/officeDocument/2006/relationships/slideLayout" Target="../slideLayouts/slideLayout1223.xml"/><Relationship Id="rId6" Type="http://schemas.openxmlformats.org/officeDocument/2006/relationships/slideLayout" Target="../slideLayouts/slideLayout1222.xml"/><Relationship Id="rId5" Type="http://schemas.openxmlformats.org/officeDocument/2006/relationships/slideLayout" Target="../slideLayouts/slideLayout1221.xml"/><Relationship Id="rId4" Type="http://schemas.openxmlformats.org/officeDocument/2006/relationships/slideLayout" Target="../slideLayouts/slideLayout1220.xml"/><Relationship Id="rId3" Type="http://schemas.openxmlformats.org/officeDocument/2006/relationships/slideLayout" Target="../slideLayouts/slideLayout1219.xml"/><Relationship Id="rId2" Type="http://schemas.openxmlformats.org/officeDocument/2006/relationships/slideLayout" Target="../slideLayouts/slideLayout1218.xml"/><Relationship Id="rId16" Type="http://schemas.openxmlformats.org/officeDocument/2006/relationships/theme" Target="../theme/theme145.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26.xml"/><Relationship Id="rId1" Type="http://schemas.openxmlformats.org/officeDocument/2006/relationships/slideLayout" Target="../slideLayouts/slideLayout1217.xml"/></Relationships>
</file>

<file path=ppt/slideMasters/_rels/slideMaster146.xml.rels><?xml version="1.0" encoding="UTF-8" standalone="yes"?>
<Relationships xmlns="http://schemas.openxmlformats.org/package/2006/relationships"><Relationship Id="rId9" Type="http://schemas.openxmlformats.org/officeDocument/2006/relationships/slideLayout" Target="../slideLayouts/slideLayout1235.xml"/><Relationship Id="rId8" Type="http://schemas.openxmlformats.org/officeDocument/2006/relationships/slideLayout" Target="../slideLayouts/slideLayout1234.xml"/><Relationship Id="rId7" Type="http://schemas.openxmlformats.org/officeDocument/2006/relationships/slideLayout" Target="../slideLayouts/slideLayout1233.xml"/><Relationship Id="rId6" Type="http://schemas.openxmlformats.org/officeDocument/2006/relationships/slideLayout" Target="../slideLayouts/slideLayout1232.xml"/><Relationship Id="rId5" Type="http://schemas.openxmlformats.org/officeDocument/2006/relationships/slideLayout" Target="../slideLayouts/slideLayout1231.xml"/><Relationship Id="rId4" Type="http://schemas.openxmlformats.org/officeDocument/2006/relationships/slideLayout" Target="../slideLayouts/slideLayout1230.xml"/><Relationship Id="rId3" Type="http://schemas.openxmlformats.org/officeDocument/2006/relationships/slideLayout" Target="../slideLayouts/slideLayout1229.xml"/><Relationship Id="rId2" Type="http://schemas.openxmlformats.org/officeDocument/2006/relationships/slideLayout" Target="../slideLayouts/slideLayout1228.xml"/><Relationship Id="rId16" Type="http://schemas.openxmlformats.org/officeDocument/2006/relationships/theme" Target="../theme/theme146.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36.xml"/><Relationship Id="rId1" Type="http://schemas.openxmlformats.org/officeDocument/2006/relationships/slideLayout" Target="../slideLayouts/slideLayout1227.xml"/></Relationships>
</file>

<file path=ppt/slideMasters/_rels/slideMaster147.xml.rels><?xml version="1.0" encoding="UTF-8" standalone="yes"?>
<Relationships xmlns="http://schemas.openxmlformats.org/package/2006/relationships"><Relationship Id="rId9" Type="http://schemas.openxmlformats.org/officeDocument/2006/relationships/slideLayout" Target="../slideLayouts/slideLayout1245.xml"/><Relationship Id="rId8" Type="http://schemas.openxmlformats.org/officeDocument/2006/relationships/slideLayout" Target="../slideLayouts/slideLayout1244.xml"/><Relationship Id="rId7" Type="http://schemas.openxmlformats.org/officeDocument/2006/relationships/slideLayout" Target="../slideLayouts/slideLayout1243.xml"/><Relationship Id="rId6" Type="http://schemas.openxmlformats.org/officeDocument/2006/relationships/slideLayout" Target="../slideLayouts/slideLayout1242.xml"/><Relationship Id="rId5" Type="http://schemas.openxmlformats.org/officeDocument/2006/relationships/slideLayout" Target="../slideLayouts/slideLayout1241.xml"/><Relationship Id="rId4" Type="http://schemas.openxmlformats.org/officeDocument/2006/relationships/slideLayout" Target="../slideLayouts/slideLayout1240.xml"/><Relationship Id="rId3" Type="http://schemas.openxmlformats.org/officeDocument/2006/relationships/slideLayout" Target="../slideLayouts/slideLayout1239.xml"/><Relationship Id="rId2" Type="http://schemas.openxmlformats.org/officeDocument/2006/relationships/slideLayout" Target="../slideLayouts/slideLayout1238.xml"/><Relationship Id="rId16" Type="http://schemas.openxmlformats.org/officeDocument/2006/relationships/theme" Target="../theme/theme147.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46.xml"/><Relationship Id="rId1" Type="http://schemas.openxmlformats.org/officeDocument/2006/relationships/slideLayout" Target="../slideLayouts/slideLayout1237.xml"/></Relationships>
</file>

<file path=ppt/slideMasters/_rels/slideMaster148.xml.rels><?xml version="1.0" encoding="UTF-8" standalone="yes"?>
<Relationships xmlns="http://schemas.openxmlformats.org/package/2006/relationships"><Relationship Id="rId9" Type="http://schemas.openxmlformats.org/officeDocument/2006/relationships/slideLayout" Target="../slideLayouts/slideLayout1255.xml"/><Relationship Id="rId8" Type="http://schemas.openxmlformats.org/officeDocument/2006/relationships/slideLayout" Target="../slideLayouts/slideLayout1254.xml"/><Relationship Id="rId7" Type="http://schemas.openxmlformats.org/officeDocument/2006/relationships/slideLayout" Target="../slideLayouts/slideLayout1253.xml"/><Relationship Id="rId6" Type="http://schemas.openxmlformats.org/officeDocument/2006/relationships/slideLayout" Target="../slideLayouts/slideLayout1252.xml"/><Relationship Id="rId5" Type="http://schemas.openxmlformats.org/officeDocument/2006/relationships/slideLayout" Target="../slideLayouts/slideLayout1251.xml"/><Relationship Id="rId4" Type="http://schemas.openxmlformats.org/officeDocument/2006/relationships/slideLayout" Target="../slideLayouts/slideLayout1250.xml"/><Relationship Id="rId3" Type="http://schemas.openxmlformats.org/officeDocument/2006/relationships/slideLayout" Target="../slideLayouts/slideLayout1249.xml"/><Relationship Id="rId2" Type="http://schemas.openxmlformats.org/officeDocument/2006/relationships/slideLayout" Target="../slideLayouts/slideLayout1248.xml"/><Relationship Id="rId16" Type="http://schemas.openxmlformats.org/officeDocument/2006/relationships/theme" Target="../theme/theme148.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56.xml"/><Relationship Id="rId1" Type="http://schemas.openxmlformats.org/officeDocument/2006/relationships/slideLayout" Target="../slideLayouts/slideLayout1247.xml"/></Relationships>
</file>

<file path=ppt/slideMasters/_rels/slideMaster149.xml.rels><?xml version="1.0" encoding="UTF-8" standalone="yes"?>
<Relationships xmlns="http://schemas.openxmlformats.org/package/2006/relationships"><Relationship Id="rId9" Type="http://schemas.openxmlformats.org/officeDocument/2006/relationships/slideLayout" Target="../slideLayouts/slideLayout1265.xml"/><Relationship Id="rId8" Type="http://schemas.openxmlformats.org/officeDocument/2006/relationships/slideLayout" Target="../slideLayouts/slideLayout1264.xml"/><Relationship Id="rId7" Type="http://schemas.openxmlformats.org/officeDocument/2006/relationships/slideLayout" Target="../slideLayouts/slideLayout1263.xml"/><Relationship Id="rId6" Type="http://schemas.openxmlformats.org/officeDocument/2006/relationships/slideLayout" Target="../slideLayouts/slideLayout1262.xml"/><Relationship Id="rId5" Type="http://schemas.openxmlformats.org/officeDocument/2006/relationships/slideLayout" Target="../slideLayouts/slideLayout1261.xml"/><Relationship Id="rId4" Type="http://schemas.openxmlformats.org/officeDocument/2006/relationships/slideLayout" Target="../slideLayouts/slideLayout1260.xml"/><Relationship Id="rId3" Type="http://schemas.openxmlformats.org/officeDocument/2006/relationships/slideLayout" Target="../slideLayouts/slideLayout1259.xml"/><Relationship Id="rId2" Type="http://schemas.openxmlformats.org/officeDocument/2006/relationships/slideLayout" Target="../slideLayouts/slideLayout1258.xml"/><Relationship Id="rId16" Type="http://schemas.openxmlformats.org/officeDocument/2006/relationships/theme" Target="../theme/theme149.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66.xml"/><Relationship Id="rId1" Type="http://schemas.openxmlformats.org/officeDocument/2006/relationships/slideLayout" Target="../slideLayouts/slideLayout1257.xml"/></Relationships>
</file>

<file path=ppt/slideMasters/_rels/slideMaster150.xml.rels><?xml version="1.0" encoding="UTF-8" standalone="yes"?>
<Relationships xmlns="http://schemas.openxmlformats.org/package/2006/relationships"><Relationship Id="rId9" Type="http://schemas.openxmlformats.org/officeDocument/2006/relationships/slideLayout" Target="../slideLayouts/slideLayout1275.xml"/><Relationship Id="rId8" Type="http://schemas.openxmlformats.org/officeDocument/2006/relationships/slideLayout" Target="../slideLayouts/slideLayout1274.xml"/><Relationship Id="rId7" Type="http://schemas.openxmlformats.org/officeDocument/2006/relationships/slideLayout" Target="../slideLayouts/slideLayout1273.xml"/><Relationship Id="rId6" Type="http://schemas.openxmlformats.org/officeDocument/2006/relationships/slideLayout" Target="../slideLayouts/slideLayout1272.xml"/><Relationship Id="rId5" Type="http://schemas.openxmlformats.org/officeDocument/2006/relationships/slideLayout" Target="../slideLayouts/slideLayout1271.xml"/><Relationship Id="rId4" Type="http://schemas.openxmlformats.org/officeDocument/2006/relationships/slideLayout" Target="../slideLayouts/slideLayout1270.xml"/><Relationship Id="rId3" Type="http://schemas.openxmlformats.org/officeDocument/2006/relationships/slideLayout" Target="../slideLayouts/slideLayout1269.xml"/><Relationship Id="rId2" Type="http://schemas.openxmlformats.org/officeDocument/2006/relationships/slideLayout" Target="../slideLayouts/slideLayout1268.xml"/><Relationship Id="rId16" Type="http://schemas.openxmlformats.org/officeDocument/2006/relationships/theme" Target="../theme/theme150.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76.xml"/><Relationship Id="rId1" Type="http://schemas.openxmlformats.org/officeDocument/2006/relationships/slideLayout" Target="../slideLayouts/slideLayout1267.xml"/></Relationships>
</file>

<file path=ppt/slideMasters/_rels/slideMaster151.xml.rels><?xml version="1.0" encoding="UTF-8" standalone="yes"?>
<Relationships xmlns="http://schemas.openxmlformats.org/package/2006/relationships"><Relationship Id="rId9" Type="http://schemas.openxmlformats.org/officeDocument/2006/relationships/slideLayout" Target="../slideLayouts/slideLayout1285.xml"/><Relationship Id="rId8" Type="http://schemas.openxmlformats.org/officeDocument/2006/relationships/slideLayout" Target="../slideLayouts/slideLayout1284.xml"/><Relationship Id="rId7" Type="http://schemas.openxmlformats.org/officeDocument/2006/relationships/slideLayout" Target="../slideLayouts/slideLayout1283.xml"/><Relationship Id="rId6" Type="http://schemas.openxmlformats.org/officeDocument/2006/relationships/slideLayout" Target="../slideLayouts/slideLayout1282.xml"/><Relationship Id="rId5" Type="http://schemas.openxmlformats.org/officeDocument/2006/relationships/slideLayout" Target="../slideLayouts/slideLayout1281.xml"/><Relationship Id="rId4" Type="http://schemas.openxmlformats.org/officeDocument/2006/relationships/slideLayout" Target="../slideLayouts/slideLayout1280.xml"/><Relationship Id="rId3" Type="http://schemas.openxmlformats.org/officeDocument/2006/relationships/slideLayout" Target="../slideLayouts/slideLayout1279.xml"/><Relationship Id="rId2" Type="http://schemas.openxmlformats.org/officeDocument/2006/relationships/slideLayout" Target="../slideLayouts/slideLayout1278.xml"/><Relationship Id="rId16" Type="http://schemas.openxmlformats.org/officeDocument/2006/relationships/theme" Target="../theme/theme151.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286.xml"/><Relationship Id="rId1" Type="http://schemas.openxmlformats.org/officeDocument/2006/relationships/slideLayout" Target="../slideLayouts/slideLayout1277.xml"/></Relationships>
</file>

<file path=ppt/slideMasters/_rels/slideMaster152.xml.rels><?xml version="1.0" encoding="UTF-8" standalone="yes"?>
<Relationships xmlns="http://schemas.openxmlformats.org/package/2006/relationships"><Relationship Id="rId9" Type="http://schemas.openxmlformats.org/officeDocument/2006/relationships/slideLayout" Target="../slideLayouts/slideLayout1295.xml"/><Relationship Id="rId8" Type="http://schemas.openxmlformats.org/officeDocument/2006/relationships/slideLayout" Target="../slideLayouts/slideLayout1294.xml"/><Relationship Id="rId7" Type="http://schemas.openxmlformats.org/officeDocument/2006/relationships/slideLayout" Target="../slideLayouts/slideLayout1293.xml"/><Relationship Id="rId6" Type="http://schemas.openxmlformats.org/officeDocument/2006/relationships/slideLayout" Target="../slideLayouts/slideLayout1292.xml"/><Relationship Id="rId5" Type="http://schemas.openxmlformats.org/officeDocument/2006/relationships/slideLayout" Target="../slideLayouts/slideLayout1291.xml"/><Relationship Id="rId4" Type="http://schemas.openxmlformats.org/officeDocument/2006/relationships/slideLayout" Target="../slideLayouts/slideLayout1290.xml"/><Relationship Id="rId3" Type="http://schemas.openxmlformats.org/officeDocument/2006/relationships/slideLayout" Target="../slideLayouts/slideLayout1289.xml"/><Relationship Id="rId2" Type="http://schemas.openxmlformats.org/officeDocument/2006/relationships/slideLayout" Target="../slideLayouts/slideLayout1288.xml"/><Relationship Id="rId15" Type="http://schemas.openxmlformats.org/officeDocument/2006/relationships/theme" Target="../theme/theme15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287.xml"/></Relationships>
</file>

<file path=ppt/slideMasters/_rels/slideMaster153.xml.rels><?xml version="1.0" encoding="UTF-8" standalone="yes"?>
<Relationships xmlns="http://schemas.openxmlformats.org/package/2006/relationships"><Relationship Id="rId9" Type="http://schemas.openxmlformats.org/officeDocument/2006/relationships/slideLayout" Target="../slideLayouts/slideLayout1304.xml"/><Relationship Id="rId8" Type="http://schemas.openxmlformats.org/officeDocument/2006/relationships/slideLayout" Target="../slideLayouts/slideLayout1303.xml"/><Relationship Id="rId7" Type="http://schemas.openxmlformats.org/officeDocument/2006/relationships/slideLayout" Target="../slideLayouts/slideLayout1302.xml"/><Relationship Id="rId6" Type="http://schemas.openxmlformats.org/officeDocument/2006/relationships/slideLayout" Target="../slideLayouts/slideLayout1301.xml"/><Relationship Id="rId5" Type="http://schemas.openxmlformats.org/officeDocument/2006/relationships/slideLayout" Target="../slideLayouts/slideLayout1300.xml"/><Relationship Id="rId4" Type="http://schemas.openxmlformats.org/officeDocument/2006/relationships/slideLayout" Target="../slideLayouts/slideLayout1299.xml"/><Relationship Id="rId3" Type="http://schemas.openxmlformats.org/officeDocument/2006/relationships/slideLayout" Target="../slideLayouts/slideLayout1298.xml"/><Relationship Id="rId2" Type="http://schemas.openxmlformats.org/officeDocument/2006/relationships/slideLayout" Target="../slideLayouts/slideLayout1297.xml"/><Relationship Id="rId16" Type="http://schemas.openxmlformats.org/officeDocument/2006/relationships/theme" Target="../theme/theme153.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305.xml"/><Relationship Id="rId1" Type="http://schemas.openxmlformats.org/officeDocument/2006/relationships/slideLayout" Target="../slideLayouts/slideLayout1296.xml"/></Relationships>
</file>

<file path=ppt/slideMasters/_rels/slideMaster154.xml.rels><?xml version="1.0" encoding="UTF-8" standalone="yes"?>
<Relationships xmlns="http://schemas.openxmlformats.org/package/2006/relationships"><Relationship Id="rId9" Type="http://schemas.openxmlformats.org/officeDocument/2006/relationships/slideLayout" Target="../slideLayouts/slideLayout1314.xml"/><Relationship Id="rId8" Type="http://schemas.openxmlformats.org/officeDocument/2006/relationships/slideLayout" Target="../slideLayouts/slideLayout1313.xml"/><Relationship Id="rId7" Type="http://schemas.openxmlformats.org/officeDocument/2006/relationships/slideLayout" Target="../slideLayouts/slideLayout1312.xml"/><Relationship Id="rId6" Type="http://schemas.openxmlformats.org/officeDocument/2006/relationships/slideLayout" Target="../slideLayouts/slideLayout1311.xml"/><Relationship Id="rId5" Type="http://schemas.openxmlformats.org/officeDocument/2006/relationships/slideLayout" Target="../slideLayouts/slideLayout1310.xml"/><Relationship Id="rId4" Type="http://schemas.openxmlformats.org/officeDocument/2006/relationships/slideLayout" Target="../slideLayouts/slideLayout1309.xml"/><Relationship Id="rId3" Type="http://schemas.openxmlformats.org/officeDocument/2006/relationships/slideLayout" Target="../slideLayouts/slideLayout1308.xml"/><Relationship Id="rId2" Type="http://schemas.openxmlformats.org/officeDocument/2006/relationships/slideLayout" Target="../slideLayouts/slideLayout1307.xml"/><Relationship Id="rId15" Type="http://schemas.openxmlformats.org/officeDocument/2006/relationships/theme" Target="../theme/theme154.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06.xml"/></Relationships>
</file>

<file path=ppt/slideMasters/_rels/slideMaster155.xml.rels><?xml version="1.0" encoding="UTF-8" standalone="yes"?>
<Relationships xmlns="http://schemas.openxmlformats.org/package/2006/relationships"><Relationship Id="rId9" Type="http://schemas.openxmlformats.org/officeDocument/2006/relationships/slideLayout" Target="../slideLayouts/slideLayout1323.xml"/><Relationship Id="rId8" Type="http://schemas.openxmlformats.org/officeDocument/2006/relationships/slideLayout" Target="../slideLayouts/slideLayout1322.xml"/><Relationship Id="rId7" Type="http://schemas.openxmlformats.org/officeDocument/2006/relationships/slideLayout" Target="../slideLayouts/slideLayout1321.xml"/><Relationship Id="rId6" Type="http://schemas.openxmlformats.org/officeDocument/2006/relationships/slideLayout" Target="../slideLayouts/slideLayout1320.xml"/><Relationship Id="rId5" Type="http://schemas.openxmlformats.org/officeDocument/2006/relationships/slideLayout" Target="../slideLayouts/slideLayout1319.xml"/><Relationship Id="rId4" Type="http://schemas.openxmlformats.org/officeDocument/2006/relationships/slideLayout" Target="../slideLayouts/slideLayout1318.xml"/><Relationship Id="rId3" Type="http://schemas.openxmlformats.org/officeDocument/2006/relationships/slideLayout" Target="../slideLayouts/slideLayout1317.xml"/><Relationship Id="rId2" Type="http://schemas.openxmlformats.org/officeDocument/2006/relationships/slideLayout" Target="../slideLayouts/slideLayout1316.xml"/><Relationship Id="rId16" Type="http://schemas.openxmlformats.org/officeDocument/2006/relationships/theme" Target="../theme/theme155.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324.xml"/><Relationship Id="rId1" Type="http://schemas.openxmlformats.org/officeDocument/2006/relationships/slideLayout" Target="../slideLayouts/slideLayout1315.xml"/></Relationships>
</file>

<file path=ppt/slideMasters/_rels/slideMaster156.xml.rels><?xml version="1.0" encoding="UTF-8" standalone="yes"?>
<Relationships xmlns="http://schemas.openxmlformats.org/package/2006/relationships"><Relationship Id="rId9" Type="http://schemas.openxmlformats.org/officeDocument/2006/relationships/slideLayout" Target="../slideLayouts/slideLayout1333.xml"/><Relationship Id="rId8" Type="http://schemas.openxmlformats.org/officeDocument/2006/relationships/slideLayout" Target="../slideLayouts/slideLayout1332.xml"/><Relationship Id="rId7" Type="http://schemas.openxmlformats.org/officeDocument/2006/relationships/slideLayout" Target="../slideLayouts/slideLayout1331.xml"/><Relationship Id="rId6" Type="http://schemas.openxmlformats.org/officeDocument/2006/relationships/slideLayout" Target="../slideLayouts/slideLayout1330.xml"/><Relationship Id="rId5" Type="http://schemas.openxmlformats.org/officeDocument/2006/relationships/slideLayout" Target="../slideLayouts/slideLayout1329.xml"/><Relationship Id="rId4" Type="http://schemas.openxmlformats.org/officeDocument/2006/relationships/slideLayout" Target="../slideLayouts/slideLayout1328.xml"/><Relationship Id="rId3" Type="http://schemas.openxmlformats.org/officeDocument/2006/relationships/slideLayout" Target="../slideLayouts/slideLayout1327.xml"/><Relationship Id="rId2" Type="http://schemas.openxmlformats.org/officeDocument/2006/relationships/slideLayout" Target="../slideLayouts/slideLayout1326.xml"/><Relationship Id="rId15" Type="http://schemas.openxmlformats.org/officeDocument/2006/relationships/theme" Target="../theme/theme15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25.xml"/></Relationships>
</file>

<file path=ppt/slideMasters/_rels/slideMaster157.xml.rels><?xml version="1.0" encoding="UTF-8" standalone="yes"?>
<Relationships xmlns="http://schemas.openxmlformats.org/package/2006/relationships"><Relationship Id="rId9" Type="http://schemas.openxmlformats.org/officeDocument/2006/relationships/slideLayout" Target="../slideLayouts/slideLayout1342.xml"/><Relationship Id="rId8" Type="http://schemas.openxmlformats.org/officeDocument/2006/relationships/slideLayout" Target="../slideLayouts/slideLayout1341.xml"/><Relationship Id="rId7" Type="http://schemas.openxmlformats.org/officeDocument/2006/relationships/slideLayout" Target="../slideLayouts/slideLayout1340.xml"/><Relationship Id="rId6" Type="http://schemas.openxmlformats.org/officeDocument/2006/relationships/slideLayout" Target="../slideLayouts/slideLayout1339.xml"/><Relationship Id="rId5" Type="http://schemas.openxmlformats.org/officeDocument/2006/relationships/slideLayout" Target="../slideLayouts/slideLayout1338.xml"/><Relationship Id="rId4" Type="http://schemas.openxmlformats.org/officeDocument/2006/relationships/slideLayout" Target="../slideLayouts/slideLayout1337.xml"/><Relationship Id="rId3" Type="http://schemas.openxmlformats.org/officeDocument/2006/relationships/slideLayout" Target="../slideLayouts/slideLayout1336.xml"/><Relationship Id="rId2" Type="http://schemas.openxmlformats.org/officeDocument/2006/relationships/slideLayout" Target="../slideLayouts/slideLayout1335.xml"/><Relationship Id="rId15" Type="http://schemas.openxmlformats.org/officeDocument/2006/relationships/theme" Target="../theme/theme15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34.xml"/></Relationships>
</file>

<file path=ppt/slideMasters/_rels/slideMaster158.xml.rels><?xml version="1.0" encoding="UTF-8" standalone="yes"?>
<Relationships xmlns="http://schemas.openxmlformats.org/package/2006/relationships"><Relationship Id="rId9" Type="http://schemas.openxmlformats.org/officeDocument/2006/relationships/slideLayout" Target="../slideLayouts/slideLayout1351.xml"/><Relationship Id="rId8" Type="http://schemas.openxmlformats.org/officeDocument/2006/relationships/slideLayout" Target="../slideLayouts/slideLayout1350.xml"/><Relationship Id="rId7" Type="http://schemas.openxmlformats.org/officeDocument/2006/relationships/slideLayout" Target="../slideLayouts/slideLayout1349.xml"/><Relationship Id="rId6" Type="http://schemas.openxmlformats.org/officeDocument/2006/relationships/slideLayout" Target="../slideLayouts/slideLayout1348.xml"/><Relationship Id="rId5" Type="http://schemas.openxmlformats.org/officeDocument/2006/relationships/slideLayout" Target="../slideLayouts/slideLayout1347.xml"/><Relationship Id="rId4" Type="http://schemas.openxmlformats.org/officeDocument/2006/relationships/slideLayout" Target="../slideLayouts/slideLayout1346.xml"/><Relationship Id="rId3" Type="http://schemas.openxmlformats.org/officeDocument/2006/relationships/slideLayout" Target="../slideLayouts/slideLayout1345.xml"/><Relationship Id="rId2" Type="http://schemas.openxmlformats.org/officeDocument/2006/relationships/slideLayout" Target="../slideLayouts/slideLayout1344.xml"/><Relationship Id="rId15" Type="http://schemas.openxmlformats.org/officeDocument/2006/relationships/theme" Target="../theme/theme15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43.xml"/></Relationships>
</file>

<file path=ppt/slideMasters/_rels/slideMaster159.xml.rels><?xml version="1.0" encoding="UTF-8" standalone="yes"?>
<Relationships xmlns="http://schemas.openxmlformats.org/package/2006/relationships"><Relationship Id="rId9" Type="http://schemas.openxmlformats.org/officeDocument/2006/relationships/slideLayout" Target="../slideLayouts/slideLayout1360.xml"/><Relationship Id="rId8" Type="http://schemas.openxmlformats.org/officeDocument/2006/relationships/slideLayout" Target="../slideLayouts/slideLayout1359.xml"/><Relationship Id="rId7" Type="http://schemas.openxmlformats.org/officeDocument/2006/relationships/slideLayout" Target="../slideLayouts/slideLayout1358.xml"/><Relationship Id="rId6" Type="http://schemas.openxmlformats.org/officeDocument/2006/relationships/slideLayout" Target="../slideLayouts/slideLayout1357.xml"/><Relationship Id="rId5" Type="http://schemas.openxmlformats.org/officeDocument/2006/relationships/slideLayout" Target="../slideLayouts/slideLayout1356.xml"/><Relationship Id="rId4" Type="http://schemas.openxmlformats.org/officeDocument/2006/relationships/slideLayout" Target="../slideLayouts/slideLayout1355.xml"/><Relationship Id="rId3" Type="http://schemas.openxmlformats.org/officeDocument/2006/relationships/slideLayout" Target="../slideLayouts/slideLayout1354.xml"/><Relationship Id="rId2" Type="http://schemas.openxmlformats.org/officeDocument/2006/relationships/slideLayout" Target="../slideLayouts/slideLayout1353.xml"/><Relationship Id="rId15" Type="http://schemas.openxmlformats.org/officeDocument/2006/relationships/theme" Target="../theme/theme15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52.xml"/></Relationships>
</file>

<file path=ppt/slideMasters/_rels/slideMaster160.xml.rels><?xml version="1.0" encoding="UTF-8" standalone="yes"?>
<Relationships xmlns="http://schemas.openxmlformats.org/package/2006/relationships"><Relationship Id="rId9" Type="http://schemas.openxmlformats.org/officeDocument/2006/relationships/slideLayout" Target="../slideLayouts/slideLayout1369.xml"/><Relationship Id="rId8" Type="http://schemas.openxmlformats.org/officeDocument/2006/relationships/slideLayout" Target="../slideLayouts/slideLayout1368.xml"/><Relationship Id="rId7" Type="http://schemas.openxmlformats.org/officeDocument/2006/relationships/slideLayout" Target="../slideLayouts/slideLayout1367.xml"/><Relationship Id="rId6" Type="http://schemas.openxmlformats.org/officeDocument/2006/relationships/slideLayout" Target="../slideLayouts/slideLayout1366.xml"/><Relationship Id="rId5" Type="http://schemas.openxmlformats.org/officeDocument/2006/relationships/slideLayout" Target="../slideLayouts/slideLayout1365.xml"/><Relationship Id="rId4" Type="http://schemas.openxmlformats.org/officeDocument/2006/relationships/slideLayout" Target="../slideLayouts/slideLayout1364.xml"/><Relationship Id="rId3" Type="http://schemas.openxmlformats.org/officeDocument/2006/relationships/slideLayout" Target="../slideLayouts/slideLayout1363.xml"/><Relationship Id="rId2" Type="http://schemas.openxmlformats.org/officeDocument/2006/relationships/slideLayout" Target="../slideLayouts/slideLayout1362.xml"/><Relationship Id="rId15" Type="http://schemas.openxmlformats.org/officeDocument/2006/relationships/theme" Target="../theme/theme16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61.xml"/></Relationships>
</file>

<file path=ppt/slideMasters/_rels/slideMaster161.xml.rels><?xml version="1.0" encoding="UTF-8" standalone="yes"?>
<Relationships xmlns="http://schemas.openxmlformats.org/package/2006/relationships"><Relationship Id="rId9" Type="http://schemas.openxmlformats.org/officeDocument/2006/relationships/slideLayout" Target="../slideLayouts/slideLayout1378.xml"/><Relationship Id="rId8" Type="http://schemas.openxmlformats.org/officeDocument/2006/relationships/slideLayout" Target="../slideLayouts/slideLayout1377.xml"/><Relationship Id="rId7" Type="http://schemas.openxmlformats.org/officeDocument/2006/relationships/slideLayout" Target="../slideLayouts/slideLayout1376.xml"/><Relationship Id="rId6" Type="http://schemas.openxmlformats.org/officeDocument/2006/relationships/slideLayout" Target="../slideLayouts/slideLayout1375.xml"/><Relationship Id="rId5" Type="http://schemas.openxmlformats.org/officeDocument/2006/relationships/slideLayout" Target="../slideLayouts/slideLayout1374.xml"/><Relationship Id="rId4" Type="http://schemas.openxmlformats.org/officeDocument/2006/relationships/slideLayout" Target="../slideLayouts/slideLayout1373.xml"/><Relationship Id="rId3" Type="http://schemas.openxmlformats.org/officeDocument/2006/relationships/slideLayout" Target="../slideLayouts/slideLayout1372.xml"/><Relationship Id="rId2" Type="http://schemas.openxmlformats.org/officeDocument/2006/relationships/slideLayout" Target="../slideLayouts/slideLayout1371.xml"/><Relationship Id="rId15" Type="http://schemas.openxmlformats.org/officeDocument/2006/relationships/theme" Target="../theme/theme16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70.xml"/></Relationships>
</file>

<file path=ppt/slideMasters/_rels/slideMaster162.xml.rels><?xml version="1.0" encoding="UTF-8" standalone="yes"?>
<Relationships xmlns="http://schemas.openxmlformats.org/package/2006/relationships"><Relationship Id="rId9" Type="http://schemas.openxmlformats.org/officeDocument/2006/relationships/slideLayout" Target="../slideLayouts/slideLayout1387.xml"/><Relationship Id="rId8" Type="http://schemas.openxmlformats.org/officeDocument/2006/relationships/slideLayout" Target="../slideLayouts/slideLayout1386.xml"/><Relationship Id="rId7" Type="http://schemas.openxmlformats.org/officeDocument/2006/relationships/slideLayout" Target="../slideLayouts/slideLayout1385.xml"/><Relationship Id="rId6" Type="http://schemas.openxmlformats.org/officeDocument/2006/relationships/slideLayout" Target="../slideLayouts/slideLayout1384.xml"/><Relationship Id="rId5" Type="http://schemas.openxmlformats.org/officeDocument/2006/relationships/slideLayout" Target="../slideLayouts/slideLayout1383.xml"/><Relationship Id="rId4" Type="http://schemas.openxmlformats.org/officeDocument/2006/relationships/slideLayout" Target="../slideLayouts/slideLayout1382.xml"/><Relationship Id="rId3" Type="http://schemas.openxmlformats.org/officeDocument/2006/relationships/slideLayout" Target="../slideLayouts/slideLayout1381.xml"/><Relationship Id="rId2" Type="http://schemas.openxmlformats.org/officeDocument/2006/relationships/slideLayout" Target="../slideLayouts/slideLayout1380.xml"/><Relationship Id="rId15" Type="http://schemas.openxmlformats.org/officeDocument/2006/relationships/theme" Target="../theme/theme16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79.xml"/></Relationships>
</file>

<file path=ppt/slideMasters/_rels/slideMaster163.xml.rels><?xml version="1.0" encoding="UTF-8" standalone="yes"?>
<Relationships xmlns="http://schemas.openxmlformats.org/package/2006/relationships"><Relationship Id="rId9" Type="http://schemas.openxmlformats.org/officeDocument/2006/relationships/slideLayout" Target="../slideLayouts/slideLayout1396.xml"/><Relationship Id="rId8" Type="http://schemas.openxmlformats.org/officeDocument/2006/relationships/slideLayout" Target="../slideLayouts/slideLayout1395.xml"/><Relationship Id="rId7" Type="http://schemas.openxmlformats.org/officeDocument/2006/relationships/slideLayout" Target="../slideLayouts/slideLayout1394.xml"/><Relationship Id="rId6" Type="http://schemas.openxmlformats.org/officeDocument/2006/relationships/slideLayout" Target="../slideLayouts/slideLayout1393.xml"/><Relationship Id="rId5" Type="http://schemas.openxmlformats.org/officeDocument/2006/relationships/slideLayout" Target="../slideLayouts/slideLayout1392.xml"/><Relationship Id="rId4" Type="http://schemas.openxmlformats.org/officeDocument/2006/relationships/slideLayout" Target="../slideLayouts/slideLayout1391.xml"/><Relationship Id="rId3" Type="http://schemas.openxmlformats.org/officeDocument/2006/relationships/slideLayout" Target="../slideLayouts/slideLayout1390.xml"/><Relationship Id="rId2" Type="http://schemas.openxmlformats.org/officeDocument/2006/relationships/slideLayout" Target="../slideLayouts/slideLayout1389.xml"/><Relationship Id="rId15" Type="http://schemas.openxmlformats.org/officeDocument/2006/relationships/theme" Target="../theme/theme16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388.xml"/></Relationships>
</file>

<file path=ppt/slideMasters/_rels/slideMaster164.xml.rels><?xml version="1.0" encoding="UTF-8" standalone="yes"?>
<Relationships xmlns="http://schemas.openxmlformats.org/package/2006/relationships"><Relationship Id="rId9" Type="http://schemas.openxmlformats.org/officeDocument/2006/relationships/slideLayout" Target="../slideLayouts/slideLayout1405.xml"/><Relationship Id="rId8" Type="http://schemas.openxmlformats.org/officeDocument/2006/relationships/slideLayout" Target="../slideLayouts/slideLayout1404.xml"/><Relationship Id="rId7" Type="http://schemas.openxmlformats.org/officeDocument/2006/relationships/slideLayout" Target="../slideLayouts/slideLayout1403.xml"/><Relationship Id="rId6" Type="http://schemas.openxmlformats.org/officeDocument/2006/relationships/slideLayout" Target="../slideLayouts/slideLayout1402.xml"/><Relationship Id="rId5" Type="http://schemas.openxmlformats.org/officeDocument/2006/relationships/slideLayout" Target="../slideLayouts/slideLayout1401.xml"/><Relationship Id="rId4" Type="http://schemas.openxmlformats.org/officeDocument/2006/relationships/slideLayout" Target="../slideLayouts/slideLayout1400.xml"/><Relationship Id="rId3" Type="http://schemas.openxmlformats.org/officeDocument/2006/relationships/slideLayout" Target="../slideLayouts/slideLayout1399.xml"/><Relationship Id="rId2" Type="http://schemas.openxmlformats.org/officeDocument/2006/relationships/slideLayout" Target="../slideLayouts/slideLayout1398.xml"/><Relationship Id="rId16" Type="http://schemas.openxmlformats.org/officeDocument/2006/relationships/theme" Target="../theme/theme164.xml"/><Relationship Id="rId15" Type="http://schemas.openxmlformats.org/officeDocument/2006/relationships/image" Target="../media/image7.png"/><Relationship Id="rId14" Type="http://schemas.openxmlformats.org/officeDocument/2006/relationships/image" Target="../media/image6.png"/><Relationship Id="rId13" Type="http://schemas.openxmlformats.org/officeDocument/2006/relationships/image" Target="../media/image5.png"/><Relationship Id="rId12" Type="http://schemas.openxmlformats.org/officeDocument/2006/relationships/image" Target="../media/image4.png"/><Relationship Id="rId11" Type="http://schemas.openxmlformats.org/officeDocument/2006/relationships/image" Target="../media/image16.png"/><Relationship Id="rId10" Type="http://schemas.openxmlformats.org/officeDocument/2006/relationships/slideLayout" Target="../slideLayouts/slideLayout1406.xml"/><Relationship Id="rId1" Type="http://schemas.openxmlformats.org/officeDocument/2006/relationships/slideLayout" Target="../slideLayouts/slideLayout1397.xml"/></Relationships>
</file>

<file path=ppt/slideMasters/_rels/slideMaster165.xml.rels><?xml version="1.0" encoding="UTF-8" standalone="yes"?>
<Relationships xmlns="http://schemas.openxmlformats.org/package/2006/relationships"><Relationship Id="rId9" Type="http://schemas.openxmlformats.org/officeDocument/2006/relationships/slideLayout" Target="../slideLayouts/slideLayout1415.xml"/><Relationship Id="rId8" Type="http://schemas.openxmlformats.org/officeDocument/2006/relationships/slideLayout" Target="../slideLayouts/slideLayout1414.xml"/><Relationship Id="rId7" Type="http://schemas.openxmlformats.org/officeDocument/2006/relationships/slideLayout" Target="../slideLayouts/slideLayout1413.xml"/><Relationship Id="rId6" Type="http://schemas.openxmlformats.org/officeDocument/2006/relationships/slideLayout" Target="../slideLayouts/slideLayout1412.xml"/><Relationship Id="rId5" Type="http://schemas.openxmlformats.org/officeDocument/2006/relationships/slideLayout" Target="../slideLayouts/slideLayout1411.xml"/><Relationship Id="rId4" Type="http://schemas.openxmlformats.org/officeDocument/2006/relationships/slideLayout" Target="../slideLayouts/slideLayout1410.xml"/><Relationship Id="rId3" Type="http://schemas.openxmlformats.org/officeDocument/2006/relationships/slideLayout" Target="../slideLayouts/slideLayout1409.xml"/><Relationship Id="rId2" Type="http://schemas.openxmlformats.org/officeDocument/2006/relationships/slideLayout" Target="../slideLayouts/slideLayout1408.xml"/><Relationship Id="rId15" Type="http://schemas.openxmlformats.org/officeDocument/2006/relationships/theme" Target="../theme/theme165.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07.xml"/></Relationships>
</file>

<file path=ppt/slideMasters/_rels/slideMaster166.xml.rels><?xml version="1.0" encoding="UTF-8" standalone="yes"?>
<Relationships xmlns="http://schemas.openxmlformats.org/package/2006/relationships"><Relationship Id="rId9" Type="http://schemas.openxmlformats.org/officeDocument/2006/relationships/slideLayout" Target="../slideLayouts/slideLayout1424.xml"/><Relationship Id="rId8" Type="http://schemas.openxmlformats.org/officeDocument/2006/relationships/slideLayout" Target="../slideLayouts/slideLayout1423.xml"/><Relationship Id="rId7" Type="http://schemas.openxmlformats.org/officeDocument/2006/relationships/slideLayout" Target="../slideLayouts/slideLayout1422.xml"/><Relationship Id="rId6" Type="http://schemas.openxmlformats.org/officeDocument/2006/relationships/slideLayout" Target="../slideLayouts/slideLayout1421.xml"/><Relationship Id="rId5" Type="http://schemas.openxmlformats.org/officeDocument/2006/relationships/slideLayout" Target="../slideLayouts/slideLayout1420.xml"/><Relationship Id="rId4" Type="http://schemas.openxmlformats.org/officeDocument/2006/relationships/slideLayout" Target="../slideLayouts/slideLayout1419.xml"/><Relationship Id="rId3" Type="http://schemas.openxmlformats.org/officeDocument/2006/relationships/slideLayout" Target="../slideLayouts/slideLayout1418.xml"/><Relationship Id="rId2" Type="http://schemas.openxmlformats.org/officeDocument/2006/relationships/slideLayout" Target="../slideLayouts/slideLayout1417.xml"/><Relationship Id="rId15" Type="http://schemas.openxmlformats.org/officeDocument/2006/relationships/theme" Target="../theme/theme166.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16.xml"/></Relationships>
</file>

<file path=ppt/slideMasters/_rels/slideMaster167.xml.rels><?xml version="1.0" encoding="UTF-8" standalone="yes"?>
<Relationships xmlns="http://schemas.openxmlformats.org/package/2006/relationships"><Relationship Id="rId9" Type="http://schemas.openxmlformats.org/officeDocument/2006/relationships/slideLayout" Target="../slideLayouts/slideLayout1433.xml"/><Relationship Id="rId8" Type="http://schemas.openxmlformats.org/officeDocument/2006/relationships/slideLayout" Target="../slideLayouts/slideLayout1432.xml"/><Relationship Id="rId7" Type="http://schemas.openxmlformats.org/officeDocument/2006/relationships/slideLayout" Target="../slideLayouts/slideLayout1431.xml"/><Relationship Id="rId6" Type="http://schemas.openxmlformats.org/officeDocument/2006/relationships/slideLayout" Target="../slideLayouts/slideLayout1430.xml"/><Relationship Id="rId5" Type="http://schemas.openxmlformats.org/officeDocument/2006/relationships/slideLayout" Target="../slideLayouts/slideLayout1429.xml"/><Relationship Id="rId4" Type="http://schemas.openxmlformats.org/officeDocument/2006/relationships/slideLayout" Target="../slideLayouts/slideLayout1428.xml"/><Relationship Id="rId3" Type="http://schemas.openxmlformats.org/officeDocument/2006/relationships/slideLayout" Target="../slideLayouts/slideLayout1427.xml"/><Relationship Id="rId2" Type="http://schemas.openxmlformats.org/officeDocument/2006/relationships/slideLayout" Target="../slideLayouts/slideLayout1426.xml"/><Relationship Id="rId15" Type="http://schemas.openxmlformats.org/officeDocument/2006/relationships/theme" Target="../theme/theme167.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25.xml"/></Relationships>
</file>

<file path=ppt/slideMasters/_rels/slideMaster168.xml.rels><?xml version="1.0" encoding="UTF-8" standalone="yes"?>
<Relationships xmlns="http://schemas.openxmlformats.org/package/2006/relationships"><Relationship Id="rId9" Type="http://schemas.openxmlformats.org/officeDocument/2006/relationships/slideLayout" Target="../slideLayouts/slideLayout1442.xml"/><Relationship Id="rId8" Type="http://schemas.openxmlformats.org/officeDocument/2006/relationships/slideLayout" Target="../slideLayouts/slideLayout1441.xml"/><Relationship Id="rId7" Type="http://schemas.openxmlformats.org/officeDocument/2006/relationships/slideLayout" Target="../slideLayouts/slideLayout1440.xml"/><Relationship Id="rId6" Type="http://schemas.openxmlformats.org/officeDocument/2006/relationships/slideLayout" Target="../slideLayouts/slideLayout1439.xml"/><Relationship Id="rId5" Type="http://schemas.openxmlformats.org/officeDocument/2006/relationships/slideLayout" Target="../slideLayouts/slideLayout1438.xml"/><Relationship Id="rId4" Type="http://schemas.openxmlformats.org/officeDocument/2006/relationships/slideLayout" Target="../slideLayouts/slideLayout1437.xml"/><Relationship Id="rId3" Type="http://schemas.openxmlformats.org/officeDocument/2006/relationships/slideLayout" Target="../slideLayouts/slideLayout1436.xml"/><Relationship Id="rId2" Type="http://schemas.openxmlformats.org/officeDocument/2006/relationships/slideLayout" Target="../slideLayouts/slideLayout1435.xml"/><Relationship Id="rId15" Type="http://schemas.openxmlformats.org/officeDocument/2006/relationships/theme" Target="../theme/theme168.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34.xml"/></Relationships>
</file>

<file path=ppt/slideMasters/_rels/slideMaster169.xml.rels><?xml version="1.0" encoding="UTF-8" standalone="yes"?>
<Relationships xmlns="http://schemas.openxmlformats.org/package/2006/relationships"><Relationship Id="rId9" Type="http://schemas.openxmlformats.org/officeDocument/2006/relationships/slideLayout" Target="../slideLayouts/slideLayout1451.xml"/><Relationship Id="rId8" Type="http://schemas.openxmlformats.org/officeDocument/2006/relationships/slideLayout" Target="../slideLayouts/slideLayout1450.xml"/><Relationship Id="rId7" Type="http://schemas.openxmlformats.org/officeDocument/2006/relationships/slideLayout" Target="../slideLayouts/slideLayout1449.xml"/><Relationship Id="rId6" Type="http://schemas.openxmlformats.org/officeDocument/2006/relationships/slideLayout" Target="../slideLayouts/slideLayout1448.xml"/><Relationship Id="rId5" Type="http://schemas.openxmlformats.org/officeDocument/2006/relationships/slideLayout" Target="../slideLayouts/slideLayout1447.xml"/><Relationship Id="rId4" Type="http://schemas.openxmlformats.org/officeDocument/2006/relationships/slideLayout" Target="../slideLayouts/slideLayout1446.xml"/><Relationship Id="rId3" Type="http://schemas.openxmlformats.org/officeDocument/2006/relationships/slideLayout" Target="../slideLayouts/slideLayout1445.xml"/><Relationship Id="rId2" Type="http://schemas.openxmlformats.org/officeDocument/2006/relationships/slideLayout" Target="../slideLayouts/slideLayout1444.xml"/><Relationship Id="rId15" Type="http://schemas.openxmlformats.org/officeDocument/2006/relationships/theme" Target="../theme/theme169.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43.xml"/></Relationships>
</file>

<file path=ppt/slideMasters/_rels/slideMaster170.xml.rels><?xml version="1.0" encoding="UTF-8" standalone="yes"?>
<Relationships xmlns="http://schemas.openxmlformats.org/package/2006/relationships"><Relationship Id="rId9" Type="http://schemas.openxmlformats.org/officeDocument/2006/relationships/slideLayout" Target="../slideLayouts/slideLayout1460.xml"/><Relationship Id="rId8" Type="http://schemas.openxmlformats.org/officeDocument/2006/relationships/slideLayout" Target="../slideLayouts/slideLayout1459.xml"/><Relationship Id="rId7" Type="http://schemas.openxmlformats.org/officeDocument/2006/relationships/slideLayout" Target="../slideLayouts/slideLayout1458.xml"/><Relationship Id="rId6" Type="http://schemas.openxmlformats.org/officeDocument/2006/relationships/slideLayout" Target="../slideLayouts/slideLayout1457.xml"/><Relationship Id="rId5" Type="http://schemas.openxmlformats.org/officeDocument/2006/relationships/slideLayout" Target="../slideLayouts/slideLayout1456.xml"/><Relationship Id="rId4" Type="http://schemas.openxmlformats.org/officeDocument/2006/relationships/slideLayout" Target="../slideLayouts/slideLayout1455.xml"/><Relationship Id="rId3" Type="http://schemas.openxmlformats.org/officeDocument/2006/relationships/slideLayout" Target="../slideLayouts/slideLayout1454.xml"/><Relationship Id="rId2" Type="http://schemas.openxmlformats.org/officeDocument/2006/relationships/slideLayout" Target="../slideLayouts/slideLayout1453.xml"/><Relationship Id="rId15" Type="http://schemas.openxmlformats.org/officeDocument/2006/relationships/theme" Target="../theme/theme170.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52.xml"/></Relationships>
</file>

<file path=ppt/slideMasters/_rels/slideMaster171.xml.rels><?xml version="1.0" encoding="UTF-8" standalone="yes"?>
<Relationships xmlns="http://schemas.openxmlformats.org/package/2006/relationships"><Relationship Id="rId9" Type="http://schemas.openxmlformats.org/officeDocument/2006/relationships/slideLayout" Target="../slideLayouts/slideLayout1469.xml"/><Relationship Id="rId8" Type="http://schemas.openxmlformats.org/officeDocument/2006/relationships/slideLayout" Target="../slideLayouts/slideLayout1468.xml"/><Relationship Id="rId7" Type="http://schemas.openxmlformats.org/officeDocument/2006/relationships/slideLayout" Target="../slideLayouts/slideLayout1467.xml"/><Relationship Id="rId6" Type="http://schemas.openxmlformats.org/officeDocument/2006/relationships/slideLayout" Target="../slideLayouts/slideLayout1466.xml"/><Relationship Id="rId5" Type="http://schemas.openxmlformats.org/officeDocument/2006/relationships/slideLayout" Target="../slideLayouts/slideLayout1465.xml"/><Relationship Id="rId4" Type="http://schemas.openxmlformats.org/officeDocument/2006/relationships/slideLayout" Target="../slideLayouts/slideLayout1464.xml"/><Relationship Id="rId3" Type="http://schemas.openxmlformats.org/officeDocument/2006/relationships/slideLayout" Target="../slideLayouts/slideLayout1463.xml"/><Relationship Id="rId2" Type="http://schemas.openxmlformats.org/officeDocument/2006/relationships/slideLayout" Target="../slideLayouts/slideLayout1462.xml"/><Relationship Id="rId15" Type="http://schemas.openxmlformats.org/officeDocument/2006/relationships/theme" Target="../theme/theme171.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61.xml"/></Relationships>
</file>

<file path=ppt/slideMasters/_rels/slideMaster172.xml.rels><?xml version="1.0" encoding="UTF-8" standalone="yes"?>
<Relationships xmlns="http://schemas.openxmlformats.org/package/2006/relationships"><Relationship Id="rId9" Type="http://schemas.openxmlformats.org/officeDocument/2006/relationships/slideLayout" Target="../slideLayouts/slideLayout1478.xml"/><Relationship Id="rId8" Type="http://schemas.openxmlformats.org/officeDocument/2006/relationships/slideLayout" Target="../slideLayouts/slideLayout1477.xml"/><Relationship Id="rId7" Type="http://schemas.openxmlformats.org/officeDocument/2006/relationships/slideLayout" Target="../slideLayouts/slideLayout1476.xml"/><Relationship Id="rId6" Type="http://schemas.openxmlformats.org/officeDocument/2006/relationships/slideLayout" Target="../slideLayouts/slideLayout1475.xml"/><Relationship Id="rId5" Type="http://schemas.openxmlformats.org/officeDocument/2006/relationships/slideLayout" Target="../slideLayouts/slideLayout1474.xml"/><Relationship Id="rId4" Type="http://schemas.openxmlformats.org/officeDocument/2006/relationships/slideLayout" Target="../slideLayouts/slideLayout1473.xml"/><Relationship Id="rId3" Type="http://schemas.openxmlformats.org/officeDocument/2006/relationships/slideLayout" Target="../slideLayouts/slideLayout1472.xml"/><Relationship Id="rId2" Type="http://schemas.openxmlformats.org/officeDocument/2006/relationships/slideLayout" Target="../slideLayouts/slideLayout1471.xml"/><Relationship Id="rId15" Type="http://schemas.openxmlformats.org/officeDocument/2006/relationships/theme" Target="../theme/theme172.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70.xml"/></Relationships>
</file>

<file path=ppt/slideMasters/_rels/slideMaster173.xml.rels><?xml version="1.0" encoding="UTF-8" standalone="yes"?>
<Relationships xmlns="http://schemas.openxmlformats.org/package/2006/relationships"><Relationship Id="rId9" Type="http://schemas.openxmlformats.org/officeDocument/2006/relationships/slideLayout" Target="../slideLayouts/slideLayout1487.xml"/><Relationship Id="rId8" Type="http://schemas.openxmlformats.org/officeDocument/2006/relationships/slideLayout" Target="../slideLayouts/slideLayout1486.xml"/><Relationship Id="rId7" Type="http://schemas.openxmlformats.org/officeDocument/2006/relationships/slideLayout" Target="../slideLayouts/slideLayout1485.xml"/><Relationship Id="rId6" Type="http://schemas.openxmlformats.org/officeDocument/2006/relationships/slideLayout" Target="../slideLayouts/slideLayout1484.xml"/><Relationship Id="rId5" Type="http://schemas.openxmlformats.org/officeDocument/2006/relationships/slideLayout" Target="../slideLayouts/slideLayout1483.xml"/><Relationship Id="rId4" Type="http://schemas.openxmlformats.org/officeDocument/2006/relationships/slideLayout" Target="../slideLayouts/slideLayout1482.xml"/><Relationship Id="rId3" Type="http://schemas.openxmlformats.org/officeDocument/2006/relationships/slideLayout" Target="../slideLayouts/slideLayout1481.xml"/><Relationship Id="rId2" Type="http://schemas.openxmlformats.org/officeDocument/2006/relationships/slideLayout" Target="../slideLayouts/slideLayout1480.xml"/><Relationship Id="rId15" Type="http://schemas.openxmlformats.org/officeDocument/2006/relationships/theme" Target="../theme/theme173.xml"/><Relationship Id="rId14" Type="http://schemas.openxmlformats.org/officeDocument/2006/relationships/image" Target="../media/image7.png"/><Relationship Id="rId13" Type="http://schemas.openxmlformats.org/officeDocument/2006/relationships/image" Target="../media/image6.png"/><Relationship Id="rId12" Type="http://schemas.openxmlformats.org/officeDocument/2006/relationships/image" Target="../media/image5.png"/><Relationship Id="rId11" Type="http://schemas.openxmlformats.org/officeDocument/2006/relationships/image" Target="../media/image4.png"/><Relationship Id="rId10" Type="http://schemas.openxmlformats.org/officeDocument/2006/relationships/image" Target="../media/image16.png"/><Relationship Id="rId1" Type="http://schemas.openxmlformats.org/officeDocument/2006/relationships/slideLayout" Target="../slideLayouts/slideLayout14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30" name="日期占位符 3"/>
          <p:cNvSpPr>
            <a:spLocks noGrp="1" noChangeArrowheads="1"/>
          </p:cNvSpPr>
          <p:nvPr>
            <p:ph type="dt" sz="half" idx="2"/>
          </p:nvPr>
        </p:nvSpPr>
        <p:spPr bwMode="auto">
          <a:xfrm>
            <a:off x="611195" y="6244599"/>
            <a:ext cx="2842941" cy="478627"/>
          </a:xfrm>
          <a:prstGeom prst="rect">
            <a:avLst/>
          </a:prstGeom>
          <a:noFill/>
          <a:ln w="9525">
            <a:noFill/>
            <a:miter lim="800000"/>
          </a:ln>
        </p:spPr>
        <p:txBody>
          <a:bodyPr vert="horz" wrap="square" lIns="84536" tIns="42269" rIns="84536" bIns="42269" numCol="1" anchor="ctr" anchorCtr="0" compatLnSpc="1"/>
          <a:lstStyle>
            <a:lvl1pPr algn="l">
              <a:defRPr sz="1200" b="1">
                <a:solidFill>
                  <a:srgbClr val="898989"/>
                </a:solidFill>
                <a:latin typeface="黑体" panose="02010609060101010101" pitchFamily="49" charset="-122"/>
                <a:ea typeface="黑体" panose="02010609060101010101" pitchFamily="49" charset="-122"/>
              </a:defRPr>
            </a:lvl1pPr>
          </a:lstStyle>
          <a:p>
            <a:endParaRPr lang="zh-CN" altLang="en-US"/>
          </a:p>
        </p:txBody>
      </p:sp>
      <p:sp>
        <p:nvSpPr>
          <p:cNvPr id="1031" name="页脚占位符 4"/>
          <p:cNvSpPr>
            <a:spLocks noGrp="1" noChangeArrowheads="1"/>
          </p:cNvSpPr>
          <p:nvPr>
            <p:ph type="ftr" sz="quarter" idx="3"/>
          </p:nvPr>
        </p:nvSpPr>
        <p:spPr bwMode="auto">
          <a:xfrm>
            <a:off x="4164871" y="6244599"/>
            <a:ext cx="3862260" cy="478627"/>
          </a:xfrm>
          <a:prstGeom prst="rect">
            <a:avLst/>
          </a:prstGeom>
          <a:noFill/>
          <a:ln w="9525">
            <a:noFill/>
            <a:miter lim="800000"/>
          </a:ln>
        </p:spPr>
        <p:txBody>
          <a:bodyPr vert="horz" wrap="square" lIns="84536" tIns="42269" rIns="84536" bIns="42269" numCol="1" anchor="ctr" anchorCtr="0" compatLnSpc="1"/>
          <a:lstStyle>
            <a:lvl1pPr>
              <a:defRPr sz="1200">
                <a:solidFill>
                  <a:srgbClr val="898989"/>
                </a:solidFill>
                <a:latin typeface="+mn-lt"/>
                <a:ea typeface="宋体" panose="02010600030101010101" pitchFamily="2" charset="-122"/>
              </a:defRPr>
            </a:lvl1pPr>
          </a:lstStyle>
          <a:p>
            <a:endParaRPr lang="zh-CN" altLang="en-US"/>
          </a:p>
        </p:txBody>
      </p:sp>
      <p:sp>
        <p:nvSpPr>
          <p:cNvPr id="1032" name="灯片编号占位符 5"/>
          <p:cNvSpPr>
            <a:spLocks noGrp="1" noChangeArrowheads="1"/>
          </p:cNvSpPr>
          <p:nvPr>
            <p:ph type="sldNum" sz="quarter" idx="4"/>
          </p:nvPr>
        </p:nvSpPr>
        <p:spPr bwMode="auto">
          <a:xfrm>
            <a:off x="8737874" y="6244599"/>
            <a:ext cx="2842941" cy="478627"/>
          </a:xfrm>
          <a:prstGeom prst="rect">
            <a:avLst/>
          </a:prstGeom>
          <a:noFill/>
          <a:ln w="9525">
            <a:noFill/>
            <a:miter lim="800000"/>
          </a:ln>
        </p:spPr>
        <p:txBody>
          <a:bodyPr vert="horz" wrap="square" lIns="84536" tIns="42269" rIns="84536" bIns="42269" numCol="1" anchor="t" anchorCtr="0" compatLnSpc="1"/>
          <a:lstStyle>
            <a:lvl1pPr algn="l">
              <a:defRPr>
                <a:latin typeface="黑体" panose="02010609060101010101" pitchFamily="49" charset="-122"/>
                <a:ea typeface="黑体" panose="02010609060101010101" pitchFamily="49" charset="-122"/>
              </a:defRPr>
            </a:lvl1pPr>
          </a:lstStyle>
          <a:p>
            <a:fld id="{0C913308-F349-4B6D-A68A-DD1791B4A57B}" type="slidenum">
              <a:rPr lang="zh-CN" altLang="en-US" smtClean="0"/>
            </a:fld>
            <a:endParaRPr lang="zh-CN" altLang="en-US"/>
          </a:p>
        </p:txBody>
      </p:sp>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1195" y="331896"/>
            <a:ext cx="2271630" cy="587904"/>
          </a:xfrm>
          <a:prstGeom prst="rect">
            <a:avLst/>
          </a:prstGeom>
        </p:spPr>
      </p:pic>
      <p:pic>
        <p:nvPicPr>
          <p:cNvPr id="3" name="图片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067089" y="482018"/>
            <a:ext cx="2679177" cy="287659"/>
          </a:xfrm>
          <a:prstGeom prst="rect">
            <a:avLst/>
          </a:prstGeom>
        </p:spPr>
      </p:pic>
      <p:pic>
        <p:nvPicPr>
          <p:cNvPr id="10" name="图片 9" descr="2.22-"/>
          <p:cNvPicPr>
            <a:picLocks noChangeAspect="1"/>
          </p:cNvPicPr>
          <p:nvPr userDrawn="1"/>
        </p:nvPicPr>
        <p:blipFill>
          <a:blip r:embed="rId4"/>
          <a:srcRect r="214" b="129"/>
          <a:stretch>
            <a:fillRect/>
          </a:stretch>
        </p:blipFill>
        <p:spPr>
          <a:xfrm>
            <a:off x="0" y="-1270"/>
            <a:ext cx="12240260" cy="689102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Lst>
  <p:hf hdr="0" ftr="0" dt="0"/>
  <p:txStyles>
    <p:titleStyle>
      <a:lvl1pPr algn="l" defTabSz="845185" rtl="0" eaLnBrk="1" fontAlgn="base" hangingPunct="1">
        <a:spcBef>
          <a:spcPct val="0"/>
        </a:spcBef>
        <a:spcAft>
          <a:spcPct val="0"/>
        </a:spcAft>
        <a:defRPr sz="2600" b="1">
          <a:solidFill>
            <a:srgbClr val="002C6C"/>
          </a:solidFill>
          <a:latin typeface="+mj-lt"/>
          <a:ea typeface="+mj-ea"/>
          <a:cs typeface="+mj-cs"/>
        </a:defRPr>
      </a:lvl1pPr>
      <a:lvl2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2pPr>
      <a:lvl3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3pPr>
      <a:lvl4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4pPr>
      <a:lvl5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5pPr>
      <a:lvl6pPr marL="45656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6pPr>
      <a:lvl7pPr marL="91313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7pPr>
      <a:lvl8pPr marL="136969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8pPr>
      <a:lvl9pPr marL="182626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9pPr>
    </p:titleStyle>
    <p:bodyStyle>
      <a:lvl1pPr marL="316865" indent="-316865" algn="l" defTabSz="845185" rtl="0" eaLnBrk="1" fontAlgn="base" hangingPunct="1">
        <a:spcBef>
          <a:spcPct val="20000"/>
        </a:spcBef>
        <a:spcAft>
          <a:spcPct val="0"/>
        </a:spcAft>
        <a:buFont typeface="Arial" panose="020B0604020202020204" pitchFamily="34" charset="0"/>
        <a:buBlip>
          <a:blip r:embed="rId5"/>
        </a:buBlip>
        <a:defRPr sz="2200">
          <a:solidFill>
            <a:srgbClr val="002C6C"/>
          </a:solidFill>
          <a:latin typeface="+mn-lt"/>
          <a:ea typeface="+mn-ea"/>
          <a:cs typeface="+mn-cs"/>
        </a:defRPr>
      </a:lvl1pPr>
      <a:lvl2pPr marL="686435" indent="-262890" algn="l" defTabSz="845185" rtl="0" eaLnBrk="1" fontAlgn="base" hangingPunct="1">
        <a:spcBef>
          <a:spcPct val="20000"/>
        </a:spcBef>
        <a:spcAft>
          <a:spcPct val="0"/>
        </a:spcAft>
        <a:buFont typeface="Arial" panose="020B0604020202020204" pitchFamily="34" charset="0"/>
        <a:buBlip>
          <a:blip r:embed="rId6"/>
        </a:buBlip>
        <a:defRPr sz="2800">
          <a:solidFill>
            <a:srgbClr val="002C6C"/>
          </a:solidFill>
          <a:latin typeface="+mn-lt"/>
          <a:ea typeface="+mn-ea"/>
        </a:defRPr>
      </a:lvl2pPr>
      <a:lvl3pPr marL="1057275" indent="-212725" algn="l" defTabSz="845185" rtl="0" eaLnBrk="1" fontAlgn="base" hangingPunct="1">
        <a:spcBef>
          <a:spcPct val="20000"/>
        </a:spcBef>
        <a:spcAft>
          <a:spcPct val="0"/>
        </a:spcAft>
        <a:buFont typeface="Arial" panose="020B0604020202020204" pitchFamily="34" charset="0"/>
        <a:buBlip>
          <a:blip r:embed="rId7"/>
        </a:buBlip>
        <a:defRPr sz="2200">
          <a:solidFill>
            <a:srgbClr val="002C6C"/>
          </a:solidFill>
          <a:latin typeface="+mn-lt"/>
          <a:ea typeface="+mn-ea"/>
        </a:defRPr>
      </a:lvl3pPr>
      <a:lvl4pPr marL="1478915" indent="-210820" algn="l" defTabSz="845185" rtl="0" eaLnBrk="1" fontAlgn="base" hangingPunct="1">
        <a:spcBef>
          <a:spcPct val="20000"/>
        </a:spcBef>
        <a:spcAft>
          <a:spcPct val="0"/>
        </a:spcAft>
        <a:buFont typeface="Arial" panose="020B0604020202020204" pitchFamily="34" charset="0"/>
        <a:buBlip>
          <a:blip r:embed="rId8"/>
        </a:buBlip>
        <a:defRPr sz="1400">
          <a:solidFill>
            <a:srgbClr val="002C6C"/>
          </a:solidFill>
          <a:latin typeface="+mn-lt"/>
          <a:ea typeface="+mn-ea"/>
        </a:defRPr>
      </a:lvl4pPr>
      <a:lvl5pPr marL="190246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902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559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825" algn="l" defTabSz="913130" rtl="0" eaLnBrk="1" latinLnBrk="0" hangingPunct="1">
        <a:defRPr sz="1800" kern="1200">
          <a:solidFill>
            <a:schemeClr val="tx1"/>
          </a:solidFill>
          <a:latin typeface="+mn-lt"/>
          <a:ea typeface="+mn-ea"/>
          <a:cs typeface="+mn-cs"/>
        </a:defRPr>
      </a:lvl6pPr>
      <a:lvl7pPr marL="2739390" algn="l" defTabSz="913130" rtl="0" eaLnBrk="1" latinLnBrk="0" hangingPunct="1">
        <a:defRPr sz="1800" kern="1200">
          <a:solidFill>
            <a:schemeClr val="tx1"/>
          </a:solidFill>
          <a:latin typeface="+mn-lt"/>
          <a:ea typeface="+mn-ea"/>
          <a:cs typeface="+mn-cs"/>
        </a:defRPr>
      </a:lvl7pPr>
      <a:lvl8pPr marL="3195955" algn="l" defTabSz="913130" rtl="0" eaLnBrk="1" latinLnBrk="0" hangingPunct="1">
        <a:defRPr sz="1800" kern="1200">
          <a:solidFill>
            <a:schemeClr val="tx1"/>
          </a:solidFill>
          <a:latin typeface="+mn-lt"/>
          <a:ea typeface="+mn-ea"/>
          <a:cs typeface="+mn-cs"/>
        </a:defRPr>
      </a:lvl8pPr>
      <a:lvl9pPr marL="3652520" algn="l" defTabSz="91313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fld id="{B2DE838B-0F12-4B31-B7D1-2D0F6538ECB8}" type="slidenum">
              <a:rPr lang="en-US" altLang="zh-CN" b="1" smtClean="0">
                <a:solidFill>
                  <a:srgbClr val="002C6C"/>
                </a:solidFill>
                <a:latin typeface="微软雅黑" panose="020B0503020204020204" charset="-122"/>
                <a:ea typeface="微软雅黑" panose="020B0503020204020204" charset="-122"/>
              </a:rPr>
            </a:fld>
            <a:endParaRPr lang="en-US" altLang="zh-CN" b="1" dirty="0">
              <a:solidFill>
                <a:srgbClr val="002C6C"/>
              </a:solidFill>
              <a:latin typeface="微软雅黑" panose="020B0503020204020204" charset="-122"/>
              <a:ea typeface="微软雅黑" panose="020B0503020204020204" charset="-122"/>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userDrawn="1"/>
        </p:nvSpPr>
        <p:spPr>
          <a:xfrm>
            <a:off x="-191452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latin typeface="微软雅黑" panose="020B0503020204020204" charset="-122"/>
                <a:ea typeface="微软雅黑" panose="020B0503020204020204" charset="-122"/>
                <a:sym typeface="+mn-ea"/>
              </a:rPr>
              <a:t>主色：</a:t>
            </a:r>
            <a:endParaRPr lang="en-US" altLang="zh-CN" sz="1200" dirty="0">
              <a:latin typeface="微软雅黑" panose="020B0503020204020204" charset="-122"/>
              <a:ea typeface="微软雅黑" panose="020B0503020204020204" charset="-122"/>
              <a:sym typeface="+mn-ea"/>
            </a:endParaRPr>
          </a:p>
          <a:p>
            <a:r>
              <a:rPr lang="en-US" altLang="zh-CN" sz="1200" dirty="0">
                <a:latin typeface="微软雅黑" panose="020B0503020204020204" charset="-122"/>
                <a:ea typeface="微软雅黑" panose="020B0503020204020204" charset="-122"/>
                <a:sym typeface="+mn-ea"/>
              </a:rPr>
              <a:t>RGB: 21/42/140</a:t>
            </a:r>
            <a:endParaRPr lang="en-US" altLang="zh-CN" sz="1200" dirty="0">
              <a:latin typeface="微软雅黑" panose="020B0503020204020204" charset="-122"/>
              <a:ea typeface="微软雅黑" panose="020B0503020204020204" charset="-122"/>
              <a:sym typeface="+mn-ea"/>
            </a:endParaRPr>
          </a:p>
        </p:txBody>
      </p:sp>
      <p:sp>
        <p:nvSpPr>
          <p:cNvPr id="8" name="矩形 7"/>
          <p:cNvSpPr/>
          <p:nvPr userDrawn="1"/>
        </p:nvSpPr>
        <p:spPr>
          <a:xfrm>
            <a:off x="-191452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latin typeface="微软雅黑" panose="020B0503020204020204" charset="-122"/>
                <a:ea typeface="微软雅黑" panose="020B0503020204020204" charset="-122"/>
                <a:sym typeface="+mn-ea"/>
              </a:rPr>
              <a:t>辅助色：</a:t>
            </a:r>
            <a:endParaRPr lang="en-US" altLang="zh-CN" sz="1200" dirty="0">
              <a:latin typeface="微软雅黑" panose="020B0503020204020204" charset="-122"/>
              <a:ea typeface="微软雅黑" panose="020B0503020204020204" charset="-122"/>
              <a:sym typeface="+mn-ea"/>
            </a:endParaRPr>
          </a:p>
          <a:p>
            <a:r>
              <a:rPr lang="en-US" altLang="zh-CN" sz="1200" dirty="0">
                <a:latin typeface="微软雅黑" panose="020B0503020204020204" charset="-122"/>
                <a:ea typeface="微软雅黑" panose="020B0503020204020204" charset="-122"/>
                <a:sym typeface="+mn-ea"/>
              </a:rPr>
              <a:t>RGB: 39/150/212</a:t>
            </a:r>
            <a:endParaRPr lang="en-US" altLang="zh-CN" sz="1200" dirty="0">
              <a:latin typeface="微软雅黑" panose="020B0503020204020204" charset="-122"/>
              <a:ea typeface="微软雅黑" panose="020B0503020204020204" charset="-122"/>
              <a:sym typeface="+mn-ea"/>
            </a:endParaRPr>
          </a:p>
        </p:txBody>
      </p:sp>
      <p:sp>
        <p:nvSpPr>
          <p:cNvPr id="9" name="矩形 8"/>
          <p:cNvSpPr/>
          <p:nvPr userDrawn="1"/>
        </p:nvSpPr>
        <p:spPr>
          <a:xfrm>
            <a:off x="-1914525"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rgbClr val="202020"/>
                </a:solidFill>
                <a:latin typeface="微软雅黑" panose="020B0503020204020204" charset="-122"/>
                <a:ea typeface="微软雅黑" panose="020B0503020204020204" charset="-122"/>
                <a:sym typeface="+mn-ea"/>
              </a:rPr>
              <a:t>辅助色：</a:t>
            </a:r>
            <a:endParaRPr lang="en-US" altLang="zh-CN" sz="1200" dirty="0">
              <a:solidFill>
                <a:srgbClr val="202020"/>
              </a:solidFill>
              <a:latin typeface="微软雅黑" panose="020B0503020204020204" charset="-122"/>
              <a:ea typeface="微软雅黑" panose="020B0503020204020204" charset="-122"/>
              <a:sym typeface="+mn-ea"/>
            </a:endParaRPr>
          </a:p>
          <a:p>
            <a:r>
              <a:rPr lang="en-US" altLang="zh-CN" sz="1200" dirty="0">
                <a:solidFill>
                  <a:srgbClr val="202020"/>
                </a:solidFill>
                <a:latin typeface="微软雅黑" panose="020B0503020204020204" charset="-122"/>
                <a:ea typeface="微软雅黑" panose="020B0503020204020204" charset="-122"/>
                <a:sym typeface="+mn-ea"/>
              </a:rPr>
              <a:t>RGB: 237/237/237</a:t>
            </a:r>
            <a:endParaRPr lang="en-US" altLang="zh-CN" sz="1200" dirty="0">
              <a:solidFill>
                <a:srgbClr val="202020"/>
              </a:solidFill>
              <a:latin typeface="微软雅黑" panose="020B0503020204020204" charset="-122"/>
              <a:ea typeface="微软雅黑" panose="020B0503020204020204" charset="-122"/>
              <a:sym typeface="+mn-ea"/>
            </a:endParaRPr>
          </a:p>
        </p:txBody>
      </p:sp>
      <p:sp>
        <p:nvSpPr>
          <p:cNvPr id="10" name="矩形 9"/>
          <p:cNvSpPr/>
          <p:nvPr userDrawn="1"/>
        </p:nvSpPr>
        <p:spPr>
          <a:xfrm>
            <a:off x="-191452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微软雅黑" panose="020B0503020204020204" charset="-122"/>
                <a:ea typeface="微软雅黑" panose="020B0503020204020204" charset="-122"/>
                <a:sym typeface="+mn-ea"/>
              </a:rPr>
              <a:t>特殊色：</a:t>
            </a:r>
            <a:endParaRPr lang="en-US" altLang="zh-CN" sz="1200" dirty="0">
              <a:solidFill>
                <a:schemeClr val="bg1"/>
              </a:solidFill>
              <a:latin typeface="微软雅黑" panose="020B0503020204020204" charset="-122"/>
              <a:ea typeface="微软雅黑" panose="020B0503020204020204" charset="-122"/>
              <a:sym typeface="+mn-ea"/>
            </a:endParaRPr>
          </a:p>
          <a:p>
            <a:r>
              <a:rPr lang="en-US" altLang="zh-CN" sz="1200" dirty="0">
                <a:solidFill>
                  <a:schemeClr val="bg1"/>
                </a:solidFill>
                <a:latin typeface="微软雅黑" panose="020B0503020204020204" charset="-122"/>
                <a:ea typeface="微软雅黑" panose="020B0503020204020204" charset="-122"/>
                <a:sym typeface="+mn-ea"/>
              </a:rPr>
              <a:t>RGB: 177/0/17</a:t>
            </a:r>
            <a:endParaRPr lang="en-US" altLang="zh-CN" sz="1200" dirty="0">
              <a:solidFill>
                <a:schemeClr val="bg1"/>
              </a:solidFill>
              <a:latin typeface="微软雅黑" panose="020B0503020204020204" charset="-122"/>
              <a:ea typeface="微软雅黑" panose="020B0503020204020204" charset="-122"/>
              <a:sym typeface="+mn-ea"/>
            </a:endParaRPr>
          </a:p>
        </p:txBody>
      </p:sp>
      <p:pic>
        <p:nvPicPr>
          <p:cNvPr id="2" name="图片 1" descr="一汽和红旗联合logo-"/>
          <p:cNvPicPr>
            <a:picLocks noChangeAspect="1"/>
          </p:cNvPicPr>
          <p:nvPr userDrawn="1"/>
        </p:nvPicPr>
        <p:blipFill>
          <a:blip r:embed="rId4"/>
          <a:stretch>
            <a:fillRect/>
          </a:stretch>
        </p:blipFill>
        <p:spPr>
          <a:xfrm>
            <a:off x="9930130" y="172720"/>
            <a:ext cx="1866900" cy="583565"/>
          </a:xfrm>
          <a:prstGeom prst="rect">
            <a:avLst/>
          </a:prstGeom>
        </p:spPr>
      </p:pic>
    </p:spTree>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5"/>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6"/>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7"/>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8"/>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userDrawn="1"/>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4100" name="Text Box 12"/>
          <p:cNvSpPr txBox="1">
            <a:spLocks noChangeArrowheads="1"/>
          </p:cNvSpPr>
          <p:nvPr userDrawn="1"/>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pic>
        <p:nvPicPr>
          <p:cNvPr id="7" name="图片 6"/>
          <p:cNvPicPr>
            <a:picLocks noChangeAspect="1"/>
          </p:cNvPicPr>
          <p:nvPr userDrawn="1"/>
        </p:nvPicPr>
        <p:blipFill rotWithShape="1">
          <a:blip r:embed="rId5">
            <a:extLst>
              <a:ext uri="{28A0092B-C50C-407E-A947-70E740481C1C}">
                <a14:useLocalDpi xmlns:a14="http://schemas.microsoft.com/office/drawing/2010/main" val="0"/>
              </a:ext>
            </a:extLst>
          </a:blip>
          <a:srcRect l="1877" t="8011" r="39579" b="63983"/>
          <a:stretch>
            <a:fillRect/>
          </a:stretch>
        </p:blipFill>
        <p:spPr>
          <a:xfrm>
            <a:off x="10005695" y="170815"/>
            <a:ext cx="1786890" cy="549910"/>
          </a:xfrm>
          <a:prstGeom prst="rect">
            <a:avLst/>
          </a:prstGeom>
        </p:spPr>
      </p:pic>
      <p:pic>
        <p:nvPicPr>
          <p:cNvPr id="3" name="图片 2" descr="微信图片_20220224111609"/>
          <p:cNvPicPr>
            <a:picLocks noChangeAspect="1"/>
          </p:cNvPicPr>
          <p:nvPr userDrawn="1"/>
        </p:nvPicPr>
        <p:blipFill>
          <a:blip r:embed="rId6"/>
          <a:stretch>
            <a:fillRect/>
          </a:stretch>
        </p:blipFill>
        <p:spPr>
          <a:xfrm>
            <a:off x="2780348" y="3059748"/>
            <a:ext cx="6631305" cy="738505"/>
          </a:xfrm>
          <a:prstGeom prst="rect">
            <a:avLst/>
          </a:prstGeom>
        </p:spPr>
      </p:pic>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7"/>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8"/>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9"/>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0"/>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fld id="{B2DE838B-0F12-4B31-B7D1-2D0F6538ECB8}" type="slidenum">
              <a:rPr lang="en-US" altLang="zh-CN" b="1" smtClean="0">
                <a:solidFill>
                  <a:srgbClr val="002C6C"/>
                </a:solidFill>
                <a:latin typeface="微软雅黑" panose="020B0503020204020204" charset="-122"/>
                <a:ea typeface="微软雅黑" panose="020B0503020204020204" charset="-122"/>
              </a:rPr>
            </a:fld>
            <a:endParaRPr lang="en-US" altLang="zh-CN" b="1" dirty="0">
              <a:solidFill>
                <a:srgbClr val="002C6C"/>
              </a:solidFill>
              <a:latin typeface="微软雅黑" panose="020B0503020204020204" charset="-122"/>
              <a:ea typeface="微软雅黑" panose="020B0503020204020204" charset="-122"/>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7" name="矩形 6"/>
          <p:cNvSpPr/>
          <p:nvPr userDrawn="1"/>
        </p:nvSpPr>
        <p:spPr>
          <a:xfrm>
            <a:off x="-191452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latin typeface="微软雅黑" panose="020B0503020204020204" charset="-122"/>
                <a:ea typeface="微软雅黑" panose="020B0503020204020204" charset="-122"/>
                <a:sym typeface="+mn-ea"/>
              </a:rPr>
              <a:t>主色：</a:t>
            </a:r>
            <a:endParaRPr lang="en-US" altLang="zh-CN" sz="1200" dirty="0">
              <a:latin typeface="微软雅黑" panose="020B0503020204020204" charset="-122"/>
              <a:ea typeface="微软雅黑" panose="020B0503020204020204" charset="-122"/>
              <a:sym typeface="+mn-ea"/>
            </a:endParaRPr>
          </a:p>
          <a:p>
            <a:r>
              <a:rPr lang="en-US" altLang="zh-CN" sz="1200" dirty="0">
                <a:latin typeface="微软雅黑" panose="020B0503020204020204" charset="-122"/>
                <a:ea typeface="微软雅黑" panose="020B0503020204020204" charset="-122"/>
                <a:sym typeface="+mn-ea"/>
              </a:rPr>
              <a:t>RGB: 21/42/140</a:t>
            </a:r>
            <a:endParaRPr lang="en-US" altLang="zh-CN" sz="1200" dirty="0">
              <a:latin typeface="微软雅黑" panose="020B0503020204020204" charset="-122"/>
              <a:ea typeface="微软雅黑" panose="020B0503020204020204" charset="-122"/>
              <a:sym typeface="+mn-ea"/>
            </a:endParaRPr>
          </a:p>
        </p:txBody>
      </p:sp>
      <p:sp>
        <p:nvSpPr>
          <p:cNvPr id="8" name="矩形 7"/>
          <p:cNvSpPr/>
          <p:nvPr userDrawn="1"/>
        </p:nvSpPr>
        <p:spPr>
          <a:xfrm>
            <a:off x="-191452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latin typeface="微软雅黑" panose="020B0503020204020204" charset="-122"/>
                <a:ea typeface="微软雅黑" panose="020B0503020204020204" charset="-122"/>
                <a:sym typeface="+mn-ea"/>
              </a:rPr>
              <a:t>辅助色：</a:t>
            </a:r>
            <a:endParaRPr lang="en-US" altLang="zh-CN" sz="1200" dirty="0">
              <a:latin typeface="微软雅黑" panose="020B0503020204020204" charset="-122"/>
              <a:ea typeface="微软雅黑" panose="020B0503020204020204" charset="-122"/>
              <a:sym typeface="+mn-ea"/>
            </a:endParaRPr>
          </a:p>
          <a:p>
            <a:r>
              <a:rPr lang="en-US" altLang="zh-CN" sz="1200" dirty="0">
                <a:latin typeface="微软雅黑" panose="020B0503020204020204" charset="-122"/>
                <a:ea typeface="微软雅黑" panose="020B0503020204020204" charset="-122"/>
                <a:sym typeface="+mn-ea"/>
              </a:rPr>
              <a:t>RGB: 39/150/212</a:t>
            </a:r>
            <a:endParaRPr lang="en-US" altLang="zh-CN" sz="1200" dirty="0">
              <a:latin typeface="微软雅黑" panose="020B0503020204020204" charset="-122"/>
              <a:ea typeface="微软雅黑" panose="020B0503020204020204" charset="-122"/>
              <a:sym typeface="+mn-ea"/>
            </a:endParaRPr>
          </a:p>
        </p:txBody>
      </p:sp>
      <p:sp>
        <p:nvSpPr>
          <p:cNvPr id="9" name="矩形 8"/>
          <p:cNvSpPr/>
          <p:nvPr userDrawn="1"/>
        </p:nvSpPr>
        <p:spPr>
          <a:xfrm>
            <a:off x="-1914525"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rgbClr val="202020"/>
                </a:solidFill>
                <a:latin typeface="微软雅黑" panose="020B0503020204020204" charset="-122"/>
                <a:ea typeface="微软雅黑" panose="020B0503020204020204" charset="-122"/>
                <a:sym typeface="+mn-ea"/>
              </a:rPr>
              <a:t>辅助色：</a:t>
            </a:r>
            <a:endParaRPr lang="en-US" altLang="zh-CN" sz="1200" dirty="0">
              <a:solidFill>
                <a:srgbClr val="202020"/>
              </a:solidFill>
              <a:latin typeface="微软雅黑" panose="020B0503020204020204" charset="-122"/>
              <a:ea typeface="微软雅黑" panose="020B0503020204020204" charset="-122"/>
              <a:sym typeface="+mn-ea"/>
            </a:endParaRPr>
          </a:p>
          <a:p>
            <a:r>
              <a:rPr lang="en-US" altLang="zh-CN" sz="1200" dirty="0">
                <a:solidFill>
                  <a:srgbClr val="202020"/>
                </a:solidFill>
                <a:latin typeface="微软雅黑" panose="020B0503020204020204" charset="-122"/>
                <a:ea typeface="微软雅黑" panose="020B0503020204020204" charset="-122"/>
                <a:sym typeface="+mn-ea"/>
              </a:rPr>
              <a:t>RGB: 237/237/237</a:t>
            </a:r>
            <a:endParaRPr lang="en-US" altLang="zh-CN" sz="1200" dirty="0">
              <a:solidFill>
                <a:srgbClr val="202020"/>
              </a:solidFill>
              <a:latin typeface="微软雅黑" panose="020B0503020204020204" charset="-122"/>
              <a:ea typeface="微软雅黑" panose="020B0503020204020204" charset="-122"/>
              <a:sym typeface="+mn-ea"/>
            </a:endParaRPr>
          </a:p>
        </p:txBody>
      </p:sp>
      <p:sp>
        <p:nvSpPr>
          <p:cNvPr id="10" name="矩形 9"/>
          <p:cNvSpPr/>
          <p:nvPr userDrawn="1"/>
        </p:nvSpPr>
        <p:spPr>
          <a:xfrm>
            <a:off x="-191452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bg1"/>
                </a:solidFill>
                <a:latin typeface="微软雅黑" panose="020B0503020204020204" charset="-122"/>
                <a:ea typeface="微软雅黑" panose="020B0503020204020204" charset="-122"/>
                <a:sym typeface="+mn-ea"/>
              </a:rPr>
              <a:t>特殊色：</a:t>
            </a:r>
            <a:endParaRPr lang="en-US" altLang="zh-CN" sz="1200" dirty="0">
              <a:solidFill>
                <a:schemeClr val="bg1"/>
              </a:solidFill>
              <a:latin typeface="微软雅黑" panose="020B0503020204020204" charset="-122"/>
              <a:ea typeface="微软雅黑" panose="020B0503020204020204" charset="-122"/>
              <a:sym typeface="+mn-ea"/>
            </a:endParaRPr>
          </a:p>
          <a:p>
            <a:r>
              <a:rPr lang="en-US" altLang="zh-CN" sz="1200" dirty="0">
                <a:solidFill>
                  <a:schemeClr val="bg1"/>
                </a:solidFill>
                <a:latin typeface="微软雅黑" panose="020B0503020204020204" charset="-122"/>
                <a:ea typeface="微软雅黑" panose="020B0503020204020204" charset="-122"/>
                <a:sym typeface="+mn-ea"/>
              </a:rPr>
              <a:t>RGB: 177/0/17</a:t>
            </a:r>
            <a:endParaRPr lang="en-US" altLang="zh-CN" sz="1200" dirty="0">
              <a:solidFill>
                <a:schemeClr val="bg1"/>
              </a:solidFill>
              <a:latin typeface="微软雅黑" panose="020B0503020204020204" charset="-122"/>
              <a:ea typeface="微软雅黑" panose="020B0503020204020204" charset="-122"/>
              <a:sym typeface="+mn-ea"/>
            </a:endParaRPr>
          </a:p>
        </p:txBody>
      </p:sp>
      <p:pic>
        <p:nvPicPr>
          <p:cNvPr id="2" name="图片 1" descr="一汽和红旗联合logo-"/>
          <p:cNvPicPr>
            <a:picLocks noChangeAspect="1"/>
          </p:cNvPicPr>
          <p:nvPr userDrawn="1"/>
        </p:nvPicPr>
        <p:blipFill>
          <a:blip r:embed="rId9"/>
          <a:stretch>
            <a:fillRect/>
          </a:stretch>
        </p:blipFill>
        <p:spPr>
          <a:xfrm>
            <a:off x="9930130" y="172720"/>
            <a:ext cx="1866900" cy="583565"/>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0"/>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1"/>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3"/>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pic>
        <p:nvPicPr>
          <p:cNvPr id="4" name="图片 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920944" y="223755"/>
            <a:ext cx="1810077" cy="468453"/>
          </a:xfrm>
          <a:prstGeom prst="rect">
            <a:avLst/>
          </a:prstGeom>
        </p:spPr>
      </p:pic>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a:xfrm>
            <a:off x="-186245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8" name="矩形 7"/>
          <p:cNvSpPr/>
          <p:nvPr userDrawn="1"/>
        </p:nvSpPr>
        <p:spPr>
          <a:xfrm>
            <a:off x="-186245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1861820"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186118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6"/>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7"/>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9"/>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a:xfrm>
            <a:off x="-186245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8" name="矩形 7"/>
          <p:cNvSpPr/>
          <p:nvPr userDrawn="1"/>
        </p:nvSpPr>
        <p:spPr>
          <a:xfrm>
            <a:off x="-186245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1861820"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186118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1" name="图片 10"/>
          <p:cNvPicPr>
            <a:picLocks noChangeAspect="1"/>
          </p:cNvPicPr>
          <p:nvPr userDrawn="1"/>
        </p:nvPicPr>
        <p:blipFill rotWithShape="1">
          <a:blip r:embed="rId3">
            <a:extLst>
              <a:ext uri="{28A0092B-C50C-407E-A947-70E740481C1C}">
                <a14:useLocalDpi xmlns:a14="http://schemas.microsoft.com/office/drawing/2010/main" val="0"/>
              </a:ext>
            </a:extLst>
          </a:blip>
          <a:srcRect l="1877" t="8011" r="39579" b="61816"/>
          <a:stretch>
            <a:fillRect/>
          </a:stretch>
        </p:blipFill>
        <p:spPr>
          <a:xfrm>
            <a:off x="10005695" y="170815"/>
            <a:ext cx="1786890" cy="592455"/>
          </a:xfrm>
          <a:prstGeom prst="rect">
            <a:avLst/>
          </a:prstGeom>
        </p:spPr>
      </p:pic>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4"/>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5"/>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6"/>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7"/>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9"/>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0"/>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1"/>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30" name="日期占位符 3"/>
          <p:cNvSpPr>
            <a:spLocks noGrp="1" noChangeArrowheads="1"/>
          </p:cNvSpPr>
          <p:nvPr>
            <p:ph type="dt" sz="half" idx="2"/>
          </p:nvPr>
        </p:nvSpPr>
        <p:spPr bwMode="auto">
          <a:xfrm>
            <a:off x="611195" y="6244599"/>
            <a:ext cx="2842941" cy="478627"/>
          </a:xfrm>
          <a:prstGeom prst="rect">
            <a:avLst/>
          </a:prstGeom>
          <a:noFill/>
          <a:ln w="9525">
            <a:noFill/>
            <a:miter lim="800000"/>
          </a:ln>
        </p:spPr>
        <p:txBody>
          <a:bodyPr vert="horz" wrap="square" lIns="84536" tIns="42269" rIns="84536" bIns="42269" numCol="1" anchor="ctr" anchorCtr="0" compatLnSpc="1"/>
          <a:lstStyle>
            <a:lvl1pPr algn="l">
              <a:defRPr sz="1200" b="1">
                <a:solidFill>
                  <a:srgbClr val="898989"/>
                </a:solidFill>
                <a:latin typeface="黑体" panose="02010609060101010101" pitchFamily="49" charset="-122"/>
                <a:ea typeface="黑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a:ln>
                <a:noFill/>
              </a:ln>
              <a:solidFill>
                <a:srgbClr val="898989"/>
              </a:solidFill>
              <a:effectLst/>
              <a:uLnTx/>
              <a:uFillTx/>
              <a:latin typeface="黑体" panose="02010609060101010101" pitchFamily="49" charset="-122"/>
              <a:ea typeface="黑体" panose="02010609060101010101" pitchFamily="49" charset="-122"/>
              <a:cs typeface="+mn-cs"/>
            </a:endParaRPr>
          </a:p>
        </p:txBody>
      </p:sp>
      <p:sp>
        <p:nvSpPr>
          <p:cNvPr id="1031" name="页脚占位符 4"/>
          <p:cNvSpPr>
            <a:spLocks noGrp="1" noChangeArrowheads="1"/>
          </p:cNvSpPr>
          <p:nvPr>
            <p:ph type="ftr" sz="quarter" idx="3"/>
          </p:nvPr>
        </p:nvSpPr>
        <p:spPr bwMode="auto">
          <a:xfrm>
            <a:off x="4164871" y="6244599"/>
            <a:ext cx="3862260" cy="478627"/>
          </a:xfrm>
          <a:prstGeom prst="rect">
            <a:avLst/>
          </a:prstGeom>
          <a:noFill/>
          <a:ln w="9525">
            <a:noFill/>
            <a:miter lim="800000"/>
          </a:ln>
        </p:spPr>
        <p:txBody>
          <a:bodyPr vert="horz" wrap="square" lIns="84536" tIns="42269" rIns="84536" bIns="42269" numCol="1" anchor="ctr" anchorCtr="0" compatLnSpc="1"/>
          <a:lstStyle>
            <a:lvl1pPr>
              <a:defRPr sz="1200">
                <a:solidFill>
                  <a:srgbClr val="898989"/>
                </a:solidFill>
                <a:latin typeface="+mn-lt"/>
                <a:ea typeface="宋体" panose="02010600030101010101" pitchFamily="2"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Calibri" panose="020F0502020204030204"/>
              <a:ea typeface="宋体" panose="02010600030101010101" pitchFamily="2" charset="-122"/>
              <a:cs typeface="+mn-cs"/>
            </a:endParaRPr>
          </a:p>
        </p:txBody>
      </p:sp>
      <p:sp>
        <p:nvSpPr>
          <p:cNvPr id="1032" name="灯片编号占位符 5"/>
          <p:cNvSpPr>
            <a:spLocks noGrp="1" noChangeArrowheads="1"/>
          </p:cNvSpPr>
          <p:nvPr>
            <p:ph type="sldNum" sz="quarter" idx="4"/>
          </p:nvPr>
        </p:nvSpPr>
        <p:spPr bwMode="auto">
          <a:xfrm>
            <a:off x="8737874" y="6244599"/>
            <a:ext cx="2842941" cy="478627"/>
          </a:xfrm>
          <a:prstGeom prst="rect">
            <a:avLst/>
          </a:prstGeom>
          <a:noFill/>
          <a:ln w="9525">
            <a:noFill/>
            <a:miter lim="800000"/>
          </a:ln>
        </p:spPr>
        <p:txBody>
          <a:bodyPr vert="horz" wrap="square" lIns="84536" tIns="42269" rIns="84536" bIns="42269" numCol="1" anchor="t" anchorCtr="0" compatLnSpc="1"/>
          <a:lstStyle>
            <a:lvl1pPr algn="l">
              <a:defRPr>
                <a:latin typeface="黑体" panose="02010609060101010101" pitchFamily="49" charset="-122"/>
                <a:ea typeface="黑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rPr>
            </a:fld>
            <a:endParaRPr kumimoji="0" lang="zh-CN" altLang="en-US" sz="1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1195" y="331896"/>
            <a:ext cx="2271630" cy="587904"/>
          </a:xfrm>
          <a:prstGeom prst="rect">
            <a:avLst/>
          </a:prstGeom>
        </p:spPr>
      </p:pic>
      <p:pic>
        <p:nvPicPr>
          <p:cNvPr id="3" name="图片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67089" y="482018"/>
            <a:ext cx="2679177" cy="287659"/>
          </a:xfrm>
          <a:prstGeom prst="rect">
            <a:avLst/>
          </a:prstGeom>
        </p:spPr>
      </p:pic>
      <p:pic>
        <p:nvPicPr>
          <p:cNvPr id="5" name="图片 4"/>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Tree>
  </p:cSld>
  <p:clrMap bg1="lt1" tx1="dk1" bg2="lt2" tx2="dk2" accent1="accent1" accent2="accent2" accent3="accent3" accent4="accent4" accent5="accent5" accent6="accent6" hlink="hlink" folHlink="folHlink"/>
  <p:sldLayoutIdLst>
    <p:sldLayoutId id="2147483684" r:id="rId1"/>
    <p:sldLayoutId id="2147483685" r:id="rId2"/>
  </p:sldLayoutIdLst>
  <p:hf hdr="0" ftr="0" dt="0"/>
  <p:txStyles>
    <p:titleStyle>
      <a:lvl1pPr algn="l" defTabSz="845185" rtl="0" eaLnBrk="1" fontAlgn="base" hangingPunct="1">
        <a:spcBef>
          <a:spcPct val="0"/>
        </a:spcBef>
        <a:spcAft>
          <a:spcPct val="0"/>
        </a:spcAft>
        <a:defRPr sz="2600" b="1">
          <a:solidFill>
            <a:srgbClr val="002C6C"/>
          </a:solidFill>
          <a:latin typeface="+mj-lt"/>
          <a:ea typeface="+mj-ea"/>
          <a:cs typeface="+mj-cs"/>
        </a:defRPr>
      </a:lvl1pPr>
      <a:lvl2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2pPr>
      <a:lvl3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3pPr>
      <a:lvl4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4pPr>
      <a:lvl5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5pPr>
      <a:lvl6pPr marL="45656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6pPr>
      <a:lvl7pPr marL="91313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7pPr>
      <a:lvl8pPr marL="136969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8pPr>
      <a:lvl9pPr marL="182626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9pPr>
    </p:titleStyle>
    <p:bodyStyle>
      <a:lvl1pPr marL="316865" indent="-316865" algn="l" defTabSz="845185" rtl="0" eaLnBrk="1" fontAlgn="base" hangingPunct="1">
        <a:spcBef>
          <a:spcPct val="20000"/>
        </a:spcBef>
        <a:spcAft>
          <a:spcPct val="0"/>
        </a:spcAft>
        <a:buFont typeface="Arial" panose="020B0604020202020204" pitchFamily="34" charset="0"/>
        <a:buBlip>
          <a:blip r:embed="rId6"/>
        </a:buBlip>
        <a:defRPr sz="2200">
          <a:solidFill>
            <a:srgbClr val="002C6C"/>
          </a:solidFill>
          <a:latin typeface="+mn-lt"/>
          <a:ea typeface="+mn-ea"/>
          <a:cs typeface="+mn-cs"/>
        </a:defRPr>
      </a:lvl1pPr>
      <a:lvl2pPr marL="686435" indent="-262890" algn="l" defTabSz="845185" rtl="0" eaLnBrk="1" fontAlgn="base" hangingPunct="1">
        <a:spcBef>
          <a:spcPct val="20000"/>
        </a:spcBef>
        <a:spcAft>
          <a:spcPct val="0"/>
        </a:spcAft>
        <a:buFont typeface="Arial" panose="020B0604020202020204" pitchFamily="34" charset="0"/>
        <a:buBlip>
          <a:blip r:embed="rId7"/>
        </a:buBlip>
        <a:defRPr sz="2800">
          <a:solidFill>
            <a:srgbClr val="002C6C"/>
          </a:solidFill>
          <a:latin typeface="+mn-lt"/>
          <a:ea typeface="+mn-ea"/>
        </a:defRPr>
      </a:lvl2pPr>
      <a:lvl3pPr marL="1057275" indent="-212725" algn="l" defTabSz="845185"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defRPr>
      </a:lvl3pPr>
      <a:lvl4pPr marL="1478915" indent="-210820" algn="l" defTabSz="845185" rtl="0" eaLnBrk="1" fontAlgn="base" hangingPunct="1">
        <a:spcBef>
          <a:spcPct val="20000"/>
        </a:spcBef>
        <a:spcAft>
          <a:spcPct val="0"/>
        </a:spcAft>
        <a:buFont typeface="Arial" panose="020B0604020202020204" pitchFamily="34" charset="0"/>
        <a:buBlip>
          <a:blip r:embed="rId9"/>
        </a:buBlip>
        <a:defRPr sz="1400">
          <a:solidFill>
            <a:srgbClr val="002C6C"/>
          </a:solidFill>
          <a:latin typeface="+mn-lt"/>
          <a:ea typeface="+mn-ea"/>
        </a:defRPr>
      </a:lvl4pPr>
      <a:lvl5pPr marL="190246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902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559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825" algn="l" defTabSz="913130" rtl="0" eaLnBrk="1" latinLnBrk="0" hangingPunct="1">
        <a:defRPr sz="1800" kern="1200">
          <a:solidFill>
            <a:schemeClr val="tx1"/>
          </a:solidFill>
          <a:latin typeface="+mn-lt"/>
          <a:ea typeface="+mn-ea"/>
          <a:cs typeface="+mn-cs"/>
        </a:defRPr>
      </a:lvl6pPr>
      <a:lvl7pPr marL="2739390" algn="l" defTabSz="913130" rtl="0" eaLnBrk="1" latinLnBrk="0" hangingPunct="1">
        <a:defRPr sz="1800" kern="1200">
          <a:solidFill>
            <a:schemeClr val="tx1"/>
          </a:solidFill>
          <a:latin typeface="+mn-lt"/>
          <a:ea typeface="+mn-ea"/>
          <a:cs typeface="+mn-cs"/>
        </a:defRPr>
      </a:lvl7pPr>
      <a:lvl8pPr marL="3195955" algn="l" defTabSz="913130" rtl="0" eaLnBrk="1" latinLnBrk="0" hangingPunct="1">
        <a:defRPr sz="1800" kern="1200">
          <a:solidFill>
            <a:schemeClr val="tx1"/>
          </a:solidFill>
          <a:latin typeface="+mn-lt"/>
          <a:ea typeface="+mn-ea"/>
          <a:cs typeface="+mn-cs"/>
        </a:defRPr>
      </a:lvl8pPr>
      <a:lvl9pPr marL="3652520" algn="l" defTabSz="91313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a:ea typeface="宋体" panose="02010600030101010101" pitchFamily="2" charset="-122"/>
              <a:cs typeface="+mn-cs"/>
            </a:endParaRPr>
          </a:p>
        </p:txBody>
      </p:sp>
      <p:sp>
        <p:nvSpPr>
          <p:cNvPr id="7" name="矩形 6"/>
          <p:cNvSpPr/>
          <p:nvPr userDrawn="1"/>
        </p:nvSpPr>
        <p:spPr>
          <a:xfrm>
            <a:off x="-191452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8" name="矩形 7"/>
          <p:cNvSpPr/>
          <p:nvPr userDrawn="1"/>
        </p:nvSpPr>
        <p:spPr>
          <a:xfrm>
            <a:off x="-191452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1914525"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191452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2" name="图片 1" descr="一汽和红旗联合logo-"/>
          <p:cNvPicPr>
            <a:picLocks noChangeAspect="1"/>
          </p:cNvPicPr>
          <p:nvPr userDrawn="1"/>
        </p:nvPicPr>
        <p:blipFill>
          <a:blip r:embed="rId4"/>
          <a:stretch>
            <a:fillRect/>
          </a:stretch>
        </p:blipFill>
        <p:spPr>
          <a:xfrm>
            <a:off x="9930130" y="172720"/>
            <a:ext cx="1866900" cy="583565"/>
          </a:xfrm>
          <a:prstGeom prst="rect">
            <a:avLst/>
          </a:prstGeom>
        </p:spPr>
      </p:pic>
    </p:spTree>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5"/>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6"/>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7"/>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8"/>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9"/>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0"/>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1"/>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9"/>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0"/>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1"/>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9"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0"/>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1"/>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3"/>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a:ea typeface="宋体" panose="02010600030101010101" pitchFamily="2" charset="-122"/>
              <a:cs typeface="+mn-cs"/>
            </a:endParaRPr>
          </a:p>
        </p:txBody>
      </p:sp>
      <p:sp>
        <p:nvSpPr>
          <p:cNvPr id="7" name="矩形 6"/>
          <p:cNvSpPr/>
          <p:nvPr userDrawn="1"/>
        </p:nvSpPr>
        <p:spPr>
          <a:xfrm>
            <a:off x="-191452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8" name="矩形 7"/>
          <p:cNvSpPr/>
          <p:nvPr userDrawn="1"/>
        </p:nvSpPr>
        <p:spPr>
          <a:xfrm>
            <a:off x="-191452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1914525"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191452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2" name="图片 1" descr="一汽和红旗联合logo-"/>
          <p:cNvPicPr>
            <a:picLocks noChangeAspect="1"/>
          </p:cNvPicPr>
          <p:nvPr userDrawn="1"/>
        </p:nvPicPr>
        <p:blipFill>
          <a:blip r:embed="rId4"/>
          <a:stretch>
            <a:fillRect/>
          </a:stretch>
        </p:blipFill>
        <p:spPr>
          <a:xfrm>
            <a:off x="9930130" y="172720"/>
            <a:ext cx="1866900" cy="583565"/>
          </a:xfrm>
          <a:prstGeom prst="rect">
            <a:avLst/>
          </a:prstGeom>
        </p:spPr>
      </p:pic>
    </p:spTree>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5"/>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6"/>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7"/>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8"/>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a:xfrm>
            <a:off x="-191452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8" name="矩形 7"/>
          <p:cNvSpPr/>
          <p:nvPr userDrawn="1"/>
        </p:nvSpPr>
        <p:spPr>
          <a:xfrm>
            <a:off x="-191452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1914525"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191452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2" name="图片 1" descr="一汽和红旗联合logo-"/>
          <p:cNvPicPr>
            <a:picLocks noChangeAspect="1"/>
          </p:cNvPicPr>
          <p:nvPr userDrawn="1"/>
        </p:nvPicPr>
        <p:blipFill>
          <a:blip r:embed="rId5"/>
          <a:stretch>
            <a:fillRect/>
          </a:stretch>
        </p:blipFill>
        <p:spPr>
          <a:xfrm>
            <a:off x="9930130" y="172720"/>
            <a:ext cx="1866900" cy="583565"/>
          </a:xfrm>
          <a:prstGeom prst="rect">
            <a:avLst/>
          </a:prstGeom>
        </p:spPr>
      </p:pic>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6"/>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7"/>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9"/>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41285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18000"/>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7" name="矩形 6"/>
          <p:cNvSpPr/>
          <p:nvPr userDrawn="1"/>
        </p:nvSpPr>
        <p:spPr>
          <a:xfrm>
            <a:off x="-1914525" y="1045210"/>
            <a:ext cx="1862455"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8" name="矩形 7"/>
          <p:cNvSpPr/>
          <p:nvPr userDrawn="1"/>
        </p:nvSpPr>
        <p:spPr>
          <a:xfrm>
            <a:off x="-1914525" y="1798955"/>
            <a:ext cx="1862455"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1914525" y="2552700"/>
            <a:ext cx="1862455"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1914525" y="3306445"/>
            <a:ext cx="1862455"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2" name="图片 1" descr="一汽和红旗联合logo-"/>
          <p:cNvPicPr>
            <a:picLocks noChangeAspect="1"/>
          </p:cNvPicPr>
          <p:nvPr userDrawn="1"/>
        </p:nvPicPr>
        <p:blipFill>
          <a:blip r:embed="rId4"/>
          <a:stretch>
            <a:fillRect/>
          </a:stretch>
        </p:blipFill>
        <p:spPr>
          <a:xfrm>
            <a:off x="9930130" y="172720"/>
            <a:ext cx="1866900" cy="583565"/>
          </a:xfrm>
          <a:prstGeom prst="rect">
            <a:avLst/>
          </a:prstGeom>
        </p:spPr>
      </p:pic>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5"/>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6"/>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7"/>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8"/>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9"/>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0"/>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1"/>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9"/>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0"/>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1"/>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spcBef>
                <a:spcPct val="50000"/>
              </a:spcBef>
              <a:defRPr/>
            </a:pPr>
            <a:endParaRPr lang="zh-CN" altLang="en-US" sz="1600">
              <a:solidFill>
                <a:srgbClr val="000000"/>
              </a:solidFill>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eaLnBrk="1" hangingPunct="1">
              <a:defRPr/>
            </a:pPr>
            <a:fld id="{B2DE838B-0F12-4B31-B7D1-2D0F6538ECB8}" type="slidenum">
              <a:rPr lang="en-US" altLang="zh-CN" b="1" smtClean="0">
                <a:solidFill>
                  <a:srgbClr val="002C6C"/>
                </a:solidFill>
                <a:latin typeface="微软雅黑" panose="020B0503020204020204" charset="-122"/>
                <a:ea typeface="微软雅黑" panose="020B0503020204020204" charset="-122"/>
              </a:rPr>
            </a:fld>
            <a:endParaRPr lang="en-US" altLang="zh-CN" b="1" dirty="0">
              <a:solidFill>
                <a:srgbClr val="002C6C"/>
              </a:solidFill>
              <a:latin typeface="微软雅黑" panose="020B0503020204020204" charset="-122"/>
              <a:ea typeface="微软雅黑" panose="020B0503020204020204" charset="-122"/>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30" name="日期占位符 3"/>
          <p:cNvSpPr>
            <a:spLocks noGrp="1" noChangeArrowheads="1"/>
          </p:cNvSpPr>
          <p:nvPr>
            <p:ph type="dt" sz="half" idx="2"/>
          </p:nvPr>
        </p:nvSpPr>
        <p:spPr bwMode="auto">
          <a:xfrm>
            <a:off x="611195" y="6244599"/>
            <a:ext cx="2842941" cy="478627"/>
          </a:xfrm>
          <a:prstGeom prst="rect">
            <a:avLst/>
          </a:prstGeom>
          <a:noFill/>
          <a:ln w="9525">
            <a:noFill/>
            <a:miter lim="800000"/>
          </a:ln>
        </p:spPr>
        <p:txBody>
          <a:bodyPr vert="horz" wrap="square" lIns="84536" tIns="42269" rIns="84536" bIns="42269" numCol="1" anchor="ctr" anchorCtr="0" compatLnSpc="1"/>
          <a:lstStyle>
            <a:lvl1pPr algn="l">
              <a:defRPr sz="1200" b="1">
                <a:solidFill>
                  <a:srgbClr val="898989"/>
                </a:solidFill>
                <a:latin typeface="黑体" panose="02010609060101010101" pitchFamily="49" charset="-122"/>
                <a:ea typeface="黑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1" i="0" u="none" strike="noStrike" kern="1200" cap="none" spc="0" normalizeH="0" baseline="0" noProof="0">
              <a:ln>
                <a:noFill/>
              </a:ln>
              <a:solidFill>
                <a:srgbClr val="898989"/>
              </a:solidFill>
              <a:effectLst/>
              <a:uLnTx/>
              <a:uFillTx/>
              <a:latin typeface="黑体" panose="02010609060101010101" pitchFamily="49" charset="-122"/>
              <a:ea typeface="黑体" panose="02010609060101010101" pitchFamily="49" charset="-122"/>
              <a:cs typeface="+mn-cs"/>
            </a:endParaRPr>
          </a:p>
        </p:txBody>
      </p:sp>
      <p:sp>
        <p:nvSpPr>
          <p:cNvPr id="1031" name="页脚占位符 4"/>
          <p:cNvSpPr>
            <a:spLocks noGrp="1" noChangeArrowheads="1"/>
          </p:cNvSpPr>
          <p:nvPr>
            <p:ph type="ftr" sz="quarter" idx="3"/>
          </p:nvPr>
        </p:nvSpPr>
        <p:spPr bwMode="auto">
          <a:xfrm>
            <a:off x="4164871" y="6244599"/>
            <a:ext cx="3862260" cy="478627"/>
          </a:xfrm>
          <a:prstGeom prst="rect">
            <a:avLst/>
          </a:prstGeom>
          <a:noFill/>
          <a:ln w="9525">
            <a:noFill/>
            <a:miter lim="800000"/>
          </a:ln>
        </p:spPr>
        <p:txBody>
          <a:bodyPr vert="horz" wrap="square" lIns="84536" tIns="42269" rIns="84536" bIns="42269" numCol="1" anchor="ctr" anchorCtr="0" compatLnSpc="1"/>
          <a:lstStyle>
            <a:lvl1pPr>
              <a:defRPr sz="1200">
                <a:solidFill>
                  <a:srgbClr val="898989"/>
                </a:solidFill>
                <a:latin typeface="+mn-lt"/>
                <a:ea typeface="宋体" panose="02010600030101010101" pitchFamily="2"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rgbClr val="898989"/>
              </a:solidFill>
              <a:effectLst/>
              <a:uLnTx/>
              <a:uFillTx/>
              <a:latin typeface="Calibri" panose="020F0502020204030204"/>
              <a:ea typeface="宋体" panose="02010600030101010101" pitchFamily="2" charset="-122"/>
              <a:cs typeface="+mn-cs"/>
            </a:endParaRPr>
          </a:p>
        </p:txBody>
      </p:sp>
      <p:sp>
        <p:nvSpPr>
          <p:cNvPr id="1032" name="灯片编号占位符 5"/>
          <p:cNvSpPr>
            <a:spLocks noGrp="1" noChangeArrowheads="1"/>
          </p:cNvSpPr>
          <p:nvPr>
            <p:ph type="sldNum" sz="quarter" idx="4"/>
          </p:nvPr>
        </p:nvSpPr>
        <p:spPr bwMode="auto">
          <a:xfrm>
            <a:off x="8737874" y="6244599"/>
            <a:ext cx="2842941" cy="478627"/>
          </a:xfrm>
          <a:prstGeom prst="rect">
            <a:avLst/>
          </a:prstGeom>
          <a:noFill/>
          <a:ln w="9525">
            <a:noFill/>
            <a:miter lim="800000"/>
          </a:ln>
        </p:spPr>
        <p:txBody>
          <a:bodyPr vert="horz" wrap="square" lIns="84536" tIns="42269" rIns="84536" bIns="42269" numCol="1" anchor="t" anchorCtr="0" compatLnSpc="1"/>
          <a:lstStyle>
            <a:lvl1pPr algn="l">
              <a:defRPr>
                <a:latin typeface="黑体" panose="02010609060101010101" pitchFamily="49" charset="-122"/>
                <a:ea typeface="黑体" panose="02010609060101010101" pitchFamily="49" charset="-122"/>
              </a:defRPr>
            </a:lvl1pPr>
          </a:lstStyle>
          <a:p>
            <a:pPr marL="0" marR="0" lvl="0" indent="0" algn="l" defTabSz="914400" rtl="0" eaLnBrk="1" fontAlgn="auto" latinLnBrk="0" hangingPunct="1">
              <a:lnSpc>
                <a:spcPct val="100000"/>
              </a:lnSpc>
              <a:spcBef>
                <a:spcPts val="0"/>
              </a:spcBef>
              <a:spcAft>
                <a:spcPts val="0"/>
              </a:spcAft>
              <a:buClrTx/>
              <a:buSzTx/>
              <a:buFontTx/>
              <a:buNone/>
              <a:defRPr/>
            </a:pPr>
            <a:fld id="{0C913308-F349-4B6D-A68A-DD1791B4A57B}" type="slidenum">
              <a:rPr kumimoji="0" lang="zh-CN" altLang="en-US" sz="1800" b="0" i="0" u="none" strike="noStrike" kern="1200" cap="none" spc="0" normalizeH="0" baseline="0" noProof="0" smtClean="0">
                <a:ln>
                  <a:noFill/>
                </a:ln>
                <a:solidFill>
                  <a:srgbClr val="000000"/>
                </a:solidFill>
                <a:effectLst/>
                <a:uLnTx/>
                <a:uFillTx/>
                <a:latin typeface="黑体" panose="02010609060101010101" pitchFamily="49" charset="-122"/>
                <a:ea typeface="黑体" panose="02010609060101010101" pitchFamily="49" charset="-122"/>
                <a:cs typeface="+mn-cs"/>
              </a:rPr>
            </a:fld>
            <a:endParaRPr kumimoji="0" lang="zh-CN" altLang="en-US" sz="1800" b="0" i="0" u="none" strike="noStrike" kern="1200" cap="none" spc="0" normalizeH="0" baseline="0" noProof="0">
              <a:ln>
                <a:noFill/>
              </a:ln>
              <a:solidFill>
                <a:srgbClr val="000000"/>
              </a:solidFill>
              <a:effectLst/>
              <a:uLnTx/>
              <a:uFillTx/>
              <a:latin typeface="黑体" panose="02010609060101010101" pitchFamily="49" charset="-122"/>
              <a:ea typeface="黑体" panose="02010609060101010101" pitchFamily="49" charset="-122"/>
              <a:cs typeface="+mn-cs"/>
            </a:endParaRPr>
          </a:p>
        </p:txBody>
      </p:sp>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11195" y="331896"/>
            <a:ext cx="2271630" cy="587904"/>
          </a:xfrm>
          <a:prstGeom prst="rect">
            <a:avLst/>
          </a:prstGeom>
        </p:spPr>
      </p:pic>
      <p:pic>
        <p:nvPicPr>
          <p:cNvPr id="3" name="图片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9067089" y="482018"/>
            <a:ext cx="2679177" cy="287659"/>
          </a:xfrm>
          <a:prstGeom prst="rect">
            <a:avLst/>
          </a:prstGeom>
        </p:spPr>
      </p:pic>
      <p:pic>
        <p:nvPicPr>
          <p:cNvPr id="5" name="图片 4"/>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Tree>
  </p:cSld>
  <p:clrMap bg1="lt1" tx1="dk1" bg2="lt2" tx2="dk2" accent1="accent1" accent2="accent2" accent3="accent3" accent4="accent4" accent5="accent5" accent6="accent6" hlink="hlink" folHlink="folHlink"/>
  <p:sldLayoutIdLst>
    <p:sldLayoutId id="2147483761" r:id="rId1"/>
    <p:sldLayoutId id="2147483762" r:id="rId2"/>
  </p:sldLayoutIdLst>
  <p:hf hdr="0" ftr="0" dt="0"/>
  <p:txStyles>
    <p:titleStyle>
      <a:lvl1pPr algn="l" defTabSz="845185" rtl="0" eaLnBrk="1" fontAlgn="base" hangingPunct="1">
        <a:spcBef>
          <a:spcPct val="0"/>
        </a:spcBef>
        <a:spcAft>
          <a:spcPct val="0"/>
        </a:spcAft>
        <a:defRPr sz="2600" b="1">
          <a:solidFill>
            <a:srgbClr val="002C6C"/>
          </a:solidFill>
          <a:latin typeface="+mj-lt"/>
          <a:ea typeface="+mj-ea"/>
          <a:cs typeface="+mj-cs"/>
        </a:defRPr>
      </a:lvl1pPr>
      <a:lvl2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2pPr>
      <a:lvl3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3pPr>
      <a:lvl4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4pPr>
      <a:lvl5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5pPr>
      <a:lvl6pPr marL="45656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6pPr>
      <a:lvl7pPr marL="91313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7pPr>
      <a:lvl8pPr marL="136969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8pPr>
      <a:lvl9pPr marL="182626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9pPr>
    </p:titleStyle>
    <p:bodyStyle>
      <a:lvl1pPr marL="316865" indent="-316865" algn="l" defTabSz="845185" rtl="0" eaLnBrk="1" fontAlgn="base" hangingPunct="1">
        <a:spcBef>
          <a:spcPct val="20000"/>
        </a:spcBef>
        <a:spcAft>
          <a:spcPct val="0"/>
        </a:spcAft>
        <a:buFont typeface="Arial" panose="020B0604020202020204" pitchFamily="34" charset="0"/>
        <a:buBlip>
          <a:blip r:embed="rId6"/>
        </a:buBlip>
        <a:defRPr sz="2200">
          <a:solidFill>
            <a:srgbClr val="002C6C"/>
          </a:solidFill>
          <a:latin typeface="+mn-lt"/>
          <a:ea typeface="+mn-ea"/>
          <a:cs typeface="+mn-cs"/>
        </a:defRPr>
      </a:lvl1pPr>
      <a:lvl2pPr marL="686435" indent="-262890" algn="l" defTabSz="845185" rtl="0" eaLnBrk="1" fontAlgn="base" hangingPunct="1">
        <a:spcBef>
          <a:spcPct val="20000"/>
        </a:spcBef>
        <a:spcAft>
          <a:spcPct val="0"/>
        </a:spcAft>
        <a:buFont typeface="Arial" panose="020B0604020202020204" pitchFamily="34" charset="0"/>
        <a:buBlip>
          <a:blip r:embed="rId7"/>
        </a:buBlip>
        <a:defRPr sz="2800">
          <a:solidFill>
            <a:srgbClr val="002C6C"/>
          </a:solidFill>
          <a:latin typeface="+mn-lt"/>
          <a:ea typeface="+mn-ea"/>
        </a:defRPr>
      </a:lvl2pPr>
      <a:lvl3pPr marL="1057275" indent="-212725" algn="l" defTabSz="845185" rtl="0" eaLnBrk="1" fontAlgn="base" hangingPunct="1">
        <a:spcBef>
          <a:spcPct val="20000"/>
        </a:spcBef>
        <a:spcAft>
          <a:spcPct val="0"/>
        </a:spcAft>
        <a:buFont typeface="Arial" panose="020B0604020202020204" pitchFamily="34" charset="0"/>
        <a:buBlip>
          <a:blip r:embed="rId8"/>
        </a:buBlip>
        <a:defRPr sz="2200">
          <a:solidFill>
            <a:srgbClr val="002C6C"/>
          </a:solidFill>
          <a:latin typeface="+mn-lt"/>
          <a:ea typeface="+mn-ea"/>
        </a:defRPr>
      </a:lvl3pPr>
      <a:lvl4pPr marL="1478915" indent="-210820" algn="l" defTabSz="845185" rtl="0" eaLnBrk="1" fontAlgn="base" hangingPunct="1">
        <a:spcBef>
          <a:spcPct val="20000"/>
        </a:spcBef>
        <a:spcAft>
          <a:spcPct val="0"/>
        </a:spcAft>
        <a:buFont typeface="Arial" panose="020B0604020202020204" pitchFamily="34" charset="0"/>
        <a:buBlip>
          <a:blip r:embed="rId9"/>
        </a:buBlip>
        <a:defRPr sz="1400">
          <a:solidFill>
            <a:srgbClr val="002C6C"/>
          </a:solidFill>
          <a:latin typeface="+mn-lt"/>
          <a:ea typeface="+mn-ea"/>
        </a:defRPr>
      </a:lvl4pPr>
      <a:lvl5pPr marL="190246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902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559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825" algn="l" defTabSz="913130" rtl="0" eaLnBrk="1" latinLnBrk="0" hangingPunct="1">
        <a:defRPr sz="1800" kern="1200">
          <a:solidFill>
            <a:schemeClr val="tx1"/>
          </a:solidFill>
          <a:latin typeface="+mn-lt"/>
          <a:ea typeface="+mn-ea"/>
          <a:cs typeface="+mn-cs"/>
        </a:defRPr>
      </a:lvl6pPr>
      <a:lvl7pPr marL="2739390" algn="l" defTabSz="913130" rtl="0" eaLnBrk="1" latinLnBrk="0" hangingPunct="1">
        <a:defRPr sz="1800" kern="1200">
          <a:solidFill>
            <a:schemeClr val="tx1"/>
          </a:solidFill>
          <a:latin typeface="+mn-lt"/>
          <a:ea typeface="+mn-ea"/>
          <a:cs typeface="+mn-cs"/>
        </a:defRPr>
      </a:lvl7pPr>
      <a:lvl8pPr marL="3195955" algn="l" defTabSz="913130" rtl="0" eaLnBrk="1" latinLnBrk="0" hangingPunct="1">
        <a:defRPr sz="1800" kern="1200">
          <a:solidFill>
            <a:schemeClr val="tx1"/>
          </a:solidFill>
          <a:latin typeface="+mn-lt"/>
          <a:ea typeface="+mn-ea"/>
          <a:cs typeface="+mn-cs"/>
        </a:defRPr>
      </a:lvl8pPr>
      <a:lvl9pPr marL="3652520" algn="l" defTabSz="91313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74" r:id="rId1"/>
    <p:sldLayoutId id="2147483775" r:id="rId2"/>
    <p:sldLayoutId id="2147483776" r:id="rId3"/>
    <p:sldLayoutId id="2147483777" r:id="rId4"/>
    <p:sldLayoutId id="2147483778" r:id="rId5"/>
    <p:sldLayoutId id="2147483779" r:id="rId6"/>
    <p:sldLayoutId id="2147483780" r:id="rId7"/>
    <p:sldLayoutId id="2147483781" r:id="rId8"/>
    <p:sldLayoutId id="214748378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794" r:id="rId1"/>
    <p:sldLayoutId id="2147483795" r:id="rId2"/>
    <p:sldLayoutId id="2147483796" r:id="rId3"/>
    <p:sldLayoutId id="2147483797" r:id="rId4"/>
    <p:sldLayoutId id="2147483798" r:id="rId5"/>
    <p:sldLayoutId id="2147483799" r:id="rId6"/>
    <p:sldLayoutId id="2147483800" r:id="rId7"/>
    <p:sldLayoutId id="2147483801" r:id="rId8"/>
    <p:sldLayoutId id="214748380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14" r:id="rId1"/>
    <p:sldLayoutId id="2147483815" r:id="rId2"/>
    <p:sldLayoutId id="2147483816" r:id="rId3"/>
    <p:sldLayoutId id="2147483817" r:id="rId4"/>
    <p:sldLayoutId id="2147483818" r:id="rId5"/>
    <p:sldLayoutId id="2147483819" r:id="rId6"/>
    <p:sldLayoutId id="2147483820" r:id="rId7"/>
    <p:sldLayoutId id="2147483821" r:id="rId8"/>
    <p:sldLayoutId id="214748382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24" r:id="rId1"/>
    <p:sldLayoutId id="2147483825" r:id="rId2"/>
    <p:sldLayoutId id="2147483826" r:id="rId3"/>
    <p:sldLayoutId id="2147483827" r:id="rId4"/>
    <p:sldLayoutId id="2147483828" r:id="rId5"/>
    <p:sldLayoutId id="2147483829" r:id="rId6"/>
    <p:sldLayoutId id="2147483830" r:id="rId7"/>
    <p:sldLayoutId id="2147483831" r:id="rId8"/>
    <p:sldLayoutId id="214748383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64" r:id="rId1"/>
    <p:sldLayoutId id="2147483865" r:id="rId2"/>
    <p:sldLayoutId id="2147483866" r:id="rId3"/>
    <p:sldLayoutId id="2147483867" r:id="rId4"/>
    <p:sldLayoutId id="2147483868" r:id="rId5"/>
    <p:sldLayoutId id="2147483869" r:id="rId6"/>
    <p:sldLayoutId id="2147483870" r:id="rId7"/>
    <p:sldLayoutId id="2147483871" r:id="rId8"/>
    <p:sldLayoutId id="214748387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84" r:id="rId1"/>
    <p:sldLayoutId id="2147483885" r:id="rId2"/>
    <p:sldLayoutId id="2147483886" r:id="rId3"/>
    <p:sldLayoutId id="2147483887" r:id="rId4"/>
    <p:sldLayoutId id="2147483888" r:id="rId5"/>
    <p:sldLayoutId id="2147483889" r:id="rId6"/>
    <p:sldLayoutId id="2147483890" r:id="rId7"/>
    <p:sldLayoutId id="2147483891" r:id="rId8"/>
    <p:sldLayoutId id="2147483892"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894" r:id="rId1"/>
    <p:sldLayoutId id="2147483895" r:id="rId2"/>
    <p:sldLayoutId id="2147483896" r:id="rId3"/>
    <p:sldLayoutId id="2147483897" r:id="rId4"/>
    <p:sldLayoutId id="2147483898" r:id="rId5"/>
    <p:sldLayoutId id="2147483899" r:id="rId6"/>
    <p:sldLayoutId id="2147483900" r:id="rId7"/>
    <p:sldLayoutId id="2147483901" r:id="rId8"/>
    <p:sldLayoutId id="2147483902" r:id="rId9"/>
    <p:sldLayoutId id="2147483903"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05" r:id="rId1"/>
    <p:sldLayoutId id="2147483906" r:id="rId2"/>
    <p:sldLayoutId id="2147483907" r:id="rId3"/>
    <p:sldLayoutId id="2147483908" r:id="rId4"/>
    <p:sldLayoutId id="2147483909" r:id="rId5"/>
    <p:sldLayoutId id="2147483910" r:id="rId6"/>
    <p:sldLayoutId id="2147483911" r:id="rId7"/>
    <p:sldLayoutId id="2147483912" r:id="rId8"/>
    <p:sldLayoutId id="21474839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15" r:id="rId1"/>
    <p:sldLayoutId id="2147483916" r:id="rId2"/>
    <p:sldLayoutId id="2147483917" r:id="rId3"/>
    <p:sldLayoutId id="2147483918" r:id="rId4"/>
    <p:sldLayoutId id="2147483919" r:id="rId5"/>
    <p:sldLayoutId id="2147483920" r:id="rId6"/>
    <p:sldLayoutId id="2147483921" r:id="rId7"/>
    <p:sldLayoutId id="2147483922" r:id="rId8"/>
    <p:sldLayoutId id="21474839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25" r:id="rId1"/>
    <p:sldLayoutId id="2147483926" r:id="rId2"/>
    <p:sldLayoutId id="2147483927" r:id="rId3"/>
    <p:sldLayoutId id="2147483928" r:id="rId4"/>
    <p:sldLayoutId id="2147483929" r:id="rId5"/>
    <p:sldLayoutId id="2147483930" r:id="rId6"/>
    <p:sldLayoutId id="2147483931" r:id="rId7"/>
    <p:sldLayoutId id="2147483932" r:id="rId8"/>
    <p:sldLayoutId id="21474839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35" r:id="rId1"/>
    <p:sldLayoutId id="2147483936" r:id="rId2"/>
    <p:sldLayoutId id="2147483937" r:id="rId3"/>
    <p:sldLayoutId id="2147483938" r:id="rId4"/>
    <p:sldLayoutId id="2147483939" r:id="rId5"/>
    <p:sldLayoutId id="2147483940" r:id="rId6"/>
    <p:sldLayoutId id="2147483941" r:id="rId7"/>
    <p:sldLayoutId id="2147483942" r:id="rId8"/>
    <p:sldLayoutId id="21474839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55" r:id="rId1"/>
    <p:sldLayoutId id="2147483956" r:id="rId2"/>
    <p:sldLayoutId id="2147483957" r:id="rId3"/>
    <p:sldLayoutId id="2147483958" r:id="rId4"/>
    <p:sldLayoutId id="2147483959" r:id="rId5"/>
    <p:sldLayoutId id="2147483960" r:id="rId6"/>
    <p:sldLayoutId id="2147483961" r:id="rId7"/>
    <p:sldLayoutId id="2147483962" r:id="rId8"/>
    <p:sldLayoutId id="21474839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65" r:id="rId1"/>
    <p:sldLayoutId id="2147483966" r:id="rId2"/>
    <p:sldLayoutId id="2147483967" r:id="rId3"/>
    <p:sldLayoutId id="2147483968" r:id="rId4"/>
    <p:sldLayoutId id="2147483969" r:id="rId5"/>
    <p:sldLayoutId id="2147483970" r:id="rId6"/>
    <p:sldLayoutId id="2147483971" r:id="rId7"/>
    <p:sldLayoutId id="2147483972" r:id="rId8"/>
    <p:sldLayoutId id="21474839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75" r:id="rId1"/>
    <p:sldLayoutId id="2147483976" r:id="rId2"/>
    <p:sldLayoutId id="2147483977" r:id="rId3"/>
    <p:sldLayoutId id="2147483978" r:id="rId4"/>
    <p:sldLayoutId id="2147483979" r:id="rId5"/>
    <p:sldLayoutId id="2147483980" r:id="rId6"/>
    <p:sldLayoutId id="2147483981" r:id="rId7"/>
    <p:sldLayoutId id="2147483982" r:id="rId8"/>
    <p:sldLayoutId id="21474839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85" r:id="rId1"/>
    <p:sldLayoutId id="2147483986" r:id="rId2"/>
    <p:sldLayoutId id="2147483987" r:id="rId3"/>
    <p:sldLayoutId id="2147483988" r:id="rId4"/>
    <p:sldLayoutId id="2147483989" r:id="rId5"/>
    <p:sldLayoutId id="2147483990" r:id="rId6"/>
    <p:sldLayoutId id="2147483991" r:id="rId7"/>
    <p:sldLayoutId id="2147483992" r:id="rId8"/>
    <p:sldLayoutId id="21474839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3995" r:id="rId1"/>
    <p:sldLayoutId id="2147483996" r:id="rId2"/>
    <p:sldLayoutId id="2147483997" r:id="rId3"/>
    <p:sldLayoutId id="2147483998" r:id="rId4"/>
    <p:sldLayoutId id="2147483999" r:id="rId5"/>
    <p:sldLayoutId id="2147484000" r:id="rId6"/>
    <p:sldLayoutId id="2147484001" r:id="rId7"/>
    <p:sldLayoutId id="2147484002" r:id="rId8"/>
    <p:sldLayoutId id="21474840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05" r:id="rId1"/>
    <p:sldLayoutId id="2147484006" r:id="rId2"/>
    <p:sldLayoutId id="2147484007" r:id="rId3"/>
    <p:sldLayoutId id="2147484008" r:id="rId4"/>
    <p:sldLayoutId id="2147484009" r:id="rId5"/>
    <p:sldLayoutId id="2147484010" r:id="rId6"/>
    <p:sldLayoutId id="2147484011" r:id="rId7"/>
    <p:sldLayoutId id="2147484012" r:id="rId8"/>
    <p:sldLayoutId id="21474840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15" r:id="rId1"/>
    <p:sldLayoutId id="2147484016" r:id="rId2"/>
    <p:sldLayoutId id="2147484017" r:id="rId3"/>
    <p:sldLayoutId id="2147484018" r:id="rId4"/>
    <p:sldLayoutId id="2147484019" r:id="rId5"/>
    <p:sldLayoutId id="2147484020" r:id="rId6"/>
    <p:sldLayoutId id="2147484021" r:id="rId7"/>
    <p:sldLayoutId id="2147484022" r:id="rId8"/>
    <p:sldLayoutId id="21474840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25" r:id="rId1"/>
    <p:sldLayoutId id="2147484026" r:id="rId2"/>
    <p:sldLayoutId id="2147484027" r:id="rId3"/>
    <p:sldLayoutId id="2147484028" r:id="rId4"/>
    <p:sldLayoutId id="2147484029" r:id="rId5"/>
    <p:sldLayoutId id="2147484030" r:id="rId6"/>
    <p:sldLayoutId id="2147484031" r:id="rId7"/>
    <p:sldLayoutId id="2147484032" r:id="rId8"/>
    <p:sldLayoutId id="21474840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45" r:id="rId1"/>
    <p:sldLayoutId id="2147484046" r:id="rId2"/>
    <p:sldLayoutId id="2147484047" r:id="rId3"/>
    <p:sldLayoutId id="2147484048" r:id="rId4"/>
    <p:sldLayoutId id="2147484049" r:id="rId5"/>
    <p:sldLayoutId id="2147484050" r:id="rId6"/>
    <p:sldLayoutId id="2147484051" r:id="rId7"/>
    <p:sldLayoutId id="2147484052" r:id="rId8"/>
    <p:sldLayoutId id="21474840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55" r:id="rId1"/>
    <p:sldLayoutId id="2147484056" r:id="rId2"/>
    <p:sldLayoutId id="2147484057" r:id="rId3"/>
    <p:sldLayoutId id="2147484058" r:id="rId4"/>
    <p:sldLayoutId id="2147484059" r:id="rId5"/>
    <p:sldLayoutId id="2147484060" r:id="rId6"/>
    <p:sldLayoutId id="2147484061" r:id="rId7"/>
    <p:sldLayoutId id="2147484062" r:id="rId8"/>
    <p:sldLayoutId id="21474840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65" r:id="rId1"/>
    <p:sldLayoutId id="2147484066" r:id="rId2"/>
    <p:sldLayoutId id="2147484067" r:id="rId3"/>
    <p:sldLayoutId id="2147484068" r:id="rId4"/>
    <p:sldLayoutId id="2147484069" r:id="rId5"/>
    <p:sldLayoutId id="2147484070" r:id="rId6"/>
    <p:sldLayoutId id="2147484071" r:id="rId7"/>
    <p:sldLayoutId id="2147484072" r:id="rId8"/>
    <p:sldLayoutId id="21474840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75" r:id="rId1"/>
    <p:sldLayoutId id="2147484076" r:id="rId2"/>
    <p:sldLayoutId id="2147484077" r:id="rId3"/>
    <p:sldLayoutId id="2147484078" r:id="rId4"/>
    <p:sldLayoutId id="2147484079" r:id="rId5"/>
    <p:sldLayoutId id="2147484080" r:id="rId6"/>
    <p:sldLayoutId id="2147484081" r:id="rId7"/>
    <p:sldLayoutId id="2147484082" r:id="rId8"/>
    <p:sldLayoutId id="21474840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85" r:id="rId1"/>
    <p:sldLayoutId id="2147484086" r:id="rId2"/>
    <p:sldLayoutId id="2147484087" r:id="rId3"/>
    <p:sldLayoutId id="2147484088" r:id="rId4"/>
    <p:sldLayoutId id="2147484089" r:id="rId5"/>
    <p:sldLayoutId id="2147484090" r:id="rId6"/>
    <p:sldLayoutId id="2147484091" r:id="rId7"/>
    <p:sldLayoutId id="2147484092" r:id="rId8"/>
    <p:sldLayoutId id="21474840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095" r:id="rId1"/>
    <p:sldLayoutId id="2147484096" r:id="rId2"/>
    <p:sldLayoutId id="2147484097" r:id="rId3"/>
    <p:sldLayoutId id="2147484098" r:id="rId4"/>
    <p:sldLayoutId id="2147484099" r:id="rId5"/>
    <p:sldLayoutId id="2147484100" r:id="rId6"/>
    <p:sldLayoutId id="2147484101" r:id="rId7"/>
    <p:sldLayoutId id="2147484102" r:id="rId8"/>
    <p:sldLayoutId id="21474841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05" r:id="rId1"/>
    <p:sldLayoutId id="2147484106" r:id="rId2"/>
    <p:sldLayoutId id="2147484107" r:id="rId3"/>
    <p:sldLayoutId id="2147484108" r:id="rId4"/>
    <p:sldLayoutId id="2147484109" r:id="rId5"/>
    <p:sldLayoutId id="2147484110" r:id="rId6"/>
    <p:sldLayoutId id="2147484111" r:id="rId7"/>
    <p:sldLayoutId id="2147484112" r:id="rId8"/>
    <p:sldLayoutId id="21474841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15" r:id="rId1"/>
    <p:sldLayoutId id="2147484116" r:id="rId2"/>
    <p:sldLayoutId id="2147484117" r:id="rId3"/>
    <p:sldLayoutId id="2147484118" r:id="rId4"/>
    <p:sldLayoutId id="2147484119" r:id="rId5"/>
    <p:sldLayoutId id="2147484120" r:id="rId6"/>
    <p:sldLayoutId id="2147484121" r:id="rId7"/>
    <p:sldLayoutId id="2147484122" r:id="rId8"/>
    <p:sldLayoutId id="21474841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25" r:id="rId1"/>
    <p:sldLayoutId id="2147484126" r:id="rId2"/>
    <p:sldLayoutId id="2147484127" r:id="rId3"/>
    <p:sldLayoutId id="2147484128" r:id="rId4"/>
    <p:sldLayoutId id="2147484129" r:id="rId5"/>
    <p:sldLayoutId id="2147484130" r:id="rId6"/>
    <p:sldLayoutId id="2147484131" r:id="rId7"/>
    <p:sldLayoutId id="2147484132" r:id="rId8"/>
    <p:sldLayoutId id="21474841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35" r:id="rId1"/>
    <p:sldLayoutId id="2147484136" r:id="rId2"/>
    <p:sldLayoutId id="2147484137" r:id="rId3"/>
    <p:sldLayoutId id="2147484138" r:id="rId4"/>
    <p:sldLayoutId id="2147484139" r:id="rId5"/>
    <p:sldLayoutId id="2147484140" r:id="rId6"/>
    <p:sldLayoutId id="2147484141" r:id="rId7"/>
    <p:sldLayoutId id="2147484142" r:id="rId8"/>
    <p:sldLayoutId id="21474841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45" r:id="rId1"/>
    <p:sldLayoutId id="2147484146" r:id="rId2"/>
    <p:sldLayoutId id="2147484147" r:id="rId3"/>
    <p:sldLayoutId id="2147484148" r:id="rId4"/>
    <p:sldLayoutId id="2147484149" r:id="rId5"/>
    <p:sldLayoutId id="2147484150" r:id="rId6"/>
    <p:sldLayoutId id="2147484151" r:id="rId7"/>
    <p:sldLayoutId id="2147484152" r:id="rId8"/>
    <p:sldLayoutId id="21474841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55" r:id="rId1"/>
    <p:sldLayoutId id="2147484156" r:id="rId2"/>
    <p:sldLayoutId id="2147484157" r:id="rId3"/>
    <p:sldLayoutId id="2147484158" r:id="rId4"/>
    <p:sldLayoutId id="2147484159" r:id="rId5"/>
    <p:sldLayoutId id="2147484160" r:id="rId6"/>
    <p:sldLayoutId id="2147484161" r:id="rId7"/>
    <p:sldLayoutId id="2147484162" r:id="rId8"/>
    <p:sldLayoutId id="21474841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65"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75" r:id="rId1"/>
    <p:sldLayoutId id="2147484176" r:id="rId2"/>
    <p:sldLayoutId id="2147484177" r:id="rId3"/>
    <p:sldLayoutId id="2147484178" r:id="rId4"/>
    <p:sldLayoutId id="2147484179" r:id="rId5"/>
    <p:sldLayoutId id="2147484180" r:id="rId6"/>
    <p:sldLayoutId id="2147484181" r:id="rId7"/>
    <p:sldLayoutId id="2147484182" r:id="rId8"/>
    <p:sldLayoutId id="21474841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85" r:id="rId1"/>
    <p:sldLayoutId id="2147484186" r:id="rId2"/>
    <p:sldLayoutId id="2147484187" r:id="rId3"/>
    <p:sldLayoutId id="2147484188" r:id="rId4"/>
    <p:sldLayoutId id="2147484189" r:id="rId5"/>
    <p:sldLayoutId id="2147484190" r:id="rId6"/>
    <p:sldLayoutId id="2147484191" r:id="rId7"/>
    <p:sldLayoutId id="2147484192" r:id="rId8"/>
    <p:sldLayoutId id="21474841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195" r:id="rId1"/>
    <p:sldLayoutId id="2147484196" r:id="rId2"/>
    <p:sldLayoutId id="2147484197" r:id="rId3"/>
    <p:sldLayoutId id="2147484198" r:id="rId4"/>
    <p:sldLayoutId id="2147484199" r:id="rId5"/>
    <p:sldLayoutId id="2147484200" r:id="rId6"/>
    <p:sldLayoutId id="2147484201" r:id="rId7"/>
    <p:sldLayoutId id="2147484202" r:id="rId8"/>
    <p:sldLayoutId id="21474842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05" r:id="rId1"/>
    <p:sldLayoutId id="2147484206" r:id="rId2"/>
    <p:sldLayoutId id="2147484207" r:id="rId3"/>
    <p:sldLayoutId id="2147484208" r:id="rId4"/>
    <p:sldLayoutId id="2147484209" r:id="rId5"/>
    <p:sldLayoutId id="2147484210" r:id="rId6"/>
    <p:sldLayoutId id="2147484211" r:id="rId7"/>
    <p:sldLayoutId id="2147484212" r:id="rId8"/>
    <p:sldLayoutId id="21474842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15" r:id="rId1"/>
    <p:sldLayoutId id="2147484216" r:id="rId2"/>
    <p:sldLayoutId id="2147484217" r:id="rId3"/>
    <p:sldLayoutId id="2147484218" r:id="rId4"/>
    <p:sldLayoutId id="2147484219" r:id="rId5"/>
    <p:sldLayoutId id="2147484220" r:id="rId6"/>
    <p:sldLayoutId id="2147484221" r:id="rId7"/>
    <p:sldLayoutId id="2147484222" r:id="rId8"/>
    <p:sldLayoutId id="21474842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25" r:id="rId1"/>
    <p:sldLayoutId id="2147484226" r:id="rId2"/>
    <p:sldLayoutId id="2147484227" r:id="rId3"/>
    <p:sldLayoutId id="2147484228" r:id="rId4"/>
    <p:sldLayoutId id="2147484229" r:id="rId5"/>
    <p:sldLayoutId id="2147484230" r:id="rId6"/>
    <p:sldLayoutId id="2147484231" r:id="rId7"/>
    <p:sldLayoutId id="2147484232" r:id="rId8"/>
    <p:sldLayoutId id="21474842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35" r:id="rId1"/>
    <p:sldLayoutId id="2147484236" r:id="rId2"/>
    <p:sldLayoutId id="2147484237" r:id="rId3"/>
    <p:sldLayoutId id="2147484238" r:id="rId4"/>
    <p:sldLayoutId id="2147484239" r:id="rId5"/>
    <p:sldLayoutId id="2147484240" r:id="rId6"/>
    <p:sldLayoutId id="2147484241" r:id="rId7"/>
    <p:sldLayoutId id="2147484242" r:id="rId8"/>
    <p:sldLayoutId id="21474842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6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45" r:id="rId1"/>
    <p:sldLayoutId id="2147484246" r:id="rId2"/>
    <p:sldLayoutId id="2147484247" r:id="rId3"/>
    <p:sldLayoutId id="2147484248" r:id="rId4"/>
    <p:sldLayoutId id="2147484249" r:id="rId5"/>
    <p:sldLayoutId id="2147484250" r:id="rId6"/>
    <p:sldLayoutId id="2147484251" r:id="rId7"/>
    <p:sldLayoutId id="2147484252" r:id="rId8"/>
    <p:sldLayoutId id="21474842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55" r:id="rId1"/>
    <p:sldLayoutId id="2147484256" r:id="rId2"/>
    <p:sldLayoutId id="2147484257" r:id="rId3"/>
    <p:sldLayoutId id="2147484258" r:id="rId4"/>
    <p:sldLayoutId id="2147484259" r:id="rId5"/>
    <p:sldLayoutId id="2147484260" r:id="rId6"/>
    <p:sldLayoutId id="2147484261" r:id="rId7"/>
    <p:sldLayoutId id="2147484262" r:id="rId8"/>
    <p:sldLayoutId id="21474842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65" r:id="rId1"/>
    <p:sldLayoutId id="2147484266" r:id="rId2"/>
    <p:sldLayoutId id="2147484267" r:id="rId3"/>
    <p:sldLayoutId id="2147484268" r:id="rId4"/>
    <p:sldLayoutId id="2147484269" r:id="rId5"/>
    <p:sldLayoutId id="2147484270" r:id="rId6"/>
    <p:sldLayoutId id="2147484271" r:id="rId7"/>
    <p:sldLayoutId id="2147484272" r:id="rId8"/>
    <p:sldLayoutId id="21474842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75" r:id="rId1"/>
    <p:sldLayoutId id="2147484276" r:id="rId2"/>
    <p:sldLayoutId id="2147484277" r:id="rId3"/>
    <p:sldLayoutId id="2147484278" r:id="rId4"/>
    <p:sldLayoutId id="2147484279" r:id="rId5"/>
    <p:sldLayoutId id="2147484280" r:id="rId6"/>
    <p:sldLayoutId id="2147484281" r:id="rId7"/>
    <p:sldLayoutId id="2147484282" r:id="rId8"/>
    <p:sldLayoutId id="21474842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85" r:id="rId1"/>
    <p:sldLayoutId id="2147484286" r:id="rId2"/>
    <p:sldLayoutId id="2147484287" r:id="rId3"/>
    <p:sldLayoutId id="2147484288" r:id="rId4"/>
    <p:sldLayoutId id="2147484289" r:id="rId5"/>
    <p:sldLayoutId id="2147484290" r:id="rId6"/>
    <p:sldLayoutId id="2147484291" r:id="rId7"/>
    <p:sldLayoutId id="2147484292" r:id="rId8"/>
    <p:sldLayoutId id="21474842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295" r:id="rId1"/>
    <p:sldLayoutId id="2147484296" r:id="rId2"/>
    <p:sldLayoutId id="2147484297" r:id="rId3"/>
    <p:sldLayoutId id="2147484298" r:id="rId4"/>
    <p:sldLayoutId id="2147484299" r:id="rId5"/>
    <p:sldLayoutId id="2147484300" r:id="rId6"/>
    <p:sldLayoutId id="2147484301" r:id="rId7"/>
    <p:sldLayoutId id="2147484302" r:id="rId8"/>
    <p:sldLayoutId id="21474843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05" r:id="rId1"/>
    <p:sldLayoutId id="2147484306" r:id="rId2"/>
    <p:sldLayoutId id="2147484307" r:id="rId3"/>
    <p:sldLayoutId id="2147484308" r:id="rId4"/>
    <p:sldLayoutId id="2147484309" r:id="rId5"/>
    <p:sldLayoutId id="2147484310" r:id="rId6"/>
    <p:sldLayoutId id="2147484311" r:id="rId7"/>
    <p:sldLayoutId id="2147484312" r:id="rId8"/>
    <p:sldLayoutId id="21474843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19" r:id="rId5"/>
    <p:sldLayoutId id="2147484320" r:id="rId6"/>
    <p:sldLayoutId id="2147484321" r:id="rId7"/>
    <p:sldLayoutId id="2147484322" r:id="rId8"/>
    <p:sldLayoutId id="21474843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25" r:id="rId1"/>
    <p:sldLayoutId id="2147484326" r:id="rId2"/>
    <p:sldLayoutId id="2147484327" r:id="rId3"/>
    <p:sldLayoutId id="2147484328" r:id="rId4"/>
    <p:sldLayoutId id="2147484329" r:id="rId5"/>
    <p:sldLayoutId id="2147484330" r:id="rId6"/>
    <p:sldLayoutId id="2147484331" r:id="rId7"/>
    <p:sldLayoutId id="2147484332" r:id="rId8"/>
    <p:sldLayoutId id="21474843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35" r:id="rId1"/>
    <p:sldLayoutId id="2147484336" r:id="rId2"/>
    <p:sldLayoutId id="2147484337" r:id="rId3"/>
    <p:sldLayoutId id="2147484338" r:id="rId4"/>
    <p:sldLayoutId id="2147484339" r:id="rId5"/>
    <p:sldLayoutId id="2147484340" r:id="rId6"/>
    <p:sldLayoutId id="2147484341" r:id="rId7"/>
    <p:sldLayoutId id="2147484342" r:id="rId8"/>
    <p:sldLayoutId id="21474843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7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45" r:id="rId1"/>
    <p:sldLayoutId id="2147484346" r:id="rId2"/>
    <p:sldLayoutId id="2147484347" r:id="rId3"/>
    <p:sldLayoutId id="2147484348" r:id="rId4"/>
    <p:sldLayoutId id="2147484349" r:id="rId5"/>
    <p:sldLayoutId id="2147484350" r:id="rId6"/>
    <p:sldLayoutId id="2147484351" r:id="rId7"/>
    <p:sldLayoutId id="2147484352" r:id="rId8"/>
    <p:sldLayoutId id="21474843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55" r:id="rId1"/>
    <p:sldLayoutId id="2147484356" r:id="rId2"/>
    <p:sldLayoutId id="2147484357" r:id="rId3"/>
    <p:sldLayoutId id="2147484358" r:id="rId4"/>
    <p:sldLayoutId id="2147484359" r:id="rId5"/>
    <p:sldLayoutId id="2147484360" r:id="rId6"/>
    <p:sldLayoutId id="2147484361" r:id="rId7"/>
    <p:sldLayoutId id="2147484362" r:id="rId8"/>
    <p:sldLayoutId id="21474843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65" r:id="rId1"/>
    <p:sldLayoutId id="2147484366" r:id="rId2"/>
    <p:sldLayoutId id="2147484367" r:id="rId3"/>
    <p:sldLayoutId id="2147484368" r:id="rId4"/>
    <p:sldLayoutId id="2147484369" r:id="rId5"/>
    <p:sldLayoutId id="2147484370" r:id="rId6"/>
    <p:sldLayoutId id="2147484371" r:id="rId7"/>
    <p:sldLayoutId id="2147484372" r:id="rId8"/>
    <p:sldLayoutId id="21474843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75" r:id="rId1"/>
    <p:sldLayoutId id="2147484376" r:id="rId2"/>
    <p:sldLayoutId id="2147484377" r:id="rId3"/>
    <p:sldLayoutId id="2147484378" r:id="rId4"/>
    <p:sldLayoutId id="2147484379" r:id="rId5"/>
    <p:sldLayoutId id="2147484380" r:id="rId6"/>
    <p:sldLayoutId id="2147484381" r:id="rId7"/>
    <p:sldLayoutId id="2147484382" r:id="rId8"/>
    <p:sldLayoutId id="21474843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85" r:id="rId1"/>
    <p:sldLayoutId id="2147484386" r:id="rId2"/>
    <p:sldLayoutId id="2147484387" r:id="rId3"/>
    <p:sldLayoutId id="2147484388" r:id="rId4"/>
    <p:sldLayoutId id="2147484389" r:id="rId5"/>
    <p:sldLayoutId id="2147484390" r:id="rId6"/>
    <p:sldLayoutId id="2147484391" r:id="rId7"/>
    <p:sldLayoutId id="2147484392" r:id="rId8"/>
    <p:sldLayoutId id="21474843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395" r:id="rId1"/>
    <p:sldLayoutId id="2147484396" r:id="rId2"/>
    <p:sldLayoutId id="2147484397" r:id="rId3"/>
    <p:sldLayoutId id="2147484398" r:id="rId4"/>
    <p:sldLayoutId id="2147484399" r:id="rId5"/>
    <p:sldLayoutId id="2147484400" r:id="rId6"/>
    <p:sldLayoutId id="2147484401" r:id="rId7"/>
    <p:sldLayoutId id="2147484402" r:id="rId8"/>
    <p:sldLayoutId id="21474844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05" r:id="rId1"/>
    <p:sldLayoutId id="2147484406" r:id="rId2"/>
    <p:sldLayoutId id="2147484407" r:id="rId3"/>
    <p:sldLayoutId id="2147484408" r:id="rId4"/>
    <p:sldLayoutId id="2147484409" r:id="rId5"/>
    <p:sldLayoutId id="2147484410" r:id="rId6"/>
    <p:sldLayoutId id="2147484411" r:id="rId7"/>
    <p:sldLayoutId id="2147484412" r:id="rId8"/>
    <p:sldLayoutId id="21474844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15" r:id="rId1"/>
    <p:sldLayoutId id="2147484416" r:id="rId2"/>
    <p:sldLayoutId id="2147484417" r:id="rId3"/>
    <p:sldLayoutId id="2147484418" r:id="rId4"/>
    <p:sldLayoutId id="2147484419" r:id="rId5"/>
    <p:sldLayoutId id="2147484420" r:id="rId6"/>
    <p:sldLayoutId id="2147484421" r:id="rId7"/>
    <p:sldLayoutId id="2147484422" r:id="rId8"/>
    <p:sldLayoutId id="21474844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25" r:id="rId1"/>
    <p:sldLayoutId id="2147484426" r:id="rId2"/>
    <p:sldLayoutId id="2147484427" r:id="rId3"/>
    <p:sldLayoutId id="2147484428" r:id="rId4"/>
    <p:sldLayoutId id="2147484429" r:id="rId5"/>
    <p:sldLayoutId id="2147484430" r:id="rId6"/>
    <p:sldLayoutId id="2147484431" r:id="rId7"/>
    <p:sldLayoutId id="2147484432" r:id="rId8"/>
    <p:sldLayoutId id="21474844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35" r:id="rId1"/>
    <p:sldLayoutId id="2147484436" r:id="rId2"/>
    <p:sldLayoutId id="2147484437" r:id="rId3"/>
    <p:sldLayoutId id="2147484438" r:id="rId4"/>
    <p:sldLayoutId id="2147484439" r:id="rId5"/>
    <p:sldLayoutId id="2147484440" r:id="rId6"/>
    <p:sldLayoutId id="2147484441" r:id="rId7"/>
    <p:sldLayoutId id="2147484442" r:id="rId8"/>
    <p:sldLayoutId id="21474844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8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45" r:id="rId1"/>
    <p:sldLayoutId id="2147484446" r:id="rId2"/>
    <p:sldLayoutId id="2147484447" r:id="rId3"/>
    <p:sldLayoutId id="2147484448" r:id="rId4"/>
    <p:sldLayoutId id="2147484449" r:id="rId5"/>
    <p:sldLayoutId id="2147484450" r:id="rId6"/>
    <p:sldLayoutId id="2147484451" r:id="rId7"/>
    <p:sldLayoutId id="2147484452" r:id="rId8"/>
    <p:sldLayoutId id="21474844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55" r:id="rId1"/>
    <p:sldLayoutId id="2147484456" r:id="rId2"/>
    <p:sldLayoutId id="2147484457" r:id="rId3"/>
    <p:sldLayoutId id="2147484458" r:id="rId4"/>
    <p:sldLayoutId id="2147484459" r:id="rId5"/>
    <p:sldLayoutId id="2147484460" r:id="rId6"/>
    <p:sldLayoutId id="2147484461" r:id="rId7"/>
    <p:sldLayoutId id="2147484462" r:id="rId8"/>
    <p:sldLayoutId id="21474844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65" r:id="rId1"/>
    <p:sldLayoutId id="2147484466" r:id="rId2"/>
    <p:sldLayoutId id="2147484467" r:id="rId3"/>
    <p:sldLayoutId id="2147484468" r:id="rId4"/>
    <p:sldLayoutId id="2147484469" r:id="rId5"/>
    <p:sldLayoutId id="2147484470" r:id="rId6"/>
    <p:sldLayoutId id="2147484471" r:id="rId7"/>
    <p:sldLayoutId id="2147484472" r:id="rId8"/>
    <p:sldLayoutId id="21474844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75" r:id="rId1"/>
    <p:sldLayoutId id="2147484476" r:id="rId2"/>
    <p:sldLayoutId id="2147484477" r:id="rId3"/>
    <p:sldLayoutId id="2147484478" r:id="rId4"/>
    <p:sldLayoutId id="2147484479" r:id="rId5"/>
    <p:sldLayoutId id="2147484480" r:id="rId6"/>
    <p:sldLayoutId id="2147484481" r:id="rId7"/>
    <p:sldLayoutId id="2147484482" r:id="rId8"/>
    <p:sldLayoutId id="21474844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85" r:id="rId1"/>
    <p:sldLayoutId id="2147484486" r:id="rId2"/>
    <p:sldLayoutId id="2147484487" r:id="rId3"/>
    <p:sldLayoutId id="2147484488" r:id="rId4"/>
    <p:sldLayoutId id="2147484489" r:id="rId5"/>
    <p:sldLayoutId id="2147484490" r:id="rId6"/>
    <p:sldLayoutId id="2147484491" r:id="rId7"/>
    <p:sldLayoutId id="2147484492" r:id="rId8"/>
    <p:sldLayoutId id="21474844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495" r:id="rId1"/>
    <p:sldLayoutId id="2147484496" r:id="rId2"/>
    <p:sldLayoutId id="2147484497" r:id="rId3"/>
    <p:sldLayoutId id="2147484498" r:id="rId4"/>
    <p:sldLayoutId id="2147484499" r:id="rId5"/>
    <p:sldLayoutId id="2147484500" r:id="rId6"/>
    <p:sldLayoutId id="2147484501" r:id="rId7"/>
    <p:sldLayoutId id="2147484502" r:id="rId8"/>
    <p:sldLayoutId id="21474845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05" r:id="rId1"/>
    <p:sldLayoutId id="2147484506" r:id="rId2"/>
    <p:sldLayoutId id="2147484507" r:id="rId3"/>
    <p:sldLayoutId id="2147484508" r:id="rId4"/>
    <p:sldLayoutId id="2147484509" r:id="rId5"/>
    <p:sldLayoutId id="2147484510" r:id="rId6"/>
    <p:sldLayoutId id="2147484511" r:id="rId7"/>
    <p:sldLayoutId id="2147484512" r:id="rId8"/>
    <p:sldLayoutId id="21474845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15" r:id="rId1"/>
    <p:sldLayoutId id="2147484516" r:id="rId2"/>
    <p:sldLayoutId id="2147484517" r:id="rId3"/>
    <p:sldLayoutId id="2147484518" r:id="rId4"/>
    <p:sldLayoutId id="2147484519" r:id="rId5"/>
    <p:sldLayoutId id="2147484520" r:id="rId6"/>
    <p:sldLayoutId id="2147484521" r:id="rId7"/>
    <p:sldLayoutId id="2147484522" r:id="rId8"/>
    <p:sldLayoutId id="21474845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25" r:id="rId1"/>
    <p:sldLayoutId id="2147484526" r:id="rId2"/>
    <p:sldLayoutId id="2147484527" r:id="rId3"/>
    <p:sldLayoutId id="2147484528" r:id="rId4"/>
    <p:sldLayoutId id="2147484529" r:id="rId5"/>
    <p:sldLayoutId id="2147484530" r:id="rId6"/>
    <p:sldLayoutId id="2147484531" r:id="rId7"/>
    <p:sldLayoutId id="2147484532" r:id="rId8"/>
    <p:sldLayoutId id="21474845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35" r:id="rId1"/>
    <p:sldLayoutId id="2147484536" r:id="rId2"/>
    <p:sldLayoutId id="2147484537" r:id="rId3"/>
    <p:sldLayoutId id="2147484538" r:id="rId4"/>
    <p:sldLayoutId id="2147484539" r:id="rId5"/>
    <p:sldLayoutId id="2147484540" r:id="rId6"/>
    <p:sldLayoutId id="2147484541" r:id="rId7"/>
    <p:sldLayoutId id="2147484542" r:id="rId8"/>
    <p:sldLayoutId id="21474845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9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45" r:id="rId1"/>
    <p:sldLayoutId id="2147484546" r:id="rId2"/>
    <p:sldLayoutId id="2147484547" r:id="rId3"/>
    <p:sldLayoutId id="2147484548" r:id="rId4"/>
    <p:sldLayoutId id="2147484549" r:id="rId5"/>
    <p:sldLayoutId id="2147484550" r:id="rId6"/>
    <p:sldLayoutId id="2147484551" r:id="rId7"/>
    <p:sldLayoutId id="2147484552" r:id="rId8"/>
    <p:sldLayoutId id="21474845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55" r:id="rId1"/>
    <p:sldLayoutId id="2147484556" r:id="rId2"/>
    <p:sldLayoutId id="2147484557" r:id="rId3"/>
    <p:sldLayoutId id="2147484558" r:id="rId4"/>
    <p:sldLayoutId id="2147484559" r:id="rId5"/>
    <p:sldLayoutId id="2147484560" r:id="rId6"/>
    <p:sldLayoutId id="2147484561" r:id="rId7"/>
    <p:sldLayoutId id="2147484562" r:id="rId8"/>
    <p:sldLayoutId id="21474845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65" r:id="rId1"/>
    <p:sldLayoutId id="2147484566" r:id="rId2"/>
    <p:sldLayoutId id="2147484567" r:id="rId3"/>
    <p:sldLayoutId id="2147484568" r:id="rId4"/>
    <p:sldLayoutId id="2147484569" r:id="rId5"/>
    <p:sldLayoutId id="2147484570" r:id="rId6"/>
    <p:sldLayoutId id="2147484571" r:id="rId7"/>
    <p:sldLayoutId id="2147484572" r:id="rId8"/>
    <p:sldLayoutId id="21474845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75" r:id="rId1"/>
    <p:sldLayoutId id="2147484576" r:id="rId2"/>
    <p:sldLayoutId id="2147484577" r:id="rId3"/>
    <p:sldLayoutId id="2147484578" r:id="rId4"/>
    <p:sldLayoutId id="2147484579" r:id="rId5"/>
    <p:sldLayoutId id="2147484580" r:id="rId6"/>
    <p:sldLayoutId id="2147484581" r:id="rId7"/>
    <p:sldLayoutId id="2147484582" r:id="rId8"/>
    <p:sldLayoutId id="21474845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85" r:id="rId1"/>
    <p:sldLayoutId id="2147484586" r:id="rId2"/>
    <p:sldLayoutId id="2147484587" r:id="rId3"/>
    <p:sldLayoutId id="2147484588" r:id="rId4"/>
    <p:sldLayoutId id="2147484589" r:id="rId5"/>
    <p:sldLayoutId id="2147484590" r:id="rId6"/>
    <p:sldLayoutId id="2147484591" r:id="rId7"/>
    <p:sldLayoutId id="2147484592" r:id="rId8"/>
    <p:sldLayoutId id="21474845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595" r:id="rId1"/>
    <p:sldLayoutId id="2147484596" r:id="rId2"/>
    <p:sldLayoutId id="2147484597" r:id="rId3"/>
    <p:sldLayoutId id="2147484598" r:id="rId4"/>
    <p:sldLayoutId id="2147484599" r:id="rId5"/>
    <p:sldLayoutId id="2147484600" r:id="rId6"/>
    <p:sldLayoutId id="2147484601" r:id="rId7"/>
    <p:sldLayoutId id="2147484602" r:id="rId8"/>
    <p:sldLayoutId id="21474846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05" r:id="rId1"/>
    <p:sldLayoutId id="2147484606" r:id="rId2"/>
    <p:sldLayoutId id="2147484607" r:id="rId3"/>
    <p:sldLayoutId id="2147484608" r:id="rId4"/>
    <p:sldLayoutId id="2147484609" r:id="rId5"/>
    <p:sldLayoutId id="2147484610" r:id="rId6"/>
    <p:sldLayoutId id="2147484611" r:id="rId7"/>
    <p:sldLayoutId id="2147484612" r:id="rId8"/>
    <p:sldLayoutId id="21474846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15" r:id="rId1"/>
    <p:sldLayoutId id="2147484616" r:id="rId2"/>
    <p:sldLayoutId id="2147484617" r:id="rId3"/>
    <p:sldLayoutId id="2147484618" r:id="rId4"/>
    <p:sldLayoutId id="2147484619" r:id="rId5"/>
    <p:sldLayoutId id="2147484620" r:id="rId6"/>
    <p:sldLayoutId id="2147484621" r:id="rId7"/>
    <p:sldLayoutId id="2147484622" r:id="rId8"/>
    <p:sldLayoutId id="214748462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25" r:id="rId1"/>
    <p:sldLayoutId id="2147484626" r:id="rId2"/>
    <p:sldLayoutId id="2147484627" r:id="rId3"/>
    <p:sldLayoutId id="2147484628" r:id="rId4"/>
    <p:sldLayoutId id="2147484629" r:id="rId5"/>
    <p:sldLayoutId id="2147484630" r:id="rId6"/>
    <p:sldLayoutId id="2147484631" r:id="rId7"/>
    <p:sldLayoutId id="2147484632" r:id="rId8"/>
    <p:sldLayoutId id="214748463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35" r:id="rId1"/>
    <p:sldLayoutId id="2147484636" r:id="rId2"/>
    <p:sldLayoutId id="2147484637" r:id="rId3"/>
    <p:sldLayoutId id="2147484638" r:id="rId4"/>
    <p:sldLayoutId id="2147484639" r:id="rId5"/>
    <p:sldLayoutId id="2147484640" r:id="rId6"/>
    <p:sldLayoutId id="2147484641" r:id="rId7"/>
    <p:sldLayoutId id="2147484642" r:id="rId8"/>
    <p:sldLayoutId id="214748464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0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45" r:id="rId1"/>
    <p:sldLayoutId id="2147484646" r:id="rId2"/>
    <p:sldLayoutId id="2147484647" r:id="rId3"/>
    <p:sldLayoutId id="2147484648" r:id="rId4"/>
    <p:sldLayoutId id="2147484649" r:id="rId5"/>
    <p:sldLayoutId id="2147484650" r:id="rId6"/>
    <p:sldLayoutId id="2147484651" r:id="rId7"/>
    <p:sldLayoutId id="2147484652" r:id="rId8"/>
    <p:sldLayoutId id="214748465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55" r:id="rId1"/>
    <p:sldLayoutId id="2147484656" r:id="rId2"/>
    <p:sldLayoutId id="2147484657" r:id="rId3"/>
    <p:sldLayoutId id="2147484658" r:id="rId4"/>
    <p:sldLayoutId id="2147484659" r:id="rId5"/>
    <p:sldLayoutId id="2147484660" r:id="rId6"/>
    <p:sldLayoutId id="2147484661" r:id="rId7"/>
    <p:sldLayoutId id="2147484662" r:id="rId8"/>
    <p:sldLayoutId id="214748466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65" r:id="rId1"/>
    <p:sldLayoutId id="2147484666" r:id="rId2"/>
    <p:sldLayoutId id="2147484667" r:id="rId3"/>
    <p:sldLayoutId id="2147484668" r:id="rId4"/>
    <p:sldLayoutId id="2147484669" r:id="rId5"/>
    <p:sldLayoutId id="2147484670" r:id="rId6"/>
    <p:sldLayoutId id="2147484671" r:id="rId7"/>
    <p:sldLayoutId id="2147484672" r:id="rId8"/>
    <p:sldLayoutId id="214748467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75" r:id="rId1"/>
    <p:sldLayoutId id="2147484676" r:id="rId2"/>
    <p:sldLayoutId id="2147484677" r:id="rId3"/>
    <p:sldLayoutId id="2147484678" r:id="rId4"/>
    <p:sldLayoutId id="2147484679" r:id="rId5"/>
    <p:sldLayoutId id="2147484680" r:id="rId6"/>
    <p:sldLayoutId id="2147484681" r:id="rId7"/>
    <p:sldLayoutId id="2147484682" r:id="rId8"/>
    <p:sldLayoutId id="214748468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85" r:id="rId1"/>
    <p:sldLayoutId id="2147484686" r:id="rId2"/>
    <p:sldLayoutId id="2147484687" r:id="rId3"/>
    <p:sldLayoutId id="2147484688" r:id="rId4"/>
    <p:sldLayoutId id="2147484689" r:id="rId5"/>
    <p:sldLayoutId id="2147484690" r:id="rId6"/>
    <p:sldLayoutId id="2147484691" r:id="rId7"/>
    <p:sldLayoutId id="2147484692" r:id="rId8"/>
    <p:sldLayoutId id="214748469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695" r:id="rId1"/>
    <p:sldLayoutId id="2147484696" r:id="rId2"/>
    <p:sldLayoutId id="2147484697" r:id="rId3"/>
    <p:sldLayoutId id="2147484698" r:id="rId4"/>
    <p:sldLayoutId id="2147484699" r:id="rId5"/>
    <p:sldLayoutId id="2147484700" r:id="rId6"/>
    <p:sldLayoutId id="2147484701" r:id="rId7"/>
    <p:sldLayoutId id="2147484702" r:id="rId8"/>
    <p:sldLayoutId id="214748470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05" r:id="rId1"/>
    <p:sldLayoutId id="2147484706" r:id="rId2"/>
    <p:sldLayoutId id="2147484707" r:id="rId3"/>
    <p:sldLayoutId id="2147484708" r:id="rId4"/>
    <p:sldLayoutId id="2147484709" r:id="rId5"/>
    <p:sldLayoutId id="2147484710" r:id="rId6"/>
    <p:sldLayoutId id="2147484711" r:id="rId7"/>
    <p:sldLayoutId id="2147484712" r:id="rId8"/>
    <p:sldLayoutId id="2147484713"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15" r:id="rId1"/>
    <p:sldLayoutId id="2147484716" r:id="rId2"/>
    <p:sldLayoutId id="2147484717" r:id="rId3"/>
    <p:sldLayoutId id="2147484718" r:id="rId4"/>
    <p:sldLayoutId id="2147484719" r:id="rId5"/>
    <p:sldLayoutId id="2147484720" r:id="rId6"/>
    <p:sldLayoutId id="2147484721" r:id="rId7"/>
    <p:sldLayoutId id="2147484722" r:id="rId8"/>
    <p:sldLayoutId id="2147484723" r:id="rId9"/>
    <p:sldLayoutId id="2147484724"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26" r:id="rId1"/>
    <p:sldLayoutId id="2147484727" r:id="rId2"/>
    <p:sldLayoutId id="2147484728" r:id="rId3"/>
    <p:sldLayoutId id="2147484729" r:id="rId4"/>
    <p:sldLayoutId id="2147484730" r:id="rId5"/>
    <p:sldLayoutId id="2147484731" r:id="rId6"/>
    <p:sldLayoutId id="2147484732" r:id="rId7"/>
    <p:sldLayoutId id="2147484733" r:id="rId8"/>
    <p:sldLayoutId id="214748473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36" r:id="rId1"/>
    <p:sldLayoutId id="2147484737" r:id="rId2"/>
    <p:sldLayoutId id="2147484738" r:id="rId3"/>
    <p:sldLayoutId id="2147484739" r:id="rId4"/>
    <p:sldLayoutId id="2147484740" r:id="rId5"/>
    <p:sldLayoutId id="2147484741" r:id="rId6"/>
    <p:sldLayoutId id="2147484742" r:id="rId7"/>
    <p:sldLayoutId id="2147484743" r:id="rId8"/>
    <p:sldLayoutId id="214748474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1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46" r:id="rId1"/>
    <p:sldLayoutId id="2147484747" r:id="rId2"/>
    <p:sldLayoutId id="2147484748" r:id="rId3"/>
    <p:sldLayoutId id="2147484749" r:id="rId4"/>
    <p:sldLayoutId id="2147484750" r:id="rId5"/>
    <p:sldLayoutId id="2147484751" r:id="rId6"/>
    <p:sldLayoutId id="2147484752" r:id="rId7"/>
    <p:sldLayoutId id="2147484753" r:id="rId8"/>
    <p:sldLayoutId id="214748475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56" r:id="rId1"/>
    <p:sldLayoutId id="2147484757" r:id="rId2"/>
    <p:sldLayoutId id="2147484758" r:id="rId3"/>
    <p:sldLayoutId id="2147484759" r:id="rId4"/>
    <p:sldLayoutId id="2147484760" r:id="rId5"/>
    <p:sldLayoutId id="2147484761" r:id="rId6"/>
    <p:sldLayoutId id="2147484762" r:id="rId7"/>
    <p:sldLayoutId id="2147484763" r:id="rId8"/>
    <p:sldLayoutId id="214748476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66" r:id="rId1"/>
    <p:sldLayoutId id="2147484767" r:id="rId2"/>
    <p:sldLayoutId id="2147484768" r:id="rId3"/>
    <p:sldLayoutId id="2147484769" r:id="rId4"/>
    <p:sldLayoutId id="2147484770" r:id="rId5"/>
    <p:sldLayoutId id="2147484771" r:id="rId6"/>
    <p:sldLayoutId id="2147484772" r:id="rId7"/>
    <p:sldLayoutId id="2147484773" r:id="rId8"/>
    <p:sldLayoutId id="214748477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76" r:id="rId1"/>
    <p:sldLayoutId id="2147484777" r:id="rId2"/>
    <p:sldLayoutId id="2147484778" r:id="rId3"/>
    <p:sldLayoutId id="2147484779" r:id="rId4"/>
    <p:sldLayoutId id="2147484780" r:id="rId5"/>
    <p:sldLayoutId id="2147484781" r:id="rId6"/>
    <p:sldLayoutId id="2147484782" r:id="rId7"/>
    <p:sldLayoutId id="2147484783" r:id="rId8"/>
    <p:sldLayoutId id="214748478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86" r:id="rId1"/>
    <p:sldLayoutId id="2147484787" r:id="rId2"/>
    <p:sldLayoutId id="2147484788" r:id="rId3"/>
    <p:sldLayoutId id="2147484789" r:id="rId4"/>
    <p:sldLayoutId id="2147484790" r:id="rId5"/>
    <p:sldLayoutId id="2147484791" r:id="rId6"/>
    <p:sldLayoutId id="2147484792" r:id="rId7"/>
    <p:sldLayoutId id="2147484793" r:id="rId8"/>
    <p:sldLayoutId id="214748479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796" r:id="rId1"/>
    <p:sldLayoutId id="2147484797" r:id="rId2"/>
    <p:sldLayoutId id="2147484798" r:id="rId3"/>
    <p:sldLayoutId id="2147484799" r:id="rId4"/>
    <p:sldLayoutId id="2147484800" r:id="rId5"/>
    <p:sldLayoutId id="2147484801" r:id="rId6"/>
    <p:sldLayoutId id="2147484802" r:id="rId7"/>
    <p:sldLayoutId id="2147484803" r:id="rId8"/>
    <p:sldLayoutId id="214748480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06" r:id="rId1"/>
    <p:sldLayoutId id="2147484807" r:id="rId2"/>
    <p:sldLayoutId id="2147484808" r:id="rId3"/>
    <p:sldLayoutId id="2147484809" r:id="rId4"/>
    <p:sldLayoutId id="2147484810" r:id="rId5"/>
    <p:sldLayoutId id="2147484811" r:id="rId6"/>
    <p:sldLayoutId id="2147484812" r:id="rId7"/>
    <p:sldLayoutId id="2147484813" r:id="rId8"/>
    <p:sldLayoutId id="214748481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16" r:id="rId1"/>
    <p:sldLayoutId id="2147484817" r:id="rId2"/>
    <p:sldLayoutId id="2147484818" r:id="rId3"/>
    <p:sldLayoutId id="2147484819" r:id="rId4"/>
    <p:sldLayoutId id="2147484820" r:id="rId5"/>
    <p:sldLayoutId id="2147484821" r:id="rId6"/>
    <p:sldLayoutId id="2147484822" r:id="rId7"/>
    <p:sldLayoutId id="2147484823" r:id="rId8"/>
    <p:sldLayoutId id="214748482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36" r:id="rId1"/>
    <p:sldLayoutId id="2147484837" r:id="rId2"/>
    <p:sldLayoutId id="2147484838" r:id="rId3"/>
    <p:sldLayoutId id="2147484839" r:id="rId4"/>
    <p:sldLayoutId id="2147484840" r:id="rId5"/>
    <p:sldLayoutId id="2147484841" r:id="rId6"/>
    <p:sldLayoutId id="2147484842" r:id="rId7"/>
    <p:sldLayoutId id="2147484843" r:id="rId8"/>
    <p:sldLayoutId id="214748484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2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46" r:id="rId1"/>
    <p:sldLayoutId id="2147484847" r:id="rId2"/>
    <p:sldLayoutId id="2147484848" r:id="rId3"/>
    <p:sldLayoutId id="2147484849" r:id="rId4"/>
    <p:sldLayoutId id="2147484850" r:id="rId5"/>
    <p:sldLayoutId id="2147484851" r:id="rId6"/>
    <p:sldLayoutId id="2147484852" r:id="rId7"/>
    <p:sldLayoutId id="2147484853" r:id="rId8"/>
    <p:sldLayoutId id="214748485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56" r:id="rId1"/>
    <p:sldLayoutId id="2147484857" r:id="rId2"/>
    <p:sldLayoutId id="2147484858" r:id="rId3"/>
    <p:sldLayoutId id="2147484859" r:id="rId4"/>
    <p:sldLayoutId id="2147484860" r:id="rId5"/>
    <p:sldLayoutId id="2147484861" r:id="rId6"/>
    <p:sldLayoutId id="2147484862" r:id="rId7"/>
    <p:sldLayoutId id="2147484863" r:id="rId8"/>
    <p:sldLayoutId id="214748486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66" r:id="rId1"/>
    <p:sldLayoutId id="2147484867" r:id="rId2"/>
    <p:sldLayoutId id="2147484868" r:id="rId3"/>
    <p:sldLayoutId id="2147484869" r:id="rId4"/>
    <p:sldLayoutId id="2147484870" r:id="rId5"/>
    <p:sldLayoutId id="2147484871" r:id="rId6"/>
    <p:sldLayoutId id="2147484872" r:id="rId7"/>
    <p:sldLayoutId id="2147484873" r:id="rId8"/>
    <p:sldLayoutId id="214748487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76" r:id="rId1"/>
    <p:sldLayoutId id="2147484877" r:id="rId2"/>
    <p:sldLayoutId id="2147484878" r:id="rId3"/>
    <p:sldLayoutId id="2147484879" r:id="rId4"/>
    <p:sldLayoutId id="2147484880" r:id="rId5"/>
    <p:sldLayoutId id="2147484881" r:id="rId6"/>
    <p:sldLayoutId id="2147484882" r:id="rId7"/>
    <p:sldLayoutId id="2147484883" r:id="rId8"/>
    <p:sldLayoutId id="214748488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86" r:id="rId1"/>
    <p:sldLayoutId id="2147484887" r:id="rId2"/>
    <p:sldLayoutId id="2147484888" r:id="rId3"/>
    <p:sldLayoutId id="2147484889" r:id="rId4"/>
    <p:sldLayoutId id="2147484890" r:id="rId5"/>
    <p:sldLayoutId id="2147484891" r:id="rId6"/>
    <p:sldLayoutId id="2147484892" r:id="rId7"/>
    <p:sldLayoutId id="2147484893" r:id="rId8"/>
    <p:sldLayoutId id="214748489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896" r:id="rId1"/>
    <p:sldLayoutId id="2147484897" r:id="rId2"/>
    <p:sldLayoutId id="2147484898" r:id="rId3"/>
    <p:sldLayoutId id="2147484899" r:id="rId4"/>
    <p:sldLayoutId id="2147484900" r:id="rId5"/>
    <p:sldLayoutId id="2147484901" r:id="rId6"/>
    <p:sldLayoutId id="2147484902" r:id="rId7"/>
    <p:sldLayoutId id="2147484903" r:id="rId8"/>
    <p:sldLayoutId id="214748490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06" r:id="rId1"/>
    <p:sldLayoutId id="2147484907" r:id="rId2"/>
    <p:sldLayoutId id="2147484908" r:id="rId3"/>
    <p:sldLayoutId id="2147484909" r:id="rId4"/>
    <p:sldLayoutId id="2147484910" r:id="rId5"/>
    <p:sldLayoutId id="2147484911" r:id="rId6"/>
    <p:sldLayoutId id="2147484912" r:id="rId7"/>
    <p:sldLayoutId id="2147484913" r:id="rId8"/>
    <p:sldLayoutId id="214748491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16" r:id="rId1"/>
    <p:sldLayoutId id="2147484917" r:id="rId2"/>
    <p:sldLayoutId id="2147484918" r:id="rId3"/>
    <p:sldLayoutId id="2147484919" r:id="rId4"/>
    <p:sldLayoutId id="2147484920" r:id="rId5"/>
    <p:sldLayoutId id="2147484921" r:id="rId6"/>
    <p:sldLayoutId id="2147484922" r:id="rId7"/>
    <p:sldLayoutId id="2147484923" r:id="rId8"/>
    <p:sldLayoutId id="214748492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26" r:id="rId1"/>
    <p:sldLayoutId id="2147484927" r:id="rId2"/>
    <p:sldLayoutId id="2147484928" r:id="rId3"/>
    <p:sldLayoutId id="2147484929" r:id="rId4"/>
    <p:sldLayoutId id="2147484930" r:id="rId5"/>
    <p:sldLayoutId id="2147484931" r:id="rId6"/>
    <p:sldLayoutId id="2147484932" r:id="rId7"/>
    <p:sldLayoutId id="2147484933" r:id="rId8"/>
    <p:sldLayoutId id="214748493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36" r:id="rId1"/>
    <p:sldLayoutId id="2147484937" r:id="rId2"/>
    <p:sldLayoutId id="2147484938" r:id="rId3"/>
    <p:sldLayoutId id="2147484939" r:id="rId4"/>
    <p:sldLayoutId id="2147484940" r:id="rId5"/>
    <p:sldLayoutId id="2147484941" r:id="rId6"/>
    <p:sldLayoutId id="2147484942" r:id="rId7"/>
    <p:sldLayoutId id="2147484943" r:id="rId8"/>
    <p:sldLayoutId id="214748494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3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46" r:id="rId1"/>
    <p:sldLayoutId id="2147484947" r:id="rId2"/>
    <p:sldLayoutId id="2147484948" r:id="rId3"/>
    <p:sldLayoutId id="2147484949" r:id="rId4"/>
    <p:sldLayoutId id="2147484950" r:id="rId5"/>
    <p:sldLayoutId id="2147484951" r:id="rId6"/>
    <p:sldLayoutId id="2147484952" r:id="rId7"/>
    <p:sldLayoutId id="2147484953" r:id="rId8"/>
    <p:sldLayoutId id="2147484954" r:id="rId9"/>
    <p:sldLayoutId id="2147484955"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57" r:id="rId1"/>
    <p:sldLayoutId id="2147484958" r:id="rId2"/>
    <p:sldLayoutId id="2147484959" r:id="rId3"/>
    <p:sldLayoutId id="2147484960" r:id="rId4"/>
    <p:sldLayoutId id="2147484961" r:id="rId5"/>
    <p:sldLayoutId id="2147484962" r:id="rId6"/>
    <p:sldLayoutId id="2147484963" r:id="rId7"/>
    <p:sldLayoutId id="2147484964" r:id="rId8"/>
    <p:sldLayoutId id="2147484965"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67" r:id="rId1"/>
    <p:sldLayoutId id="2147484968" r:id="rId2"/>
    <p:sldLayoutId id="2147484969" r:id="rId3"/>
    <p:sldLayoutId id="2147484970" r:id="rId4"/>
    <p:sldLayoutId id="2147484971" r:id="rId5"/>
    <p:sldLayoutId id="2147484972" r:id="rId6"/>
    <p:sldLayoutId id="2147484973" r:id="rId7"/>
    <p:sldLayoutId id="2147484974" r:id="rId8"/>
    <p:sldLayoutId id="2147484975"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77" r:id="rId1"/>
    <p:sldLayoutId id="2147484978" r:id="rId2"/>
    <p:sldLayoutId id="2147484979" r:id="rId3"/>
    <p:sldLayoutId id="2147484980" r:id="rId4"/>
    <p:sldLayoutId id="2147484981" r:id="rId5"/>
    <p:sldLayoutId id="2147484982" r:id="rId6"/>
    <p:sldLayoutId id="2147484983" r:id="rId7"/>
    <p:sldLayoutId id="2147484984" r:id="rId8"/>
    <p:sldLayoutId id="2147484985"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87" r:id="rId1"/>
    <p:sldLayoutId id="2147484988" r:id="rId2"/>
    <p:sldLayoutId id="2147484989" r:id="rId3"/>
    <p:sldLayoutId id="2147484990" r:id="rId4"/>
    <p:sldLayoutId id="2147484991" r:id="rId5"/>
    <p:sldLayoutId id="2147484992" r:id="rId6"/>
    <p:sldLayoutId id="2147484993" r:id="rId7"/>
    <p:sldLayoutId id="2147484994" r:id="rId8"/>
    <p:sldLayoutId id="2147484995" r:id="rId9"/>
    <p:sldLayoutId id="2147484996"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4998" r:id="rId1"/>
    <p:sldLayoutId id="2147484999" r:id="rId2"/>
    <p:sldLayoutId id="2147485000" r:id="rId3"/>
    <p:sldLayoutId id="2147485001" r:id="rId4"/>
    <p:sldLayoutId id="2147485002" r:id="rId5"/>
    <p:sldLayoutId id="2147485003" r:id="rId6"/>
    <p:sldLayoutId id="2147485004" r:id="rId7"/>
    <p:sldLayoutId id="2147485005" r:id="rId8"/>
    <p:sldLayoutId id="2147485006" r:id="rId9"/>
    <p:sldLayoutId id="2147485007"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09" r:id="rId1"/>
    <p:sldLayoutId id="2147485010" r:id="rId2"/>
    <p:sldLayoutId id="2147485011" r:id="rId3"/>
    <p:sldLayoutId id="2147485012" r:id="rId4"/>
    <p:sldLayoutId id="2147485013" r:id="rId5"/>
    <p:sldLayoutId id="2147485014" r:id="rId6"/>
    <p:sldLayoutId id="2147485015" r:id="rId7"/>
    <p:sldLayoutId id="2147485016" r:id="rId8"/>
    <p:sldLayoutId id="2147485017" r:id="rId9"/>
    <p:sldLayoutId id="2147485018"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20" r:id="rId1"/>
    <p:sldLayoutId id="2147485021" r:id="rId2"/>
    <p:sldLayoutId id="2147485022" r:id="rId3"/>
    <p:sldLayoutId id="2147485023" r:id="rId4"/>
    <p:sldLayoutId id="2147485024" r:id="rId5"/>
    <p:sldLayoutId id="2147485025" r:id="rId6"/>
    <p:sldLayoutId id="2147485026" r:id="rId7"/>
    <p:sldLayoutId id="2147485027" r:id="rId8"/>
    <p:sldLayoutId id="2147485028" r:id="rId9"/>
    <p:sldLayoutId id="2147485029"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31" r:id="rId1"/>
    <p:sldLayoutId id="2147485032" r:id="rId2"/>
    <p:sldLayoutId id="2147485033" r:id="rId3"/>
    <p:sldLayoutId id="2147485034" r:id="rId4"/>
    <p:sldLayoutId id="2147485035" r:id="rId5"/>
    <p:sldLayoutId id="2147485036" r:id="rId6"/>
    <p:sldLayoutId id="2147485037" r:id="rId7"/>
    <p:sldLayoutId id="2147485038" r:id="rId8"/>
    <p:sldLayoutId id="2147485039" r:id="rId9"/>
    <p:sldLayoutId id="2147485040"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42" r:id="rId1"/>
    <p:sldLayoutId id="2147485043" r:id="rId2"/>
    <p:sldLayoutId id="2147485044" r:id="rId3"/>
    <p:sldLayoutId id="2147485045" r:id="rId4"/>
    <p:sldLayoutId id="2147485046" r:id="rId5"/>
    <p:sldLayoutId id="2147485047" r:id="rId6"/>
    <p:sldLayoutId id="2147485048" r:id="rId7"/>
    <p:sldLayoutId id="2147485049" r:id="rId8"/>
    <p:sldLayoutId id="2147485050" r:id="rId9"/>
    <p:sldLayoutId id="2147485051"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4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53" r:id="rId1"/>
    <p:sldLayoutId id="2147485054" r:id="rId2"/>
    <p:sldLayoutId id="2147485055" r:id="rId3"/>
    <p:sldLayoutId id="2147485056" r:id="rId4"/>
    <p:sldLayoutId id="2147485057" r:id="rId5"/>
    <p:sldLayoutId id="2147485058" r:id="rId6"/>
    <p:sldLayoutId id="2147485059" r:id="rId7"/>
    <p:sldLayoutId id="2147485060" r:id="rId8"/>
    <p:sldLayoutId id="2147485061" r:id="rId9"/>
    <p:sldLayoutId id="2147485062"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64" r:id="rId1"/>
    <p:sldLayoutId id="2147485065" r:id="rId2"/>
    <p:sldLayoutId id="2147485066" r:id="rId3"/>
    <p:sldLayoutId id="2147485067" r:id="rId4"/>
    <p:sldLayoutId id="2147485068" r:id="rId5"/>
    <p:sldLayoutId id="2147485069" r:id="rId6"/>
    <p:sldLayoutId id="2147485070" r:id="rId7"/>
    <p:sldLayoutId id="2147485071" r:id="rId8"/>
    <p:sldLayoutId id="2147485072" r:id="rId9"/>
    <p:sldLayoutId id="2147485073"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75" r:id="rId1"/>
    <p:sldLayoutId id="2147485076" r:id="rId2"/>
    <p:sldLayoutId id="2147485077" r:id="rId3"/>
    <p:sldLayoutId id="2147485078" r:id="rId4"/>
    <p:sldLayoutId id="2147485079" r:id="rId5"/>
    <p:sldLayoutId id="2147485080" r:id="rId6"/>
    <p:sldLayoutId id="2147485081" r:id="rId7"/>
    <p:sldLayoutId id="2147485082" r:id="rId8"/>
    <p:sldLayoutId id="2147485083" r:id="rId9"/>
    <p:sldLayoutId id="2147485084"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86" r:id="rId1"/>
    <p:sldLayoutId id="2147485087" r:id="rId2"/>
    <p:sldLayoutId id="2147485088" r:id="rId3"/>
    <p:sldLayoutId id="2147485089" r:id="rId4"/>
    <p:sldLayoutId id="2147485090" r:id="rId5"/>
    <p:sldLayoutId id="2147485091" r:id="rId6"/>
    <p:sldLayoutId id="2147485092" r:id="rId7"/>
    <p:sldLayoutId id="2147485093" r:id="rId8"/>
    <p:sldLayoutId id="2147485094"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096" r:id="rId1"/>
    <p:sldLayoutId id="2147485097" r:id="rId2"/>
    <p:sldLayoutId id="2147485098" r:id="rId3"/>
    <p:sldLayoutId id="2147485099" r:id="rId4"/>
    <p:sldLayoutId id="2147485100" r:id="rId5"/>
    <p:sldLayoutId id="2147485101" r:id="rId6"/>
    <p:sldLayoutId id="2147485102" r:id="rId7"/>
    <p:sldLayoutId id="2147485103" r:id="rId8"/>
    <p:sldLayoutId id="2147485104" r:id="rId9"/>
    <p:sldLayoutId id="2147485105"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07" r:id="rId1"/>
    <p:sldLayoutId id="2147485108" r:id="rId2"/>
    <p:sldLayoutId id="2147485109" r:id="rId3"/>
    <p:sldLayoutId id="2147485110" r:id="rId4"/>
    <p:sldLayoutId id="2147485111" r:id="rId5"/>
    <p:sldLayoutId id="2147485112" r:id="rId6"/>
    <p:sldLayoutId id="2147485113" r:id="rId7"/>
    <p:sldLayoutId id="2147485114" r:id="rId8"/>
    <p:sldLayoutId id="2147485115"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17" r:id="rId1"/>
    <p:sldLayoutId id="2147485118" r:id="rId2"/>
    <p:sldLayoutId id="2147485119" r:id="rId3"/>
    <p:sldLayoutId id="2147485120" r:id="rId4"/>
    <p:sldLayoutId id="2147485121" r:id="rId5"/>
    <p:sldLayoutId id="2147485122" r:id="rId6"/>
    <p:sldLayoutId id="2147485123" r:id="rId7"/>
    <p:sldLayoutId id="2147485124" r:id="rId8"/>
    <p:sldLayoutId id="2147485125" r:id="rId9"/>
    <p:sldLayoutId id="2147485126"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28" r:id="rId1"/>
    <p:sldLayoutId id="2147485129" r:id="rId2"/>
    <p:sldLayoutId id="2147485130" r:id="rId3"/>
    <p:sldLayoutId id="2147485131" r:id="rId4"/>
    <p:sldLayoutId id="2147485132" r:id="rId5"/>
    <p:sldLayoutId id="2147485133" r:id="rId6"/>
    <p:sldLayoutId id="2147485134" r:id="rId7"/>
    <p:sldLayoutId id="2147485135" r:id="rId8"/>
    <p:sldLayoutId id="214748513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38" r:id="rId1"/>
    <p:sldLayoutId id="2147485139" r:id="rId2"/>
    <p:sldLayoutId id="2147485140" r:id="rId3"/>
    <p:sldLayoutId id="2147485141" r:id="rId4"/>
    <p:sldLayoutId id="2147485142" r:id="rId5"/>
    <p:sldLayoutId id="2147485143" r:id="rId6"/>
    <p:sldLayoutId id="2147485144" r:id="rId7"/>
    <p:sldLayoutId id="2147485145" r:id="rId8"/>
    <p:sldLayoutId id="214748514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48" r:id="rId1"/>
    <p:sldLayoutId id="2147485149" r:id="rId2"/>
    <p:sldLayoutId id="2147485150" r:id="rId3"/>
    <p:sldLayoutId id="2147485151" r:id="rId4"/>
    <p:sldLayoutId id="2147485152" r:id="rId5"/>
    <p:sldLayoutId id="2147485153" r:id="rId6"/>
    <p:sldLayoutId id="2147485154" r:id="rId7"/>
    <p:sldLayoutId id="2147485155" r:id="rId8"/>
    <p:sldLayoutId id="214748515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5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58" r:id="rId1"/>
    <p:sldLayoutId id="2147485159" r:id="rId2"/>
    <p:sldLayoutId id="2147485160" r:id="rId3"/>
    <p:sldLayoutId id="2147485161" r:id="rId4"/>
    <p:sldLayoutId id="2147485162" r:id="rId5"/>
    <p:sldLayoutId id="2147485163" r:id="rId6"/>
    <p:sldLayoutId id="2147485164" r:id="rId7"/>
    <p:sldLayoutId id="2147485165" r:id="rId8"/>
    <p:sldLayoutId id="214748516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68" r:id="rId1"/>
    <p:sldLayoutId id="2147485169" r:id="rId2"/>
    <p:sldLayoutId id="2147485170" r:id="rId3"/>
    <p:sldLayoutId id="2147485171" r:id="rId4"/>
    <p:sldLayoutId id="2147485172" r:id="rId5"/>
    <p:sldLayoutId id="2147485173" r:id="rId6"/>
    <p:sldLayoutId id="2147485174" r:id="rId7"/>
    <p:sldLayoutId id="2147485175" r:id="rId8"/>
    <p:sldLayoutId id="214748517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78" r:id="rId1"/>
    <p:sldLayoutId id="2147485179" r:id="rId2"/>
    <p:sldLayoutId id="2147485180" r:id="rId3"/>
    <p:sldLayoutId id="2147485181" r:id="rId4"/>
    <p:sldLayoutId id="2147485182" r:id="rId5"/>
    <p:sldLayoutId id="2147485183" r:id="rId6"/>
    <p:sldLayoutId id="2147485184" r:id="rId7"/>
    <p:sldLayoutId id="2147485185" r:id="rId8"/>
    <p:sldLayoutId id="214748518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88" r:id="rId1"/>
    <p:sldLayoutId id="2147485189" r:id="rId2"/>
    <p:sldLayoutId id="2147485190" r:id="rId3"/>
    <p:sldLayoutId id="2147485191" r:id="rId4"/>
    <p:sldLayoutId id="2147485192" r:id="rId5"/>
    <p:sldLayoutId id="2147485193" r:id="rId6"/>
    <p:sldLayoutId id="2147485194" r:id="rId7"/>
    <p:sldLayoutId id="2147485195" r:id="rId8"/>
    <p:sldLayoutId id="214748519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198" r:id="rId1"/>
    <p:sldLayoutId id="2147485199" r:id="rId2"/>
    <p:sldLayoutId id="2147485200" r:id="rId3"/>
    <p:sldLayoutId id="2147485201" r:id="rId4"/>
    <p:sldLayoutId id="2147485202" r:id="rId5"/>
    <p:sldLayoutId id="2147485203" r:id="rId6"/>
    <p:sldLayoutId id="2147485204" r:id="rId7"/>
    <p:sldLayoutId id="2147485205" r:id="rId8"/>
    <p:sldLayoutId id="2147485206"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1"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08" r:id="rId1"/>
    <p:sldLayoutId id="2147485209" r:id="rId2"/>
    <p:sldLayoutId id="2147485210" r:id="rId3"/>
    <p:sldLayoutId id="2147485211" r:id="rId4"/>
    <p:sldLayoutId id="2147485212" r:id="rId5"/>
    <p:sldLayoutId id="2147485213" r:id="rId6"/>
    <p:sldLayoutId id="2147485214" r:id="rId7"/>
    <p:sldLayoutId id="2147485215" r:id="rId8"/>
    <p:sldLayoutId id="2147485216" r:id="rId9"/>
    <p:sldLayoutId id="2147485217" r:id="rId10"/>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2"/>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3"/>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4"/>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5"/>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19" r:id="rId1"/>
    <p:sldLayoutId id="2147485220" r:id="rId2"/>
    <p:sldLayoutId id="2147485221" r:id="rId3"/>
    <p:sldLayoutId id="2147485222" r:id="rId4"/>
    <p:sldLayoutId id="2147485223" r:id="rId5"/>
    <p:sldLayoutId id="2147485224" r:id="rId6"/>
    <p:sldLayoutId id="2147485225" r:id="rId7"/>
    <p:sldLayoutId id="2147485226" r:id="rId8"/>
    <p:sldLayoutId id="214748522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6.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29" r:id="rId1"/>
    <p:sldLayoutId id="2147485230" r:id="rId2"/>
    <p:sldLayoutId id="2147485231" r:id="rId3"/>
    <p:sldLayoutId id="2147485232" r:id="rId4"/>
    <p:sldLayoutId id="2147485233" r:id="rId5"/>
    <p:sldLayoutId id="2147485234" r:id="rId6"/>
    <p:sldLayoutId id="2147485235" r:id="rId7"/>
    <p:sldLayoutId id="2147485236" r:id="rId8"/>
    <p:sldLayoutId id="214748523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7.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39" r:id="rId1"/>
    <p:sldLayoutId id="2147485240" r:id="rId2"/>
    <p:sldLayoutId id="2147485241" r:id="rId3"/>
    <p:sldLayoutId id="2147485242" r:id="rId4"/>
    <p:sldLayoutId id="2147485243" r:id="rId5"/>
    <p:sldLayoutId id="2147485244" r:id="rId6"/>
    <p:sldLayoutId id="2147485245" r:id="rId7"/>
    <p:sldLayoutId id="2147485246" r:id="rId8"/>
    <p:sldLayoutId id="214748524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8.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49" r:id="rId1"/>
    <p:sldLayoutId id="2147485250" r:id="rId2"/>
    <p:sldLayoutId id="2147485251" r:id="rId3"/>
    <p:sldLayoutId id="2147485252" r:id="rId4"/>
    <p:sldLayoutId id="2147485253" r:id="rId5"/>
    <p:sldLayoutId id="2147485254" r:id="rId6"/>
    <p:sldLayoutId id="2147485255" r:id="rId7"/>
    <p:sldLayoutId id="2147485256" r:id="rId8"/>
    <p:sldLayoutId id="214748525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69.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59" r:id="rId1"/>
    <p:sldLayoutId id="2147485260" r:id="rId2"/>
    <p:sldLayoutId id="2147485261" r:id="rId3"/>
    <p:sldLayoutId id="2147485262" r:id="rId4"/>
    <p:sldLayoutId id="2147485263" r:id="rId5"/>
    <p:sldLayoutId id="2147485264" r:id="rId6"/>
    <p:sldLayoutId id="2147485265" r:id="rId7"/>
    <p:sldLayoutId id="2147485266" r:id="rId8"/>
    <p:sldLayoutId id="214748526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70.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69" r:id="rId1"/>
    <p:sldLayoutId id="2147485270" r:id="rId2"/>
    <p:sldLayoutId id="2147485271" r:id="rId3"/>
    <p:sldLayoutId id="2147485272" r:id="rId4"/>
    <p:sldLayoutId id="2147485273" r:id="rId5"/>
    <p:sldLayoutId id="2147485274" r:id="rId6"/>
    <p:sldLayoutId id="2147485275" r:id="rId7"/>
    <p:sldLayoutId id="2147485276" r:id="rId8"/>
    <p:sldLayoutId id="214748527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7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79" r:id="rId1"/>
    <p:sldLayoutId id="2147485280" r:id="rId2"/>
    <p:sldLayoutId id="2147485281" r:id="rId3"/>
    <p:sldLayoutId id="2147485282" r:id="rId4"/>
    <p:sldLayoutId id="2147485283" r:id="rId5"/>
    <p:sldLayoutId id="2147485284" r:id="rId6"/>
    <p:sldLayoutId id="2147485285" r:id="rId7"/>
    <p:sldLayoutId id="2147485286" r:id="rId8"/>
    <p:sldLayoutId id="214748528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7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89" r:id="rId1"/>
    <p:sldLayoutId id="2147485290" r:id="rId2"/>
    <p:sldLayoutId id="2147485291" r:id="rId3"/>
    <p:sldLayoutId id="2147485292" r:id="rId4"/>
    <p:sldLayoutId id="2147485293" r:id="rId5"/>
    <p:sldLayoutId id="2147485294" r:id="rId6"/>
    <p:sldLayoutId id="2147485295" r:id="rId7"/>
    <p:sldLayoutId id="2147485296" r:id="rId8"/>
    <p:sldLayoutId id="214748529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Masters/slideMaster17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4099" name="Text Box 11"/>
          <p:cNvSpPr txBox="1">
            <a:spLocks noChangeArrowheads="1"/>
          </p:cNvSpPr>
          <p:nvPr/>
        </p:nvSpPr>
        <p:spPr bwMode="auto">
          <a:xfrm>
            <a:off x="3026111" y="5446317"/>
            <a:ext cx="2108316"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100" name="Text Box 12"/>
          <p:cNvSpPr txBox="1">
            <a:spLocks noChangeArrowheads="1"/>
          </p:cNvSpPr>
          <p:nvPr/>
        </p:nvSpPr>
        <p:spPr bwMode="auto">
          <a:xfrm>
            <a:off x="4559060" y="6382834"/>
            <a:ext cx="2112299" cy="331589"/>
          </a:xfrm>
          <a:prstGeom prst="rect">
            <a:avLst/>
          </a:prstGeom>
          <a:noFill/>
          <a:ln>
            <a:noFill/>
          </a:ln>
        </p:spPr>
        <p:txBody>
          <a:bodyPr lIns="84531" tIns="42266" rIns="84531" bIns="42266">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ct val="50000"/>
              </a:spcBef>
              <a:spcAft>
                <a:spcPts val="0"/>
              </a:spcAft>
              <a:buClrTx/>
              <a:buSzTx/>
              <a:buFontTx/>
              <a:buNone/>
              <a:defRPr/>
            </a:pPr>
            <a:endParaRPr kumimoji="0" lang="zh-CN" altLang="en-US" sz="16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 name="Rectangle 9"/>
          <p:cNvSpPr>
            <a:spLocks noChangeArrowheads="1"/>
          </p:cNvSpPr>
          <p:nvPr userDrawn="1"/>
        </p:nvSpPr>
        <p:spPr bwMode="auto">
          <a:xfrm>
            <a:off x="11585742" y="6178391"/>
            <a:ext cx="606425" cy="332105"/>
          </a:xfrm>
          <a:prstGeom prst="rect">
            <a:avLst/>
          </a:prstGeom>
          <a:noFill/>
          <a:ln>
            <a:noFill/>
          </a:ln>
          <a:effectLst>
            <a:prstShdw prst="shdw17" dist="17961" dir="2700000">
              <a:srgbClr val="2F4D71"/>
            </a:prstShdw>
          </a:effectLst>
        </p:spPr>
        <p:txBody>
          <a:bodyPr wrap="none" lIns="83199" tIns="43264" rIns="83199" bIns="43264" anchor="ctr">
            <a:spAutoFit/>
          </a:bodyPr>
          <a:lstStyle>
            <a:lvl1pPr defTabSz="846455" eaLnBrk="0" hangingPunct="0">
              <a:defRPr sz="1600">
                <a:solidFill>
                  <a:schemeClr val="tx1"/>
                </a:solidFill>
                <a:latin typeface="Arial" panose="020B0604020202020204" pitchFamily="34" charset="0"/>
                <a:ea typeface="宋体" panose="02010600030101010101" pitchFamily="2" charset="-122"/>
              </a:defRPr>
            </a:lvl1pPr>
            <a:lvl2pPr marL="742950" indent="-285750" defTabSz="846455" eaLnBrk="0" hangingPunct="0">
              <a:defRPr sz="1600">
                <a:solidFill>
                  <a:schemeClr val="tx1"/>
                </a:solidFill>
                <a:latin typeface="Arial" panose="020B0604020202020204" pitchFamily="34" charset="0"/>
                <a:ea typeface="宋体" panose="02010600030101010101" pitchFamily="2" charset="-122"/>
              </a:defRPr>
            </a:lvl2pPr>
            <a:lvl3pPr marL="1143000" indent="-228600" defTabSz="846455" eaLnBrk="0" hangingPunct="0">
              <a:defRPr sz="1600">
                <a:solidFill>
                  <a:schemeClr val="tx1"/>
                </a:solidFill>
                <a:latin typeface="Arial" panose="020B0604020202020204" pitchFamily="34" charset="0"/>
                <a:ea typeface="宋体" panose="02010600030101010101" pitchFamily="2" charset="-122"/>
              </a:defRPr>
            </a:lvl3pPr>
            <a:lvl4pPr marL="1600200" indent="-228600" defTabSz="846455" eaLnBrk="0" hangingPunct="0">
              <a:defRPr sz="1600">
                <a:solidFill>
                  <a:schemeClr val="tx1"/>
                </a:solidFill>
                <a:latin typeface="Arial" panose="020B0604020202020204" pitchFamily="34" charset="0"/>
                <a:ea typeface="宋体" panose="02010600030101010101" pitchFamily="2" charset="-122"/>
              </a:defRPr>
            </a:lvl4pPr>
            <a:lvl5pPr marL="2057400" indent="-228600" defTabSz="846455" eaLnBrk="0" hangingPunct="0">
              <a:defRPr sz="1600">
                <a:solidFill>
                  <a:schemeClr val="tx1"/>
                </a:solidFill>
                <a:latin typeface="Arial" panose="020B0604020202020204" pitchFamily="34" charset="0"/>
                <a:ea typeface="宋体" panose="02010600030101010101" pitchFamily="2" charset="-122"/>
              </a:defRPr>
            </a:lvl5pPr>
            <a:lvl6pPr marL="25146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6pPr>
            <a:lvl7pPr marL="29718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7pPr>
            <a:lvl8pPr marL="34290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8pPr>
            <a:lvl9pPr marL="3886200" indent="-228600" algn="ctr" defTabSz="846455" eaLnBrk="0" fontAlgn="base" hangingPunct="0">
              <a:spcBef>
                <a:spcPct val="0"/>
              </a:spcBef>
              <a:spcAft>
                <a:spcPct val="0"/>
              </a:spcAft>
              <a:defRPr sz="1600">
                <a:solidFill>
                  <a:schemeClr val="tx1"/>
                </a:solidFill>
                <a:latin typeface="Arial" panose="020B0604020202020204" pitchFamily="34" charset="0"/>
                <a:ea typeface="宋体" panose="02010600030101010101" pitchFamily="2" charset="-122"/>
              </a:defRPr>
            </a:lvl9pPr>
          </a:lstStyle>
          <a:p>
            <a:pPr marL="0" marR="0" lvl="0" indent="0" algn="l" defTabSz="846455" rtl="0" eaLnBrk="1" fontAlgn="auto" latinLnBrk="0" hangingPunct="1">
              <a:lnSpc>
                <a:spcPct val="100000"/>
              </a:lnSpc>
              <a:spcBef>
                <a:spcPts val="0"/>
              </a:spcBef>
              <a:spcAft>
                <a:spcPts val="0"/>
              </a:spcAft>
              <a:buClrTx/>
              <a:buSzTx/>
              <a:buFontTx/>
              <a:buNone/>
              <a:defRPr/>
            </a:pPr>
            <a:fld id="{B2DE838B-0F12-4B31-B7D1-2D0F6538ECB8}" type="slidenum">
              <a:rPr kumimoji="0" lang="en-US" altLang="zh-CN" sz="1600" b="1" i="0" u="none" strike="noStrike" kern="1200" cap="none" spc="0" normalizeH="0" baseline="0" noProof="0" smtClean="0">
                <a:ln>
                  <a:noFill/>
                </a:ln>
                <a:solidFill>
                  <a:srgbClr val="002C6C"/>
                </a:solidFill>
                <a:effectLst/>
                <a:uLnTx/>
                <a:uFillTx/>
                <a:latin typeface="微软雅黑" panose="020B0503020204020204" charset="-122"/>
                <a:ea typeface="微软雅黑" panose="020B0503020204020204" charset="-122"/>
                <a:cs typeface="+mn-cs"/>
              </a:rPr>
            </a:fld>
            <a:endParaRPr kumimoji="0" lang="en-US" altLang="zh-CN" sz="1600" b="1" i="0" u="none" strike="noStrike" kern="1200" cap="none" spc="0" normalizeH="0" baseline="0" noProof="0" dirty="0">
              <a:ln>
                <a:noFill/>
              </a:ln>
              <a:solidFill>
                <a:srgbClr val="002C6C"/>
              </a:solidFill>
              <a:effectLst/>
              <a:uLnTx/>
              <a:uFillTx/>
              <a:latin typeface="微软雅黑" panose="020B0503020204020204" charset="-122"/>
              <a:ea typeface="微软雅黑" panose="020B0503020204020204" charset="-122"/>
              <a:cs typeface="+mn-cs"/>
            </a:endParaRPr>
          </a:p>
        </p:txBody>
      </p:sp>
      <p:sp>
        <p:nvSpPr>
          <p:cNvPr id="6" name="矩形 5"/>
          <p:cNvSpPr/>
          <p:nvPr userDrawn="1"/>
        </p:nvSpPr>
        <p:spPr bwMode="auto">
          <a:xfrm>
            <a:off x="444380" y="820396"/>
            <a:ext cx="11286641" cy="45719"/>
          </a:xfrm>
          <a:prstGeom prst="rect">
            <a:avLst/>
          </a:prstGeom>
          <a:solidFill>
            <a:srgbClr val="112D98"/>
          </a:soli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600" b="0" i="0" u="none" strike="noStrike" kern="1200" cap="none" spc="0" normalizeH="0" baseline="0" noProof="0">
              <a:ln>
                <a:noFill/>
              </a:ln>
              <a:solidFill>
                <a:srgbClr val="FFFFFF"/>
              </a:solidFill>
              <a:effectLst/>
              <a:uLnTx/>
              <a:uFillTx/>
              <a:latin typeface="Arial" panose="020B0604020202020204" pitchFamily="34" charset="0"/>
              <a:ea typeface="宋体" panose="02010600030101010101" pitchFamily="2" charset="-122"/>
              <a:cs typeface="+mn-cs"/>
            </a:endParaRPr>
          </a:p>
        </p:txBody>
      </p:sp>
      <p:sp>
        <p:nvSpPr>
          <p:cNvPr id="8" name="矩形 7"/>
          <p:cNvSpPr/>
          <p:nvPr userDrawn="1"/>
        </p:nvSpPr>
        <p:spPr>
          <a:xfrm>
            <a:off x="-2262553" y="1045210"/>
            <a:ext cx="2262554" cy="590550"/>
          </a:xfrm>
          <a:prstGeom prst="rect">
            <a:avLst/>
          </a:prstGeom>
          <a:solidFill>
            <a:srgbClr val="152A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主色：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21/42/140</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9" name="矩形 8"/>
          <p:cNvSpPr/>
          <p:nvPr userDrawn="1"/>
        </p:nvSpPr>
        <p:spPr>
          <a:xfrm>
            <a:off x="-2262553" y="1798955"/>
            <a:ext cx="2262554" cy="590550"/>
          </a:xfrm>
          <a:prstGeom prst="rect">
            <a:avLst/>
          </a:prstGeom>
          <a:solidFill>
            <a:srgbClr val="2796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39/150/212</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sp>
        <p:nvSpPr>
          <p:cNvPr id="10" name="矩形 9"/>
          <p:cNvSpPr/>
          <p:nvPr userDrawn="1"/>
        </p:nvSpPr>
        <p:spPr>
          <a:xfrm>
            <a:off x="-2261918" y="2552700"/>
            <a:ext cx="2262554" cy="590550"/>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辅助色：</a:t>
            </a:r>
            <a:r>
              <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rPr>
              <a:t>RGB: 237/237/237</a:t>
            </a:r>
            <a:endParaRPr kumimoji="0" lang="en-US" altLang="zh-CN" sz="120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sym typeface="+mn-ea"/>
            </a:endParaRPr>
          </a:p>
        </p:txBody>
      </p:sp>
      <p:sp>
        <p:nvSpPr>
          <p:cNvPr id="11" name="矩形 10"/>
          <p:cNvSpPr/>
          <p:nvPr userDrawn="1"/>
        </p:nvSpPr>
        <p:spPr>
          <a:xfrm>
            <a:off x="-2273006" y="3306445"/>
            <a:ext cx="2262554" cy="590550"/>
          </a:xfrm>
          <a:prstGeom prst="rect">
            <a:avLst/>
          </a:prstGeom>
          <a:solidFill>
            <a:srgbClr val="B100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特殊色：</a:t>
            </a:r>
            <a:r>
              <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rPr>
              <a:t>RGB: 177/0/17</a:t>
            </a:r>
            <a:endParaRPr kumimoji="0" lang="en-US" altLang="zh-CN" sz="12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ea"/>
            </a:endParaRPr>
          </a:p>
        </p:txBody>
      </p:sp>
      <p:pic>
        <p:nvPicPr>
          <p:cNvPr id="12" name="图片 11"/>
          <p:cNvPicPr>
            <a:picLocks noChangeAspect="1"/>
          </p:cNvPicPr>
          <p:nvPr userDrawn="1"/>
        </p:nvPicPr>
        <p:blipFill>
          <a:blip r:embed="rId10"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728774" y="0"/>
            <a:ext cx="2199701" cy="1018479"/>
          </a:xfrm>
          <a:prstGeom prst="rect">
            <a:avLst/>
          </a:prstGeom>
        </p:spPr>
      </p:pic>
    </p:spTree>
  </p:cSld>
  <p:clrMap bg1="lt1" tx1="dk1" bg2="lt2" tx2="dk2" accent1="accent1" accent2="accent2" accent3="accent3" accent4="accent4" accent5="accent5" accent6="accent6" hlink="hlink" folHlink="folHlink"/>
  <p:sldLayoutIdLst>
    <p:sldLayoutId id="2147485299" r:id="rId1"/>
    <p:sldLayoutId id="2147485300" r:id="rId2"/>
    <p:sldLayoutId id="2147485301" r:id="rId3"/>
    <p:sldLayoutId id="2147485302" r:id="rId4"/>
    <p:sldLayoutId id="2147485303" r:id="rId5"/>
    <p:sldLayoutId id="2147485304" r:id="rId6"/>
    <p:sldLayoutId id="2147485305" r:id="rId7"/>
    <p:sldLayoutId id="2147485306" r:id="rId8"/>
    <p:sldLayoutId id="2147485307" r:id="rId9"/>
  </p:sldLayoutIdLst>
  <p:hf hdr="0" ftr="0" dt="0"/>
  <p:txStyles>
    <p:title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p:titleStyle>
    <p:bodyStyle>
      <a:lvl1pPr marL="316865" indent="-316865" algn="l" defTabSz="844550" rtl="0" eaLnBrk="1" fontAlgn="base" hangingPunct="1">
        <a:spcBef>
          <a:spcPct val="20000"/>
        </a:spcBef>
        <a:spcAft>
          <a:spcPct val="0"/>
        </a:spcAft>
        <a:buFont typeface="Arial" panose="020B0604020202020204" pitchFamily="34" charset="0"/>
        <a:buBlip>
          <a:blip r:embed="rId11"/>
        </a:buBlip>
        <a:defRPr sz="2200">
          <a:solidFill>
            <a:srgbClr val="002C6C"/>
          </a:solidFill>
          <a:latin typeface="+mn-lt"/>
          <a:ea typeface="+mn-ea"/>
          <a:cs typeface="+mn-cs"/>
        </a:defRPr>
      </a:lvl1pPr>
      <a:lvl2pPr marL="686435" indent="-262890" algn="l" defTabSz="844550" rtl="0" eaLnBrk="1" fontAlgn="base" hangingPunct="1">
        <a:spcBef>
          <a:spcPct val="20000"/>
        </a:spcBef>
        <a:spcAft>
          <a:spcPct val="0"/>
        </a:spcAft>
        <a:buFont typeface="Arial" panose="020B0604020202020204" pitchFamily="34" charset="0"/>
        <a:buBlip>
          <a:blip r:embed="rId12"/>
        </a:buBlip>
        <a:defRPr sz="2800">
          <a:solidFill>
            <a:srgbClr val="002C6C"/>
          </a:solidFill>
          <a:latin typeface="+mn-lt"/>
          <a:ea typeface="+mn-ea"/>
        </a:defRPr>
      </a:lvl2pPr>
      <a:lvl3pPr marL="1057275" indent="-212090" algn="l" defTabSz="844550" rtl="0" eaLnBrk="1" fontAlgn="base" hangingPunct="1">
        <a:spcBef>
          <a:spcPct val="20000"/>
        </a:spcBef>
        <a:spcAft>
          <a:spcPct val="0"/>
        </a:spcAft>
        <a:buFont typeface="Arial" panose="020B0604020202020204" pitchFamily="34" charset="0"/>
        <a:buBlip>
          <a:blip r:embed="rId13"/>
        </a:buBlip>
        <a:defRPr sz="2200">
          <a:solidFill>
            <a:srgbClr val="002C6C"/>
          </a:solidFill>
          <a:latin typeface="+mn-lt"/>
          <a:ea typeface="+mn-ea"/>
        </a:defRPr>
      </a:lvl3pPr>
      <a:lvl4pPr marL="1478915" indent="-210820" algn="l" defTabSz="844550" rtl="0" eaLnBrk="1" fontAlgn="base" hangingPunct="1">
        <a:spcBef>
          <a:spcPct val="20000"/>
        </a:spcBef>
        <a:spcAft>
          <a:spcPct val="0"/>
        </a:spcAft>
        <a:buFont typeface="Arial" panose="020B0604020202020204" pitchFamily="34" charset="0"/>
        <a:buBlip>
          <a:blip r:embed="rId14"/>
        </a:buBlip>
        <a:defRPr sz="1400">
          <a:solidFill>
            <a:srgbClr val="002C6C"/>
          </a:solidFill>
          <a:latin typeface="+mn-lt"/>
          <a:ea typeface="+mn-ea"/>
        </a:defRPr>
      </a:lvl4pPr>
      <a:lvl5pPr marL="190182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5pPr>
      <a:lvl6pPr marL="235839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495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4550"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p:bodyStyle>
    <p:otherStyle>
      <a:defPPr>
        <a:defRPr lang="zh-CN"/>
      </a:defPPr>
      <a:lvl1pPr marL="0" algn="l" defTabSz="913130" rtl="0" eaLnBrk="1" latinLnBrk="0" hangingPunct="1">
        <a:defRPr sz="1800" kern="1200">
          <a:solidFill>
            <a:schemeClr val="tx1"/>
          </a:solidFill>
          <a:latin typeface="+mn-lt"/>
          <a:ea typeface="+mn-ea"/>
          <a:cs typeface="+mn-cs"/>
        </a:defRPr>
      </a:lvl1pPr>
      <a:lvl2pPr marL="456565" algn="l" defTabSz="913130" rtl="0" eaLnBrk="1" latinLnBrk="0" hangingPunct="1">
        <a:defRPr sz="1800" kern="1200">
          <a:solidFill>
            <a:schemeClr val="tx1"/>
          </a:solidFill>
          <a:latin typeface="+mn-lt"/>
          <a:ea typeface="+mn-ea"/>
          <a:cs typeface="+mn-cs"/>
        </a:defRPr>
      </a:lvl2pPr>
      <a:lvl3pPr marL="913130" algn="l" defTabSz="913130" rtl="0" eaLnBrk="1" latinLnBrk="0" hangingPunct="1">
        <a:defRPr sz="1800" kern="1200">
          <a:solidFill>
            <a:schemeClr val="tx1"/>
          </a:solidFill>
          <a:latin typeface="+mn-lt"/>
          <a:ea typeface="+mn-ea"/>
          <a:cs typeface="+mn-cs"/>
        </a:defRPr>
      </a:lvl3pPr>
      <a:lvl4pPr marL="1369695" algn="l" defTabSz="913130" rtl="0" eaLnBrk="1" latinLnBrk="0" hangingPunct="1">
        <a:defRPr sz="1800" kern="1200">
          <a:solidFill>
            <a:schemeClr val="tx1"/>
          </a:solidFill>
          <a:latin typeface="+mn-lt"/>
          <a:ea typeface="+mn-ea"/>
          <a:cs typeface="+mn-cs"/>
        </a:defRPr>
      </a:lvl4pPr>
      <a:lvl5pPr marL="1826260" algn="l" defTabSz="913130" rtl="0" eaLnBrk="1" latinLnBrk="0" hangingPunct="1">
        <a:defRPr sz="1800" kern="1200">
          <a:solidFill>
            <a:schemeClr val="tx1"/>
          </a:solidFill>
          <a:latin typeface="+mn-lt"/>
          <a:ea typeface="+mn-ea"/>
          <a:cs typeface="+mn-cs"/>
        </a:defRPr>
      </a:lvl5pPr>
      <a:lvl6pPr marL="2282190" algn="l" defTabSz="913130" rtl="0" eaLnBrk="1" latinLnBrk="0" hangingPunct="1">
        <a:defRPr sz="1800" kern="1200">
          <a:solidFill>
            <a:schemeClr val="tx1"/>
          </a:solidFill>
          <a:latin typeface="+mn-lt"/>
          <a:ea typeface="+mn-ea"/>
          <a:cs typeface="+mn-cs"/>
        </a:defRPr>
      </a:lvl6pPr>
      <a:lvl7pPr marL="2738755" algn="l" defTabSz="913130" rtl="0" eaLnBrk="1" latinLnBrk="0" hangingPunct="1">
        <a:defRPr sz="1800" kern="1200">
          <a:solidFill>
            <a:schemeClr val="tx1"/>
          </a:solidFill>
          <a:latin typeface="+mn-lt"/>
          <a:ea typeface="+mn-ea"/>
          <a:cs typeface="+mn-cs"/>
        </a:defRPr>
      </a:lvl7pPr>
      <a:lvl8pPr marL="3195320" algn="l" defTabSz="913130" rtl="0" eaLnBrk="1" latinLnBrk="0" hangingPunct="1">
        <a:defRPr sz="1800" kern="1200">
          <a:solidFill>
            <a:schemeClr val="tx1"/>
          </a:solidFill>
          <a:latin typeface="+mn-lt"/>
          <a:ea typeface="+mn-ea"/>
          <a:cs typeface="+mn-cs"/>
        </a:defRPr>
      </a:lvl8pPr>
      <a:lvl9pPr marL="3651885" algn="l" defTabSz="91313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29.xml"/><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3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16.xml"/></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32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55.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05.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87.xml"/><Relationship Id="rId2" Type="http://schemas.openxmlformats.org/officeDocument/2006/relationships/themeOverride" Target="../theme/themeOverride1.xml"/><Relationship Id="rId1"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75.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325.xml"/><Relationship Id="rId2" Type="http://schemas.openxmlformats.org/officeDocument/2006/relationships/themeOverride" Target="../theme/themeOverride2.xml"/><Relationship Id="rId1" Type="http://schemas.openxmlformats.org/officeDocument/2006/relationships/tags" Target="../tags/tag5.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334.xml"/><Relationship Id="rId1" Type="http://schemas.openxmlformats.org/officeDocument/2006/relationships/themeOverride" Target="../theme/themeOverride3.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352.xml"/><Relationship Id="rId2" Type="http://schemas.openxmlformats.org/officeDocument/2006/relationships/themeOverride" Target="../theme/themeOverride4.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43.xml"/><Relationship Id="rId1" Type="http://schemas.openxmlformats.org/officeDocument/2006/relationships/themeOverride" Target="../theme/themeOverride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8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33.xml"/><Relationship Id="rId1" Type="http://schemas.openxmlformats.org/officeDocument/2006/relationships/tags" Target="../tags/tag7.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442.xml"/><Relationship Id="rId1" Type="http://schemas.openxmlformats.org/officeDocument/2006/relationships/tags" Target="../tags/tag8.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4.xml"/><Relationship Id="rId2" Type="http://schemas.openxmlformats.org/officeDocument/2006/relationships/image" Target="../media/image22.png"/><Relationship Id="rId1" Type="http://schemas.openxmlformats.org/officeDocument/2006/relationships/tags" Target="../tags/tag9.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66.xml"/><Relationship Id="rId1" Type="http://schemas.openxmlformats.org/officeDocument/2006/relationships/tags" Target="../tags/tag10.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450.xml"/><Relationship Id="rId1" Type="http://schemas.openxmlformats.org/officeDocument/2006/relationships/tags" Target="../tags/tag11.xml"/></Relationships>
</file>

<file path=ppt/slides/_rels/slide19.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1459.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image" Target="../media/image23.png"/><Relationship Id="rId2" Type="http://schemas.openxmlformats.org/officeDocument/2006/relationships/tags" Target="../tags/tag13.xml"/><Relationship Id="rId1" Type="http://schemas.openxmlformats.org/officeDocument/2006/relationships/tags" Target="../tags/tag12.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9.xml"/><Relationship Id="rId5" Type="http://schemas.openxmlformats.org/officeDocument/2006/relationships/slideLayout" Target="../slideLayouts/slideLayout1468.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1477.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486.xml"/><Relationship Id="rId1" Type="http://schemas.openxmlformats.org/officeDocument/2006/relationships/tags" Target="../tags/tag28.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06.xml"/><Relationship Id="rId1" Type="http://schemas.openxmlformats.org/officeDocument/2006/relationships/themeOverride" Target="../theme/themeOverride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406.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306.xml"/><Relationship Id="rId1"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1"/>
          <p:cNvSpPr txBox="1"/>
          <p:nvPr/>
        </p:nvSpPr>
        <p:spPr>
          <a:xfrm>
            <a:off x="0" y="2644775"/>
            <a:ext cx="12192635" cy="1470025"/>
          </a:xfrm>
          <a:prstGeom prst="rect">
            <a:avLst/>
          </a:prstGeom>
        </p:spPr>
        <p:txBody>
          <a:bodyPr lIns="81750" tIns="40874" rIns="81750" bIns="40874" anchor="ctr"/>
          <a:lstStyle>
            <a:lvl1pPr algn="l" defTabSz="845185" rtl="0" eaLnBrk="1" fontAlgn="base" hangingPunct="1">
              <a:spcBef>
                <a:spcPct val="0"/>
              </a:spcBef>
              <a:spcAft>
                <a:spcPct val="0"/>
              </a:spcAft>
              <a:defRPr sz="2300" b="1">
                <a:solidFill>
                  <a:srgbClr val="112D98"/>
                </a:solidFill>
                <a:latin typeface="微软雅黑" panose="020B0503020204020204" charset="-122"/>
                <a:ea typeface="微软雅黑" panose="020B0503020204020204" charset="-122"/>
                <a:cs typeface="+mj-cs"/>
              </a:defRPr>
            </a:lvl1pPr>
            <a:lvl2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2pPr>
            <a:lvl3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3pPr>
            <a:lvl4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4pPr>
            <a:lvl5pPr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5pPr>
            <a:lvl6pPr marL="45656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6pPr>
            <a:lvl7pPr marL="91313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7pPr>
            <a:lvl8pPr marL="1369695"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8pPr>
            <a:lvl9pPr marL="1826260" algn="l" defTabSz="845185" rtl="0" eaLnBrk="1" fontAlgn="base" hangingPunct="1">
              <a:spcBef>
                <a:spcPct val="0"/>
              </a:spcBef>
              <a:spcAft>
                <a:spcPct val="0"/>
              </a:spcAft>
              <a:defRPr sz="2600" b="1">
                <a:solidFill>
                  <a:srgbClr val="002C6C"/>
                </a:solidFill>
                <a:latin typeface="Calibri" panose="020F0502020204030204" pitchFamily="34" charset="0"/>
                <a:ea typeface="宋体" panose="02010600030101010101" pitchFamily="2" charset="-122"/>
              </a:defRPr>
            </a:lvl9pPr>
          </a:lstStyle>
          <a:p>
            <a:pPr marL="0" marR="0" lvl="0" indent="0" algn="ctr" defTabSz="845185" rtl="0" eaLnBrk="1" fontAlgn="base" latinLnBrk="0" hangingPunct="1">
              <a:lnSpc>
                <a:spcPct val="120000"/>
              </a:lnSpc>
              <a:spcBef>
                <a:spcPct val="0"/>
              </a:spcBef>
              <a:spcAft>
                <a:spcPct val="0"/>
              </a:spcAft>
              <a:buClrTx/>
              <a:buSzTx/>
              <a:buFontTx/>
              <a:buNone/>
              <a:defRPr/>
            </a:pPr>
            <a:r>
              <a:rPr lang="zh-CN" altLang="en-US" sz="5400" kern="0" dirty="0" smtClean="0">
                <a:solidFill>
                  <a:srgbClr val="152A8C"/>
                </a:solidFill>
              </a:rPr>
              <a:t>专家人才库</a:t>
            </a:r>
            <a:r>
              <a:rPr lang="zh-CN" altLang="en-US" sz="5400" kern="0" dirty="0" smtClean="0">
                <a:solidFill>
                  <a:srgbClr val="152A8C"/>
                </a:solidFill>
              </a:rPr>
              <a:t>建设方案</a:t>
            </a:r>
            <a:endParaRPr lang="zh-CN" altLang="en-US" sz="5400" kern="0" dirty="0" smtClean="0">
              <a:solidFill>
                <a:srgbClr val="152A8C"/>
              </a:solidFill>
            </a:endParaRPr>
          </a:p>
        </p:txBody>
      </p:sp>
      <p:sp>
        <p:nvSpPr>
          <p:cNvPr id="5" name="副标题 2"/>
          <p:cNvSpPr txBox="1"/>
          <p:nvPr/>
        </p:nvSpPr>
        <p:spPr>
          <a:xfrm>
            <a:off x="1786255" y="4884365"/>
            <a:ext cx="8534400" cy="1141898"/>
          </a:xfrm>
          <a:prstGeom prst="rect">
            <a:avLst/>
          </a:prstGeom>
        </p:spPr>
        <p:txBody>
          <a:bodyPr lIns="81750" tIns="40874" rIns="81750" bIns="40874"/>
          <a:lstStyle>
            <a:lvl1pPr marL="316865" indent="-316865" algn="l" defTabSz="845185" rtl="0" eaLnBrk="1" fontAlgn="base" hangingPunct="1">
              <a:spcBef>
                <a:spcPct val="20000"/>
              </a:spcBef>
              <a:spcAft>
                <a:spcPct val="0"/>
              </a:spcAft>
              <a:buFont typeface="Arial" panose="020B0604020202020204" pitchFamily="34" charset="0"/>
              <a:buBlip>
                <a:blip r:embed="rId1"/>
              </a:buBlip>
              <a:defRPr sz="2200">
                <a:solidFill>
                  <a:srgbClr val="102A8D"/>
                </a:solidFill>
                <a:latin typeface="+mn-lt"/>
                <a:ea typeface="+mn-ea"/>
                <a:cs typeface="+mn-cs"/>
              </a:defRPr>
            </a:lvl1pPr>
            <a:lvl2pPr marL="686435" indent="-262890" algn="l" defTabSz="845185" rtl="0" eaLnBrk="1" fontAlgn="base" hangingPunct="1">
              <a:spcBef>
                <a:spcPct val="20000"/>
              </a:spcBef>
              <a:spcAft>
                <a:spcPct val="0"/>
              </a:spcAft>
              <a:buFont typeface="Arial" panose="020B0604020202020204" pitchFamily="34" charset="0"/>
              <a:buBlip>
                <a:blip r:embed="rId2"/>
              </a:buBlip>
              <a:defRPr sz="2800">
                <a:solidFill>
                  <a:srgbClr val="102A8D"/>
                </a:solidFill>
                <a:latin typeface="+mn-lt"/>
                <a:ea typeface="+mn-ea"/>
              </a:defRPr>
            </a:lvl2pPr>
            <a:lvl3pPr marL="1057275" indent="-212725" algn="l" defTabSz="845185" rtl="0" eaLnBrk="1" fontAlgn="base" hangingPunct="1">
              <a:spcBef>
                <a:spcPct val="20000"/>
              </a:spcBef>
              <a:spcAft>
                <a:spcPct val="0"/>
              </a:spcAft>
              <a:buFont typeface="Arial" panose="020B0604020202020204" pitchFamily="34" charset="0"/>
              <a:buBlip>
                <a:blip r:embed="rId3"/>
              </a:buBlip>
              <a:defRPr sz="2200">
                <a:solidFill>
                  <a:srgbClr val="102A8D"/>
                </a:solidFill>
                <a:latin typeface="+mn-lt"/>
                <a:ea typeface="+mn-ea"/>
              </a:defRPr>
            </a:lvl3pPr>
            <a:lvl4pPr marL="1478915" indent="-210820" algn="l" defTabSz="845185" rtl="0" eaLnBrk="1" fontAlgn="base" hangingPunct="1">
              <a:spcBef>
                <a:spcPct val="20000"/>
              </a:spcBef>
              <a:spcAft>
                <a:spcPct val="0"/>
              </a:spcAft>
              <a:buFont typeface="Arial" panose="020B0604020202020204" pitchFamily="34" charset="0"/>
              <a:buBlip>
                <a:blip r:embed="rId4"/>
              </a:buBlip>
              <a:defRPr sz="1400">
                <a:solidFill>
                  <a:srgbClr val="102A8D"/>
                </a:solidFill>
                <a:latin typeface="+mn-lt"/>
                <a:ea typeface="+mn-ea"/>
              </a:defRPr>
            </a:lvl4pPr>
            <a:lvl5pPr marL="1902460" indent="-210820" algn="l" defTabSz="845185" rtl="0" eaLnBrk="1" fontAlgn="base" hangingPunct="1">
              <a:spcBef>
                <a:spcPct val="20000"/>
              </a:spcBef>
              <a:spcAft>
                <a:spcPct val="0"/>
              </a:spcAft>
              <a:buFont typeface="Arial" panose="020B0604020202020204" pitchFamily="34" charset="0"/>
              <a:buChar char="»"/>
              <a:defRPr sz="1400">
                <a:solidFill>
                  <a:srgbClr val="102A8D"/>
                </a:solidFill>
                <a:latin typeface="+mn-lt"/>
                <a:ea typeface="+mn-ea"/>
              </a:defRPr>
            </a:lvl5pPr>
            <a:lvl6pPr marL="235902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6pPr>
            <a:lvl7pPr marL="281559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7pPr>
            <a:lvl8pPr marL="3271520"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8pPr>
            <a:lvl9pPr marL="3728085" indent="-210820" algn="l" defTabSz="845185" rtl="0" eaLnBrk="1" fontAlgn="base" hangingPunct="1">
              <a:spcBef>
                <a:spcPct val="20000"/>
              </a:spcBef>
              <a:spcAft>
                <a:spcPct val="0"/>
              </a:spcAft>
              <a:buFont typeface="Arial" panose="020B0604020202020204" pitchFamily="34" charset="0"/>
              <a:buChar char="»"/>
              <a:defRPr sz="1400">
                <a:solidFill>
                  <a:srgbClr val="002C6C"/>
                </a:solidFill>
                <a:latin typeface="+mn-lt"/>
                <a:ea typeface="+mn-ea"/>
              </a:defRPr>
            </a:lvl9pPr>
          </a:lstStyle>
          <a:p>
            <a:pPr marL="0" marR="0" lvl="0" indent="0" algn="ctr" defTabSz="845185" rtl="0" eaLnBrk="1" fontAlgn="base" latinLnBrk="0" hangingPunct="1">
              <a:lnSpc>
                <a:spcPct val="120000"/>
              </a:lnSpc>
              <a:spcBef>
                <a:spcPct val="20000"/>
              </a:spcBef>
              <a:spcAft>
                <a:spcPct val="0"/>
              </a:spcAft>
              <a:buClrTx/>
              <a:buSzTx/>
              <a:buFont typeface="Arial" panose="020B0604020202020204" pitchFamily="34" charset="0"/>
              <a:buNone/>
              <a:defRPr/>
            </a:pPr>
            <a:r>
              <a:rPr kumimoji="0" lang="zh-CN" altLang="en-US" sz="2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股权运营部</a:t>
            </a:r>
            <a:endParaRPr kumimoji="0" lang="en-US" altLang="zh-CN" sz="2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a:p>
            <a:pPr marL="0" marR="0" lvl="0" indent="0" algn="ctr" defTabSz="845185" rtl="0" eaLnBrk="1" fontAlgn="base" latinLnBrk="0" hangingPunct="1">
              <a:lnSpc>
                <a:spcPct val="120000"/>
              </a:lnSpc>
              <a:spcBef>
                <a:spcPct val="20000"/>
              </a:spcBef>
              <a:spcAft>
                <a:spcPct val="0"/>
              </a:spcAft>
              <a:buClrTx/>
              <a:buSzTx/>
              <a:buFont typeface="Arial" panose="020B0604020202020204" pitchFamily="34" charset="0"/>
              <a:buNone/>
              <a:defRPr/>
            </a:pPr>
            <a:r>
              <a:rPr kumimoji="0" lang="en-US" altLang="zh-CN" sz="2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2026</a:t>
            </a:r>
            <a:r>
              <a:rPr kumimoji="0" lang="zh-CN" altLang="en-US" sz="2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年</a:t>
            </a:r>
            <a:r>
              <a:rPr kumimoji="0" lang="en-US" altLang="zh-CN" sz="2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09</a:t>
            </a:r>
            <a:r>
              <a:rPr kumimoji="0" lang="zh-CN" altLang="en-US" sz="2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月</a:t>
            </a:r>
            <a:endParaRPr kumimoji="0" lang="zh-CN" altLang="en-US" sz="2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5"/>
          <p:cNvSpPr txBox="1"/>
          <p:nvPr/>
        </p:nvSpPr>
        <p:spPr>
          <a:xfrm>
            <a:off x="536077" y="380846"/>
            <a:ext cx="10367010" cy="509905"/>
          </a:xfrm>
          <a:prstGeom prst="rect">
            <a:avLst/>
          </a:prstGeom>
        </p:spPr>
        <p:txBody>
          <a:bodyPr lIns="81750" tIns="40874" rIns="81750" bIns="40874"/>
          <a:lstStyle>
            <a:lvl1pPr algn="l" defTabSz="844550" rtl="0" eaLnBrk="1" fontAlgn="base" hangingPunct="1">
              <a:spcBef>
                <a:spcPct val="0"/>
              </a:spcBef>
              <a:spcAft>
                <a:spcPct val="0"/>
              </a:spcAft>
              <a:defRPr lang="zh-CN" altLang="en-US" sz="2400" b="1" kern="1200">
                <a:solidFill>
                  <a:srgbClr val="152A8C"/>
                </a:solidFill>
                <a:latin typeface="微软雅黑" panose="020B0503020204020204" charset="-122"/>
                <a:ea typeface="微软雅黑" panose="020B0503020204020204" charset="-122"/>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a:lstStyle>
          <a:p>
            <a:r>
              <a:rPr lang="zh-CN" altLang="en-US" smtClean="0"/>
              <a:t>目  录</a:t>
            </a:r>
            <a:endParaRPr lang="zh-CN" altLang="en-US" dirty="0"/>
          </a:p>
        </p:txBody>
      </p:sp>
      <p:sp>
        <p:nvSpPr>
          <p:cNvPr id="7" name="矩形 8"/>
          <p:cNvSpPr>
            <a:spLocks noChangeArrowheads="1"/>
          </p:cNvSpPr>
          <p:nvPr/>
        </p:nvSpPr>
        <p:spPr bwMode="auto">
          <a:xfrm>
            <a:off x="3282658" y="2087850"/>
            <a:ext cx="6205855" cy="621665"/>
          </a:xfrm>
          <a:prstGeom prst="rect">
            <a:avLst/>
          </a:prstGeom>
          <a:solidFill>
            <a:schemeClr val="bg1"/>
          </a:solidFill>
          <a:ln w="19050">
            <a:solidFill>
              <a:srgbClr val="152A8C"/>
            </a:solidFill>
            <a:miter lim="800000"/>
          </a:ln>
        </p:spPr>
        <p:txBody>
          <a:bodyPr anchor="ctr"/>
          <a:lstStyle/>
          <a:p>
            <a:pPr eaLnBrk="0" fontAlgn="base" hangingPunct="0">
              <a:spcBef>
                <a:spcPct val="0"/>
              </a:spcBef>
              <a:spcAft>
                <a:spcPct val="0"/>
              </a:spcAft>
            </a:pPr>
            <a:r>
              <a:rPr lang="zh-CN" altLang="en-US" sz="2000" b="1" dirty="0">
                <a:solidFill>
                  <a:srgbClr val="152A8C"/>
                </a:solidFill>
                <a:latin typeface="微软雅黑" panose="020B0503020204020204" charset="-122"/>
                <a:ea typeface="微软雅黑" panose="020B0503020204020204" charset="-122"/>
                <a:sym typeface="微软雅黑" panose="020B0503020204020204" charset="-122"/>
              </a:rPr>
              <a:t>建设</a:t>
            </a:r>
            <a:r>
              <a:rPr lang="zh-CN" altLang="en-US" sz="2000" b="1" dirty="0">
                <a:solidFill>
                  <a:srgbClr val="152A8C"/>
                </a:solidFill>
                <a:latin typeface="微软雅黑" panose="020B0503020204020204" charset="-122"/>
                <a:ea typeface="微软雅黑" panose="020B0503020204020204" charset="-122"/>
                <a:sym typeface="微软雅黑" panose="020B0503020204020204" charset="-122"/>
              </a:rPr>
              <a:t>背景</a:t>
            </a:r>
            <a:endParaRPr lang="zh-CN" altLang="en-US" sz="2000" b="1" dirty="0">
              <a:solidFill>
                <a:srgbClr val="152A8C"/>
              </a:solidFill>
              <a:latin typeface="微软雅黑" panose="020B0503020204020204" charset="-122"/>
              <a:ea typeface="微软雅黑" panose="020B0503020204020204" charset="-122"/>
              <a:sym typeface="微软雅黑" panose="020B0503020204020204" charset="-122"/>
            </a:endParaRPr>
          </a:p>
        </p:txBody>
      </p:sp>
      <p:sp>
        <p:nvSpPr>
          <p:cNvPr id="9" name="矩形 41"/>
          <p:cNvSpPr>
            <a:spLocks noChangeArrowheads="1"/>
          </p:cNvSpPr>
          <p:nvPr/>
        </p:nvSpPr>
        <p:spPr bwMode="auto">
          <a:xfrm>
            <a:off x="2633689" y="2088484"/>
            <a:ext cx="600075" cy="615950"/>
          </a:xfrm>
          <a:prstGeom prst="rect">
            <a:avLst/>
          </a:prstGeom>
          <a:solidFill>
            <a:srgbClr val="152A8C"/>
          </a:solidFill>
          <a:ln>
            <a:noFill/>
          </a:ln>
        </p:spPr>
        <p:txBody>
          <a:bodyPr anchor="ctr"/>
          <a:lstStyle/>
          <a:p>
            <a:pPr algn="ctr" eaLnBrk="0" fontAlgn="base" hangingPunct="0">
              <a:spcBef>
                <a:spcPct val="0"/>
              </a:spcBef>
              <a:spcAft>
                <a:spcPct val="0"/>
              </a:spcAft>
            </a:pPr>
            <a:r>
              <a:rPr lang="zh-CN" altLang="en-US" sz="2000" b="1" dirty="0">
                <a:solidFill>
                  <a:srgbClr val="FFFFFF"/>
                </a:solidFill>
                <a:latin typeface="微软雅黑" panose="020B0503020204020204" charset="-122"/>
                <a:ea typeface="微软雅黑" panose="020B0503020204020204" charset="-122"/>
                <a:sym typeface="微软雅黑" panose="020B0503020204020204" charset="-122"/>
              </a:rPr>
              <a:t>一</a:t>
            </a:r>
            <a:endParaRPr lang="zh-CN" altLang="en-US" sz="2000" b="1"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4" name="矩形 41"/>
          <p:cNvSpPr>
            <a:spLocks noChangeArrowheads="1"/>
          </p:cNvSpPr>
          <p:nvPr/>
        </p:nvSpPr>
        <p:spPr bwMode="auto">
          <a:xfrm>
            <a:off x="2633689" y="2913362"/>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二</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2" name="矩形 8"/>
          <p:cNvSpPr>
            <a:spLocks noChangeArrowheads="1"/>
          </p:cNvSpPr>
          <p:nvPr/>
        </p:nvSpPr>
        <p:spPr bwMode="auto">
          <a:xfrm>
            <a:off x="3282658" y="2913363"/>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行业</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对标</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3" name="矩形 41"/>
          <p:cNvSpPr>
            <a:spLocks noChangeArrowheads="1"/>
          </p:cNvSpPr>
          <p:nvPr/>
        </p:nvSpPr>
        <p:spPr bwMode="auto">
          <a:xfrm>
            <a:off x="2633689" y="3738227"/>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三</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8" name="矩形 41"/>
          <p:cNvSpPr>
            <a:spLocks noChangeArrowheads="1"/>
          </p:cNvSpPr>
          <p:nvPr/>
        </p:nvSpPr>
        <p:spPr bwMode="auto">
          <a:xfrm>
            <a:off x="2633689" y="4563092"/>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四</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1" name="矩形 8"/>
          <p:cNvSpPr>
            <a:spLocks noChangeArrowheads="1"/>
          </p:cNvSpPr>
          <p:nvPr/>
        </p:nvSpPr>
        <p:spPr bwMode="auto">
          <a:xfrm>
            <a:off x="3282658" y="3738228"/>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核心</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方案</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13" name="矩形 8"/>
          <p:cNvSpPr>
            <a:spLocks noChangeArrowheads="1"/>
          </p:cNvSpPr>
          <p:nvPr/>
        </p:nvSpPr>
        <p:spPr bwMode="auto">
          <a:xfrm>
            <a:off x="3282658" y="4563093"/>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工作计划</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5" name="文本框 102"/>
          <p:cNvSpPr txBox="1"/>
          <p:nvPr/>
        </p:nvSpPr>
        <p:spPr>
          <a:xfrm>
            <a:off x="461963" y="823913"/>
            <a:ext cx="11264900" cy="619125"/>
          </a:xfrm>
          <a:prstGeom prst="rect">
            <a:avLst/>
          </a:prstGeom>
          <a:noFill/>
          <a:ln w="9525">
            <a:noFill/>
          </a:ln>
        </p:spPr>
        <p:txBody>
          <a:bodyPr anchor="t" anchorCtr="0"/>
          <a:p>
            <a:pPr marL="342900" indent="-342900">
              <a:lnSpc>
                <a:spcPct val="12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rPr>
              <a:t>集团层面：一汽股权要强化产业链战略协同与关键布局，进一步提升</a:t>
            </a:r>
            <a:r>
              <a:rPr lang="zh-CN" altLang="en-US" sz="1600" b="1" dirty="0">
                <a:solidFill>
                  <a:srgbClr val="C00000"/>
                </a:solidFill>
                <a:latin typeface="微软雅黑" panose="020B0503020204020204" charset="-122"/>
                <a:ea typeface="微软雅黑" panose="020B0503020204020204" charset="-122"/>
              </a:rPr>
              <a:t>股权投资运营</a:t>
            </a:r>
            <a:r>
              <a:rPr lang="zh-CN" altLang="en-US" sz="1600" b="1" dirty="0">
                <a:solidFill>
                  <a:srgbClr val="152A8C"/>
                </a:solidFill>
                <a:latin typeface="微软雅黑" panose="020B0503020204020204" charset="-122"/>
                <a:ea typeface="微软雅黑" panose="020B0503020204020204" charset="-122"/>
              </a:rPr>
              <a:t>水平</a:t>
            </a:r>
            <a:endParaRPr lang="zh-CN" altLang="en-US" sz="1600" b="1" dirty="0">
              <a:solidFill>
                <a:srgbClr val="152A8C"/>
              </a:solidFill>
              <a:latin typeface="微软雅黑" panose="020B0503020204020204" charset="-122"/>
              <a:ea typeface="微软雅黑" panose="020B0503020204020204" charset="-122"/>
            </a:endParaRPr>
          </a:p>
          <a:p>
            <a:pPr marL="342900" indent="-342900">
              <a:lnSpc>
                <a:spcPct val="12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rPr>
              <a:t>公司层面：建立四库底座，深化</a:t>
            </a:r>
            <a:r>
              <a:rPr lang="zh-CN" altLang="en-US" sz="1600" b="1" dirty="0">
                <a:solidFill>
                  <a:srgbClr val="C00000"/>
                </a:solidFill>
                <a:latin typeface="微软雅黑" panose="020B0503020204020204" charset="-122"/>
                <a:ea typeface="微软雅黑" panose="020B0503020204020204" charset="-122"/>
              </a:rPr>
              <a:t>产业协同</a:t>
            </a:r>
            <a:r>
              <a:rPr lang="zh-CN" altLang="en-US" sz="1600" b="1" dirty="0">
                <a:solidFill>
                  <a:srgbClr val="152A8C"/>
                </a:solidFill>
                <a:latin typeface="微软雅黑" panose="020B0503020204020204" charset="-122"/>
                <a:ea typeface="微软雅黑" panose="020B0503020204020204" charset="-122"/>
              </a:rPr>
              <a:t>，筑牢共生发展有机体</a:t>
            </a:r>
            <a:endParaRPr lang="zh-CN" altLang="en-US" sz="1600" b="1" dirty="0">
              <a:solidFill>
                <a:srgbClr val="152A8C"/>
              </a:solidFill>
              <a:latin typeface="微软雅黑" panose="020B0503020204020204" charset="-122"/>
              <a:ea typeface="微软雅黑" panose="020B0503020204020204" charset="-122"/>
            </a:endParaRPr>
          </a:p>
          <a:p>
            <a:pPr marL="342900" indent="-342900">
              <a:lnSpc>
                <a:spcPct val="120000"/>
              </a:lnSpc>
              <a:buFont typeface="Wingdings" panose="05000000000000000000" pitchFamily="2" charset="2"/>
              <a:buChar char="p"/>
            </a:pPr>
            <a:endParaRPr lang="zh-CN" altLang="en-US" sz="1600" b="1" dirty="0">
              <a:solidFill>
                <a:srgbClr val="152A8C"/>
              </a:solidFill>
              <a:latin typeface="微软雅黑" panose="020B0503020204020204" charset="-122"/>
              <a:ea typeface="微软雅黑" panose="020B0503020204020204" charset="-122"/>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algn="l" defTabSz="844550">
              <a:buClrTx/>
              <a:buSzTx/>
              <a:buFontTx/>
            </a:pPr>
            <a:r>
              <a:rPr lang="zh-CN" altLang="en-US" sz="2400" b="1" dirty="0">
                <a:solidFill>
                  <a:srgbClr val="152A8C"/>
                </a:solidFill>
                <a:latin typeface="微软雅黑" panose="020B0503020204020204" charset="-122"/>
                <a:ea typeface="微软雅黑" panose="020B0503020204020204" charset="-122"/>
              </a:rPr>
              <a:t>一、建设背景</a:t>
            </a:r>
            <a:r>
              <a:rPr lang="en-US" altLang="zh-CN" sz="2400" b="1" dirty="0">
                <a:solidFill>
                  <a:srgbClr val="152A8C"/>
                </a:solidFill>
                <a:latin typeface="微软雅黑" panose="020B0503020204020204" charset="-122"/>
                <a:ea typeface="微软雅黑" panose="020B0503020204020204" charset="-122"/>
              </a:rPr>
              <a:t>-</a:t>
            </a:r>
            <a:r>
              <a:rPr lang="zh-CN" altLang="en-US" sz="1800" b="1" dirty="0">
                <a:solidFill>
                  <a:srgbClr val="152A8C"/>
                </a:solidFill>
                <a:latin typeface="微软雅黑" panose="020B0503020204020204" charset="-122"/>
                <a:ea typeface="微软雅黑" panose="020B0503020204020204" charset="-122"/>
              </a:rPr>
              <a:t>功能</a:t>
            </a:r>
            <a:r>
              <a:rPr lang="zh-CN" altLang="en-US" b="1" dirty="0">
                <a:solidFill>
                  <a:srgbClr val="152A8C"/>
                </a:solidFill>
                <a:latin typeface="微软雅黑" panose="020B0503020204020204" charset="-122"/>
                <a:ea typeface="微软雅黑" panose="020B0503020204020204" charset="-122"/>
              </a:rPr>
              <a:t>定位</a:t>
            </a:r>
            <a:endParaRPr lang="zh-CN" altLang="en-US" b="1" dirty="0">
              <a:solidFill>
                <a:srgbClr val="152A8C"/>
              </a:solidFill>
              <a:latin typeface="微软雅黑" panose="020B0503020204020204" charset="-122"/>
              <a:ea typeface="微软雅黑" panose="020B0503020204020204" charset="-122"/>
            </a:endParaRPr>
          </a:p>
        </p:txBody>
      </p:sp>
      <p:sp>
        <p:nvSpPr>
          <p:cNvPr id="35" name="文本框 34"/>
          <p:cNvSpPr txBox="1"/>
          <p:nvPr/>
        </p:nvSpPr>
        <p:spPr>
          <a:xfrm>
            <a:off x="18249265" y="-311150"/>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sp>
        <p:nvSpPr>
          <p:cNvPr id="37" name="文本框 36"/>
          <p:cNvSpPr txBox="1"/>
          <p:nvPr/>
        </p:nvSpPr>
        <p:spPr>
          <a:xfrm>
            <a:off x="-3441700" y="9915525"/>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sp>
        <p:nvSpPr>
          <p:cNvPr id="38" name="文本框 37"/>
          <p:cNvSpPr txBox="1"/>
          <p:nvPr/>
        </p:nvSpPr>
        <p:spPr>
          <a:xfrm>
            <a:off x="13404850" y="4654550"/>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grpSp>
        <p:nvGrpSpPr>
          <p:cNvPr id="4" name="组合 3"/>
          <p:cNvGrpSpPr/>
          <p:nvPr/>
        </p:nvGrpSpPr>
        <p:grpSpPr>
          <a:xfrm>
            <a:off x="1011555" y="1703070"/>
            <a:ext cx="9662795" cy="3926205"/>
            <a:chOff x="877" y="3208"/>
            <a:chExt cx="17515" cy="6662"/>
          </a:xfrm>
        </p:grpSpPr>
        <p:sp>
          <p:nvSpPr>
            <p:cNvPr id="21" name="圆角矩形 200"/>
            <p:cNvSpPr/>
            <p:nvPr/>
          </p:nvSpPr>
          <p:spPr>
            <a:xfrm>
              <a:off x="11119" y="5656"/>
              <a:ext cx="6531" cy="1187"/>
            </a:xfrm>
            <a:prstGeom prst="roundRect">
              <a:avLst>
                <a:gd name="adj" fmla="val 8218"/>
              </a:avLst>
            </a:prstGeom>
            <a:noFill/>
            <a:ln w="19050" cap="flat" cmpd="sng">
              <a:solidFill>
                <a:srgbClr val="2151D1"/>
              </a:solidFill>
              <a:prstDash val="solid"/>
              <a:miter/>
              <a:headEnd type="none" w="med" len="med"/>
              <a:tailEnd type="none" w="med" len="med"/>
            </a:ln>
          </p:spPr>
          <p:txBody>
            <a:bodyPr tIns="36000" anchor="t" anchorCtr="0"/>
            <a:p>
              <a:pPr algn="ctr"/>
              <a:endParaRPr lang="zh-CN" altLang="en-US" sz="700" b="1" i="1" dirty="0">
                <a:solidFill>
                  <a:srgbClr val="2151D1"/>
                </a:solidFill>
                <a:latin typeface="微软雅黑" panose="020B0503020204020204" charset="-122"/>
                <a:ea typeface="微软雅黑" panose="020B0503020204020204" charset="-122"/>
              </a:endParaRPr>
            </a:p>
          </p:txBody>
        </p:sp>
        <p:sp>
          <p:nvSpPr>
            <p:cNvPr id="66" name="圆角矩形 200"/>
            <p:cNvSpPr/>
            <p:nvPr/>
          </p:nvSpPr>
          <p:spPr>
            <a:xfrm>
              <a:off x="4144" y="5694"/>
              <a:ext cx="6531" cy="1176"/>
            </a:xfrm>
            <a:prstGeom prst="roundRect">
              <a:avLst>
                <a:gd name="adj" fmla="val 8218"/>
              </a:avLst>
            </a:prstGeom>
            <a:noFill/>
            <a:ln w="19050" cap="flat" cmpd="sng">
              <a:solidFill>
                <a:srgbClr val="2151D1"/>
              </a:solidFill>
              <a:prstDash val="solid"/>
              <a:miter/>
              <a:headEnd type="none" w="med" len="med"/>
              <a:tailEnd type="none" w="med" len="med"/>
            </a:ln>
          </p:spPr>
          <p:txBody>
            <a:bodyPr tIns="36000" anchor="t" anchorCtr="0"/>
            <a:p>
              <a:pPr algn="ctr"/>
              <a:endParaRPr lang="zh-CN" altLang="en-US" sz="700" b="1" i="1" dirty="0">
                <a:solidFill>
                  <a:srgbClr val="2151D1"/>
                </a:solidFill>
                <a:latin typeface="微软雅黑" panose="020B0503020204020204" charset="-122"/>
                <a:ea typeface="微软雅黑" panose="020B0503020204020204" charset="-122"/>
              </a:endParaRPr>
            </a:p>
          </p:txBody>
        </p:sp>
        <p:sp>
          <p:nvSpPr>
            <p:cNvPr id="241675" name="圆角矩形 187"/>
            <p:cNvSpPr/>
            <p:nvPr/>
          </p:nvSpPr>
          <p:spPr>
            <a:xfrm>
              <a:off x="3835" y="5340"/>
              <a:ext cx="14154" cy="1735"/>
            </a:xfrm>
            <a:prstGeom prst="roundRect">
              <a:avLst>
                <a:gd name="adj" fmla="val 5713"/>
              </a:avLst>
            </a:prstGeom>
            <a:noFill/>
            <a:ln w="19050" cap="flat" cmpd="sng">
              <a:solidFill>
                <a:srgbClr val="2151D1"/>
              </a:solidFill>
              <a:prstDash val="solid"/>
              <a:round/>
              <a:headEnd type="none" w="med" len="med"/>
              <a:tailEnd type="none" w="med" len="med"/>
            </a:ln>
          </p:spPr>
          <p:txBody>
            <a:bodyPr anchor="ctr" anchorCtr="0"/>
            <a:p>
              <a:pPr algn="ctr" defTabSz="1219200"/>
              <a:endParaRPr lang="zh-CN" altLang="en-US" sz="2000" dirty="0">
                <a:solidFill>
                  <a:srgbClr val="C00000"/>
                </a:solidFill>
                <a:latin typeface="微软雅黑" panose="020B0503020204020204" charset="-122"/>
                <a:ea typeface="微软雅黑" panose="020B0503020204020204" charset="-122"/>
              </a:endParaRPr>
            </a:p>
          </p:txBody>
        </p:sp>
        <p:sp>
          <p:nvSpPr>
            <p:cNvPr id="241701" name="圆角矩形 213"/>
            <p:cNvSpPr/>
            <p:nvPr/>
          </p:nvSpPr>
          <p:spPr>
            <a:xfrm>
              <a:off x="3574" y="8706"/>
              <a:ext cx="14635" cy="1164"/>
            </a:xfrm>
            <a:prstGeom prst="trapezoid">
              <a:avLst/>
            </a:prstGeom>
            <a:solidFill>
              <a:srgbClr val="152A8C"/>
            </a:solidFill>
            <a:ln w="12700" cap="flat" cmpd="sng">
              <a:solidFill>
                <a:srgbClr val="2151D1"/>
              </a:solidFill>
              <a:prstDash val="solid"/>
              <a:miter/>
              <a:headEnd type="none" w="med" len="med"/>
              <a:tailEnd type="none" w="med" len="med"/>
            </a:ln>
          </p:spPr>
          <p:txBody>
            <a:bodyPr lIns="0" tIns="0" rIns="0" bIns="0" anchor="t" anchorCtr="0"/>
            <a:p>
              <a:pPr algn="ctr"/>
              <a:endParaRPr lang="zh-CN" altLang="en-US" sz="1200" b="1" dirty="0">
                <a:gradFill>
                  <a:gsLst>
                    <a:gs pos="50000">
                      <a:schemeClr val="tx1"/>
                    </a:gs>
                    <a:gs pos="0">
                      <a:schemeClr val="tx1">
                        <a:lumMod val="25000"/>
                        <a:lumOff val="75000"/>
                      </a:schemeClr>
                    </a:gs>
                    <a:gs pos="100000">
                      <a:schemeClr val="tx1">
                        <a:lumMod val="85000"/>
                      </a:schemeClr>
                    </a:gs>
                  </a:gsLst>
                  <a:lin ang="5400000" scaled="1"/>
                </a:gradFill>
                <a:latin typeface="微软雅黑" panose="020B0503020204020204" charset="-122"/>
                <a:ea typeface="微软雅黑" panose="020B0503020204020204" charset="-122"/>
              </a:endParaRPr>
            </a:p>
          </p:txBody>
        </p:sp>
        <p:sp>
          <p:nvSpPr>
            <p:cNvPr id="13" name="等腰三角形 12"/>
            <p:cNvSpPr/>
            <p:nvPr/>
          </p:nvSpPr>
          <p:spPr>
            <a:xfrm>
              <a:off x="3095" y="3208"/>
              <a:ext cx="15297" cy="1012"/>
            </a:xfrm>
            <a:prstGeom prst="triangle">
              <a:avLst/>
            </a:prstGeom>
            <a:solidFill>
              <a:srgbClr val="2151D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000" b="1" i="0" u="none" strike="noStrike" kern="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endParaRPr>
            </a:p>
          </p:txBody>
        </p:sp>
        <p:sp>
          <p:nvSpPr>
            <p:cNvPr id="73" name="文本框 137"/>
            <p:cNvSpPr txBox="1"/>
            <p:nvPr/>
          </p:nvSpPr>
          <p:spPr>
            <a:xfrm>
              <a:off x="4160" y="7351"/>
              <a:ext cx="6532" cy="731"/>
            </a:xfrm>
            <a:prstGeom prst="rect">
              <a:avLst/>
            </a:prstGeom>
            <a:noFill/>
            <a:ln w="6350">
              <a:solidFill>
                <a:schemeClr val="accent6">
                  <a:lumMod val="50000"/>
                  <a:lumOff val="50000"/>
                </a:schemeClr>
              </a:solidFill>
              <a:prstDash val="solid"/>
            </a:ln>
            <a:extLst>
              <a:ext uri="{909E8E84-426E-40DD-AFC4-6F175D3DCCD1}">
                <a14:hiddenFill xmlns:a14="http://schemas.microsoft.com/office/drawing/2010/main">
                  <a:solidFill>
                    <a:srgbClr val="2151D1"/>
                  </a:solidFill>
                </a14:hiddenFill>
              </a:ext>
            </a:extLst>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微软雅黑" panose="020B0503020204020204" charset="-122"/>
                  <a:sym typeface="+mn-lt"/>
                </a:rPr>
                <a:t>一企一策范式</a:t>
              </a:r>
              <a:endParaRPr kumimoji="0" lang="zh-CN" altLang="en-US" sz="1600"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微软雅黑" panose="020B0503020204020204" charset="-122"/>
                <a:sym typeface="+mn-lt"/>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00" b="0" dirty="0" smtClean="0">
                  <a:solidFill>
                    <a:srgbClr val="000000"/>
                  </a:solidFill>
                  <a:latin typeface="Arial" panose="020B0604020202020204" pitchFamily="34" charset="0"/>
                  <a:sym typeface="微软雅黑" panose="020B0503020204020204" charset="-122"/>
                </a:rPr>
                <a:t>（分类、施策、定</a:t>
              </a:r>
              <a:r>
                <a:rPr lang="zh-CN" altLang="en-US" sz="1000" b="0" dirty="0" smtClean="0">
                  <a:solidFill>
                    <a:srgbClr val="000000"/>
                  </a:solidFill>
                  <a:latin typeface="Arial" panose="020B0604020202020204" pitchFamily="34" charset="0"/>
                  <a:sym typeface="微软雅黑" panose="020B0503020204020204" charset="-122"/>
                </a:rPr>
                <a:t>任务）</a:t>
              </a:r>
              <a:endParaRPr lang="zh-CN" altLang="en-US" sz="1000" b="0" dirty="0" smtClean="0">
                <a:solidFill>
                  <a:srgbClr val="000000"/>
                </a:solidFill>
                <a:latin typeface="Arial" panose="020B0604020202020204" pitchFamily="34" charset="0"/>
                <a:sym typeface="微软雅黑" panose="020B0503020204020204" charset="-122"/>
              </a:endParaRPr>
            </a:p>
          </p:txBody>
        </p:sp>
        <p:sp>
          <p:nvSpPr>
            <p:cNvPr id="36" name="圆角矩形 187"/>
            <p:cNvSpPr/>
            <p:nvPr/>
          </p:nvSpPr>
          <p:spPr>
            <a:xfrm>
              <a:off x="3835" y="7228"/>
              <a:ext cx="14154" cy="1363"/>
            </a:xfrm>
            <a:prstGeom prst="roundRect">
              <a:avLst>
                <a:gd name="adj" fmla="val 5713"/>
              </a:avLst>
            </a:prstGeom>
            <a:noFill/>
            <a:ln w="19050" cap="flat" cmpd="sng">
              <a:solidFill>
                <a:srgbClr val="2151D1"/>
              </a:solidFill>
              <a:prstDash val="solid"/>
              <a:round/>
              <a:headEnd type="none" w="med" len="med"/>
              <a:tailEnd type="none" w="med" len="med"/>
            </a:ln>
          </p:spPr>
          <p:txBody>
            <a:bodyPr anchor="ctr" anchorCtr="0"/>
            <a:p>
              <a:pPr algn="ctr" defTabSz="1219200"/>
              <a:endParaRPr lang="zh-CN" altLang="en-US" sz="2000" dirty="0">
                <a:solidFill>
                  <a:srgbClr val="C00000"/>
                </a:solidFill>
                <a:latin typeface="微软雅黑" panose="020B0503020204020204" charset="-122"/>
                <a:ea typeface="微软雅黑" panose="020B0503020204020204" charset="-122"/>
              </a:endParaRPr>
            </a:p>
          </p:txBody>
        </p:sp>
        <p:sp>
          <p:nvSpPr>
            <p:cNvPr id="42" name="矩形 571"/>
            <p:cNvSpPr/>
            <p:nvPr/>
          </p:nvSpPr>
          <p:spPr>
            <a:xfrm>
              <a:off x="4113" y="5451"/>
              <a:ext cx="6580" cy="625"/>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mn-ea"/>
                </a:rPr>
                <a:t>股权运营业务</a:t>
              </a:r>
              <a:endPar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mn-ea"/>
              </a:endParaRPr>
            </a:p>
          </p:txBody>
        </p:sp>
        <p:sp>
          <p:nvSpPr>
            <p:cNvPr id="54" name="矩形 53"/>
            <p:cNvSpPr/>
            <p:nvPr/>
          </p:nvSpPr>
          <p:spPr>
            <a:xfrm>
              <a:off x="1134" y="3690"/>
              <a:ext cx="2077" cy="677"/>
            </a:xfrm>
            <a:prstGeom prst="rect">
              <a:avLst/>
            </a:prstGeom>
          </p:spPr>
          <p:txBody>
            <a:bodyPr lIns="0" rIns="0">
              <a:spAutoFit/>
            </a:bodyPr>
            <a:lstStyle/>
            <a:p>
              <a:pPr algn="l" fontAlgn="auto">
                <a:spcBef>
                  <a:spcPts val="0"/>
                </a:spcBef>
                <a:spcAft>
                  <a:spcPts val="0"/>
                </a:spcAft>
                <a:defRPr/>
              </a:pPr>
              <a:r>
                <a:rPr lang="en-US" altLang="zh-CN" sz="2000" b="1" i="1">
                  <a:ln w="0"/>
                  <a:solidFill>
                    <a:srgbClr val="C00000"/>
                  </a:solidFill>
                  <a:effectLst>
                    <a:outerShdw blurRad="38100" dist="19050" dir="2700000" algn="tl" rotWithShape="0">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rPr>
                <a:t>1  </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个</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体系</a:t>
              </a:r>
              <a:endPar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55" name="直接连接符 54"/>
            <p:cNvCxnSpPr/>
            <p:nvPr/>
          </p:nvCxnSpPr>
          <p:spPr>
            <a:xfrm flipH="1">
              <a:off x="877" y="4323"/>
              <a:ext cx="2872" cy="0"/>
            </a:xfrm>
            <a:prstGeom prst="line">
              <a:avLst/>
            </a:prstGeom>
            <a:noFill/>
            <a:ln w="9525" cap="flat" cmpd="sng" algn="ctr">
              <a:gradFill flip="none" rotWithShape="1">
                <a:gsLst>
                  <a:gs pos="33000">
                    <a:srgbClr val="703D5A">
                      <a:alpha val="60000"/>
                    </a:srgbClr>
                  </a:gs>
                  <a:gs pos="0">
                    <a:srgbClr val="3B7AB2">
                      <a:alpha val="0"/>
                    </a:srgbClr>
                  </a:gs>
                  <a:gs pos="100000">
                    <a:srgbClr val="A40001">
                      <a:alpha val="75000"/>
                    </a:srgbClr>
                  </a:gs>
                </a:gsLst>
                <a:lin ang="0" scaled="1"/>
                <a:tileRect/>
              </a:gradFill>
              <a:prstDash val="solid"/>
            </a:ln>
            <a:effectLst/>
          </p:spPr>
        </p:cxnSp>
        <p:sp>
          <p:nvSpPr>
            <p:cNvPr id="7" name="文本框 137"/>
            <p:cNvSpPr txBox="1"/>
            <p:nvPr/>
          </p:nvSpPr>
          <p:spPr>
            <a:xfrm>
              <a:off x="11132" y="7331"/>
              <a:ext cx="6532" cy="731"/>
            </a:xfrm>
            <a:prstGeom prst="rect">
              <a:avLst/>
            </a:prstGeom>
            <a:noFill/>
            <a:ln w="6350">
              <a:solidFill>
                <a:schemeClr val="accent6">
                  <a:lumMod val="50000"/>
                  <a:lumOff val="50000"/>
                </a:schemeClr>
              </a:solidFill>
              <a:prstDash val="solid"/>
            </a:ln>
            <a:extLst>
              <a:ext uri="{909E8E84-426E-40DD-AFC4-6F175D3DCCD1}">
                <a14:hiddenFill xmlns:a14="http://schemas.microsoft.com/office/drawing/2010/main">
                  <a:solidFill>
                    <a:srgbClr val="2151D1"/>
                  </a:solidFill>
                </a14:hiddenFill>
              </a:ext>
            </a:extLst>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微软雅黑" panose="020B0503020204020204" charset="-122"/>
                  <a:sym typeface="+mn-lt"/>
                </a:rPr>
                <a:t>产业协同范式</a:t>
              </a:r>
              <a:endParaRPr kumimoji="0" lang="zh-CN" altLang="en-US" sz="1600"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cs typeface="微软雅黑" panose="020B0503020204020204" charset="-122"/>
                <a:sym typeface="+mn-lt"/>
              </a:endParaRPr>
            </a:p>
            <a:p>
              <a:pPr marL="0" marR="0" lvl="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dirty="0" smtClean="0">
                  <a:ln>
                    <a:noFill/>
                  </a:ln>
                  <a:solidFill>
                    <a:srgbClr val="000000"/>
                  </a:solidFill>
                  <a:effectLst/>
                  <a:uLnTx/>
                  <a:uFillTx/>
                  <a:latin typeface="Arial" panose="020B0604020202020204" pitchFamily="34" charset="0"/>
                  <a:ea typeface="微软雅黑" panose="020B0503020204020204" charset="-122"/>
                  <a:sym typeface="+mn-lt"/>
                </a:rPr>
                <a:t>（产业</a:t>
              </a:r>
              <a:r>
                <a:rPr kumimoji="0" lang="en-US" altLang="zh-CN" sz="1000" b="0" i="0" u="none" strike="noStrike" kern="0" cap="none" spc="0" normalizeH="0" baseline="0" dirty="0" smtClean="0">
                  <a:ln>
                    <a:noFill/>
                  </a:ln>
                  <a:solidFill>
                    <a:srgbClr val="000000"/>
                  </a:solidFill>
                  <a:effectLst/>
                  <a:uLnTx/>
                  <a:uFillTx/>
                  <a:latin typeface="Arial" panose="020B0604020202020204" pitchFamily="34" charset="0"/>
                  <a:ea typeface="微软雅黑" panose="020B0503020204020204" charset="-122"/>
                  <a:sym typeface="+mn-lt"/>
                </a:rPr>
                <a:t>BP</a:t>
              </a:r>
              <a:r>
                <a:rPr kumimoji="0" lang="zh-CN" altLang="en-US" sz="1000" b="0" i="0" u="none" strike="noStrike" kern="0" cap="none" spc="0" normalizeH="0" baseline="0" dirty="0" smtClean="0">
                  <a:ln>
                    <a:noFill/>
                  </a:ln>
                  <a:solidFill>
                    <a:srgbClr val="000000"/>
                  </a:solidFill>
                  <a:effectLst/>
                  <a:uLnTx/>
                  <a:uFillTx/>
                  <a:latin typeface="Arial" panose="020B0604020202020204" pitchFamily="34" charset="0"/>
                  <a:ea typeface="微软雅黑" panose="020B0503020204020204" charset="-122"/>
                  <a:sym typeface="+mn-lt"/>
                </a:rPr>
                <a:t>制）</a:t>
              </a:r>
              <a:endParaRPr kumimoji="0" lang="zh-CN" altLang="en-US" sz="1000" b="0" i="0" u="none" strike="noStrike" kern="0" cap="none" spc="0" normalizeH="0" baseline="0" dirty="0" smtClean="0">
                <a:ln>
                  <a:noFill/>
                </a:ln>
                <a:solidFill>
                  <a:srgbClr val="000000"/>
                </a:solidFill>
                <a:effectLst/>
                <a:uLnTx/>
                <a:uFillTx/>
                <a:latin typeface="Arial" panose="020B0604020202020204" pitchFamily="34" charset="0"/>
                <a:ea typeface="微软雅黑" panose="020B0503020204020204" charset="-122"/>
                <a:sym typeface="+mn-lt"/>
              </a:endParaRPr>
            </a:p>
          </p:txBody>
        </p:sp>
        <p:sp>
          <p:nvSpPr>
            <p:cNvPr id="8" name="矩形 7"/>
            <p:cNvSpPr/>
            <p:nvPr/>
          </p:nvSpPr>
          <p:spPr>
            <a:xfrm>
              <a:off x="1221" y="6028"/>
              <a:ext cx="2077" cy="677"/>
            </a:xfrm>
            <a:prstGeom prst="rect">
              <a:avLst/>
            </a:prstGeom>
          </p:spPr>
          <p:txBody>
            <a:bodyPr lIns="0" rIns="0">
              <a:spAutoFit/>
            </a:bodyPr>
            <a:lstStyle/>
            <a:p>
              <a:pPr algn="l" fontAlgn="auto">
                <a:spcBef>
                  <a:spcPts val="0"/>
                </a:spcBef>
                <a:spcAft>
                  <a:spcPts val="0"/>
                </a:spcAft>
                <a:defRPr/>
              </a:pPr>
              <a:r>
                <a:rPr lang="en-US" altLang="zh-CN" sz="2000" b="1" i="1">
                  <a:ln w="0"/>
                  <a:solidFill>
                    <a:srgbClr val="C00000"/>
                  </a:solidFill>
                  <a:effectLst>
                    <a:outerShdw blurRad="38100" dist="19050" dir="2700000" algn="tl" rotWithShape="0">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rPr>
                <a:t>2  </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大</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业务</a:t>
              </a:r>
              <a:endPar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9" name="直接连接符 8"/>
            <p:cNvCxnSpPr/>
            <p:nvPr/>
          </p:nvCxnSpPr>
          <p:spPr>
            <a:xfrm flipH="1">
              <a:off x="964" y="6661"/>
              <a:ext cx="2872" cy="0"/>
            </a:xfrm>
            <a:prstGeom prst="line">
              <a:avLst/>
            </a:prstGeom>
            <a:noFill/>
            <a:ln w="9525" cap="flat" cmpd="sng" algn="ctr">
              <a:gradFill flip="none" rotWithShape="1">
                <a:gsLst>
                  <a:gs pos="33000">
                    <a:srgbClr val="703D5A">
                      <a:alpha val="60000"/>
                    </a:srgbClr>
                  </a:gs>
                  <a:gs pos="0">
                    <a:srgbClr val="3B7AB2">
                      <a:alpha val="0"/>
                    </a:srgbClr>
                  </a:gs>
                  <a:gs pos="100000">
                    <a:srgbClr val="A40001">
                      <a:alpha val="75000"/>
                    </a:srgbClr>
                  </a:gs>
                </a:gsLst>
                <a:lin ang="0" scaled="1"/>
                <a:tileRect/>
              </a:gradFill>
              <a:prstDash val="solid"/>
            </a:ln>
            <a:effectLst/>
          </p:spPr>
        </p:cxnSp>
        <p:sp>
          <p:nvSpPr>
            <p:cNvPr id="12" name="矩形 571"/>
            <p:cNvSpPr/>
            <p:nvPr/>
          </p:nvSpPr>
          <p:spPr>
            <a:xfrm>
              <a:off x="11103" y="5451"/>
              <a:ext cx="6547" cy="625"/>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600" b="1" noProof="0" dirty="0">
                  <a:ln>
                    <a:noFill/>
                  </a:ln>
                  <a:solidFill>
                    <a:schemeClr val="bg1"/>
                  </a:solidFill>
                  <a:effectLst/>
                  <a:uLnTx/>
                  <a:uFillTx/>
                  <a:latin typeface="微软雅黑" panose="020B0503020204020204" charset="-122"/>
                  <a:ea typeface="微软雅黑" panose="020B0503020204020204" charset="-122"/>
                  <a:sym typeface="+mn-ea"/>
                </a:rPr>
                <a:t>产业协同业务</a:t>
              </a:r>
              <a:endParaRPr kumimoji="0" lang="zh-CN" altLang="en-US" sz="16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cs typeface="+mn-cs"/>
                <a:sym typeface="+mn-ea"/>
              </a:endParaRPr>
            </a:p>
          </p:txBody>
        </p:sp>
        <p:sp>
          <p:nvSpPr>
            <p:cNvPr id="14" name="矩形 13"/>
            <p:cNvSpPr/>
            <p:nvPr/>
          </p:nvSpPr>
          <p:spPr>
            <a:xfrm>
              <a:off x="1221" y="7846"/>
              <a:ext cx="2077" cy="677"/>
            </a:xfrm>
            <a:prstGeom prst="rect">
              <a:avLst/>
            </a:prstGeom>
          </p:spPr>
          <p:txBody>
            <a:bodyPr lIns="0" rIns="0">
              <a:spAutoFit/>
            </a:bodyPr>
            <a:lstStyle/>
            <a:p>
              <a:pPr algn="l" fontAlgn="auto">
                <a:spcBef>
                  <a:spcPts val="0"/>
                </a:spcBef>
                <a:spcAft>
                  <a:spcPts val="0"/>
                </a:spcAft>
                <a:defRPr/>
              </a:pPr>
              <a:r>
                <a:rPr lang="en-US" altLang="zh-CN" sz="2000" b="1" i="1">
                  <a:ln w="0"/>
                  <a:solidFill>
                    <a:srgbClr val="C00000"/>
                  </a:solidFill>
                  <a:effectLst>
                    <a:outerShdw blurRad="38100" dist="19050" dir="2700000" algn="tl" rotWithShape="0">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rPr>
                <a:t>2  </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大</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范式</a:t>
              </a:r>
              <a:endPar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5" name="直接连接符 14"/>
            <p:cNvCxnSpPr/>
            <p:nvPr/>
          </p:nvCxnSpPr>
          <p:spPr>
            <a:xfrm flipH="1">
              <a:off x="964" y="8479"/>
              <a:ext cx="2872" cy="0"/>
            </a:xfrm>
            <a:prstGeom prst="line">
              <a:avLst/>
            </a:prstGeom>
            <a:noFill/>
            <a:ln w="9525" cap="flat" cmpd="sng" algn="ctr">
              <a:gradFill flip="none" rotWithShape="1">
                <a:gsLst>
                  <a:gs pos="33000">
                    <a:srgbClr val="703D5A">
                      <a:alpha val="60000"/>
                    </a:srgbClr>
                  </a:gs>
                  <a:gs pos="0">
                    <a:srgbClr val="3B7AB2">
                      <a:alpha val="0"/>
                    </a:srgbClr>
                  </a:gs>
                  <a:gs pos="100000">
                    <a:srgbClr val="A40001">
                      <a:alpha val="75000"/>
                    </a:srgbClr>
                  </a:gs>
                </a:gsLst>
                <a:lin ang="0" scaled="1"/>
                <a:tileRect/>
              </a:gradFill>
              <a:prstDash val="solid"/>
            </a:ln>
            <a:effectLst/>
          </p:spPr>
        </p:cxnSp>
        <p:sp>
          <p:nvSpPr>
            <p:cNvPr id="16" name="矩形 15"/>
            <p:cNvSpPr/>
            <p:nvPr/>
          </p:nvSpPr>
          <p:spPr>
            <a:xfrm>
              <a:off x="1221" y="9145"/>
              <a:ext cx="2077" cy="677"/>
            </a:xfrm>
            <a:prstGeom prst="rect">
              <a:avLst/>
            </a:prstGeom>
          </p:spPr>
          <p:txBody>
            <a:bodyPr lIns="0" rIns="0">
              <a:spAutoFit/>
            </a:bodyPr>
            <a:lstStyle/>
            <a:p>
              <a:pPr algn="l" fontAlgn="auto">
                <a:spcBef>
                  <a:spcPts val="0"/>
                </a:spcBef>
                <a:spcAft>
                  <a:spcPts val="0"/>
                </a:spcAft>
                <a:defRPr/>
              </a:pPr>
              <a:r>
                <a:rPr lang="en-US" altLang="zh-CN" sz="2000" b="1" i="1">
                  <a:ln w="0"/>
                  <a:solidFill>
                    <a:srgbClr val="C00000"/>
                  </a:solidFill>
                  <a:effectLst>
                    <a:outerShdw blurRad="38100" dist="19050" dir="2700000" algn="tl" rotWithShape="0">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rPr>
                <a:t>9  </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个</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支撑</a:t>
              </a:r>
              <a:endPar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17" name="直接连接符 16"/>
            <p:cNvCxnSpPr/>
            <p:nvPr/>
          </p:nvCxnSpPr>
          <p:spPr>
            <a:xfrm flipH="1">
              <a:off x="964" y="9778"/>
              <a:ext cx="2872" cy="0"/>
            </a:xfrm>
            <a:prstGeom prst="line">
              <a:avLst/>
            </a:prstGeom>
            <a:noFill/>
            <a:ln w="9525" cap="flat" cmpd="sng" algn="ctr">
              <a:gradFill flip="none" rotWithShape="1">
                <a:gsLst>
                  <a:gs pos="33000">
                    <a:srgbClr val="703D5A">
                      <a:alpha val="60000"/>
                    </a:srgbClr>
                  </a:gs>
                  <a:gs pos="0">
                    <a:srgbClr val="3B7AB2">
                      <a:alpha val="0"/>
                    </a:srgbClr>
                  </a:gs>
                  <a:gs pos="100000">
                    <a:srgbClr val="A40001">
                      <a:alpha val="75000"/>
                    </a:srgbClr>
                  </a:gs>
                </a:gsLst>
                <a:lin ang="0" scaled="1"/>
                <a:tileRect/>
              </a:gradFill>
              <a:prstDash val="solid"/>
            </a:ln>
            <a:effectLst/>
          </p:spPr>
        </p:cxnSp>
        <p:cxnSp>
          <p:nvCxnSpPr>
            <p:cNvPr id="19" name="直接箭头连接符 18"/>
            <p:cNvCxnSpPr/>
            <p:nvPr/>
          </p:nvCxnSpPr>
          <p:spPr>
            <a:xfrm>
              <a:off x="4340" y="8434"/>
              <a:ext cx="13180" cy="20"/>
            </a:xfrm>
            <a:prstGeom prst="straightConnector1">
              <a:avLst/>
            </a:prstGeom>
            <a:ln>
              <a:solidFill>
                <a:srgbClr val="152A8C"/>
              </a:solidFill>
              <a:headEnd type="triangle" w="med" len="med"/>
              <a:tailEnd type="triangle" w="med" len="med"/>
            </a:ln>
          </p:spPr>
          <p:style>
            <a:lnRef idx="2">
              <a:schemeClr val="accent1"/>
            </a:lnRef>
            <a:fillRef idx="0">
              <a:srgbClr val="FFFFFF"/>
            </a:fillRef>
            <a:effectRef idx="0">
              <a:srgbClr val="FFFFFF"/>
            </a:effectRef>
            <a:fontRef idx="minor">
              <a:schemeClr val="tx1"/>
            </a:fontRef>
          </p:style>
        </p:cxnSp>
        <p:sp>
          <p:nvSpPr>
            <p:cNvPr id="202" name="矩形 571"/>
            <p:cNvSpPr/>
            <p:nvPr/>
          </p:nvSpPr>
          <p:spPr>
            <a:xfrm>
              <a:off x="9544" y="8076"/>
              <a:ext cx="2400" cy="380"/>
            </a:xfrm>
            <a:prstGeom prst="rect">
              <a:avLst/>
            </a:prstGeom>
            <a:no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a:extLst>
              <a:ext uri="{909E8E84-426E-40DD-AFC4-6F175D3DCCD1}">
                <a14:hiddenFill xmlns:a14="http://schemas.microsoft.com/office/drawing/2010/main">
                  <a:solidFill>
                    <a:schemeClr val="bg1">
                      <a:lumMod val="65000"/>
                    </a:schemeClr>
                  </a:solidFill>
                </a14:hiddenFill>
              </a:ext>
            </a:ex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EEECE1">
                      <a:lumMod val="10000"/>
                    </a:srgbClr>
                  </a:solidFill>
                  <a:effectLst/>
                  <a:uLnTx/>
                  <a:uFillTx/>
                  <a:latin typeface="微软雅黑" panose="020B0503020204020204" charset="-122"/>
                  <a:ea typeface="微软雅黑" panose="020B0503020204020204" charset="-122"/>
                  <a:cs typeface="+mn-cs"/>
                </a:rPr>
                <a:t>服务于</a:t>
              </a:r>
              <a:r>
                <a:rPr kumimoji="0" lang="zh-CN" altLang="en-US" sz="1000" b="1" i="0" u="none" strike="noStrike" kern="0" cap="none" spc="0" normalizeH="0" baseline="0" noProof="1">
                  <a:ln>
                    <a:noFill/>
                  </a:ln>
                  <a:solidFill>
                    <a:srgbClr val="EEECE1">
                      <a:lumMod val="10000"/>
                    </a:srgbClr>
                  </a:solidFill>
                  <a:effectLst/>
                  <a:uLnTx/>
                  <a:uFillTx/>
                  <a:latin typeface="微软雅黑" panose="020B0503020204020204" charset="-122"/>
                  <a:ea typeface="微软雅黑" panose="020B0503020204020204" charset="-122"/>
                  <a:cs typeface="+mn-cs"/>
                </a:rPr>
                <a:t>全公司</a:t>
              </a:r>
              <a:endParaRPr kumimoji="0" lang="zh-CN" altLang="en-US" sz="1000" b="1" i="0" u="none" strike="noStrike" kern="0" cap="none" spc="0" normalizeH="0" baseline="0" noProof="1">
                <a:ln>
                  <a:noFill/>
                </a:ln>
                <a:solidFill>
                  <a:srgbClr val="EEECE1">
                    <a:lumMod val="10000"/>
                  </a:srgbClr>
                </a:solidFill>
                <a:effectLst/>
                <a:uLnTx/>
                <a:uFillTx/>
                <a:latin typeface="微软雅黑" panose="020B0503020204020204" charset="-122"/>
                <a:ea typeface="微软雅黑" panose="020B0503020204020204" charset="-122"/>
                <a:cs typeface="+mn-cs"/>
              </a:endParaRPr>
            </a:p>
          </p:txBody>
        </p:sp>
        <p:sp>
          <p:nvSpPr>
            <p:cNvPr id="22" name="文本框 21"/>
            <p:cNvSpPr txBox="1"/>
            <p:nvPr/>
          </p:nvSpPr>
          <p:spPr>
            <a:xfrm>
              <a:off x="4216" y="6082"/>
              <a:ext cx="3203" cy="438"/>
            </a:xfrm>
            <a:prstGeom prst="rect">
              <a:avLst/>
            </a:prstGeom>
            <a:noFill/>
          </p:spPr>
          <p:txBody>
            <a:bodyPr wrap="square" rtlCol="0" anchor="t" anchorCtr="0">
              <a:noAutofit/>
            </a:bodyPr>
            <a:p>
              <a:pPr marL="171450" indent="-171450" algn="l">
                <a:buFont typeface="Arial" panose="020B0604020202020204" pitchFamily="34" charset="0"/>
                <a:buChar char="•"/>
              </a:pPr>
              <a:r>
                <a:rPr lang="zh-CN" altLang="en-US" sz="1200" dirty="0" smtClean="0">
                  <a:solidFill>
                    <a:srgbClr val="000000"/>
                  </a:solidFill>
                  <a:latin typeface="微软雅黑" panose="020B0503020204020204" charset="-122"/>
                  <a:ea typeface="微软雅黑" panose="020B0503020204020204" charset="-122"/>
                </a:rPr>
                <a:t>参股企业穿透式管控</a:t>
              </a:r>
              <a:r>
                <a:rPr lang="en-US" altLang="zh-CN" sz="1200" dirty="0" smtClean="0">
                  <a:solidFill>
                    <a:srgbClr val="000000"/>
                  </a:solidFill>
                  <a:latin typeface="微软雅黑" panose="020B0503020204020204" charset="-122"/>
                  <a:ea typeface="微软雅黑" panose="020B0503020204020204" charset="-122"/>
                </a:rPr>
                <a:t>   </a:t>
              </a:r>
              <a:endParaRPr lang="en-US" altLang="zh-CN" sz="1200" dirty="0" smtClean="0">
                <a:solidFill>
                  <a:srgbClr val="000000"/>
                </a:solidFill>
                <a:latin typeface="微软雅黑" panose="020B0503020204020204" charset="-122"/>
                <a:ea typeface="微软雅黑" panose="020B0503020204020204" charset="-122"/>
              </a:endParaRPr>
            </a:p>
          </p:txBody>
        </p:sp>
        <p:sp>
          <p:nvSpPr>
            <p:cNvPr id="5" name="圆角矩形 187"/>
            <p:cNvSpPr/>
            <p:nvPr/>
          </p:nvSpPr>
          <p:spPr>
            <a:xfrm>
              <a:off x="3835" y="4344"/>
              <a:ext cx="14154" cy="868"/>
            </a:xfrm>
            <a:prstGeom prst="roundRect">
              <a:avLst>
                <a:gd name="adj" fmla="val 5713"/>
              </a:avLst>
            </a:prstGeom>
            <a:noFill/>
            <a:ln w="19050" cap="flat" cmpd="sng">
              <a:solidFill>
                <a:srgbClr val="2151D1"/>
              </a:solidFill>
              <a:prstDash val="solid"/>
              <a:round/>
              <a:headEnd type="none" w="med" len="med"/>
              <a:tailEnd type="none" w="med" len="med"/>
            </a:ln>
          </p:spPr>
          <p:txBody>
            <a:bodyPr anchor="ctr" anchorCtr="0"/>
            <a:p>
              <a:pPr algn="ctr" defTabSz="1219200"/>
              <a:endParaRPr lang="zh-CN" altLang="en-US" sz="2000" dirty="0">
                <a:solidFill>
                  <a:srgbClr val="C00000"/>
                </a:solidFill>
                <a:latin typeface="微软雅黑" panose="020B0503020204020204" charset="-122"/>
                <a:ea typeface="微软雅黑" panose="020B0503020204020204" charset="-122"/>
              </a:endParaRPr>
            </a:p>
          </p:txBody>
        </p:sp>
        <p:sp>
          <p:nvSpPr>
            <p:cNvPr id="6" name="文本框 137"/>
            <p:cNvSpPr txBox="1"/>
            <p:nvPr/>
          </p:nvSpPr>
          <p:spPr>
            <a:xfrm>
              <a:off x="4314" y="4499"/>
              <a:ext cx="4014" cy="562"/>
            </a:xfrm>
            <a:prstGeom prst="rect">
              <a:avLst/>
            </a:prstGeom>
            <a:solidFill>
              <a:srgbClr val="2151D1"/>
            </a:solidFill>
            <a:ln>
              <a:noFill/>
              <a:prstDash val="sysDot"/>
            </a:ln>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rPr>
                <a:t>战略协同</a:t>
              </a:r>
              <a:endParaRPr kumimoji="0" lang="zh-CN" altLang="en-US" sz="14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18" name="文本框 137"/>
            <p:cNvSpPr txBox="1"/>
            <p:nvPr/>
          </p:nvSpPr>
          <p:spPr>
            <a:xfrm>
              <a:off x="8829" y="4507"/>
              <a:ext cx="4014" cy="562"/>
            </a:xfrm>
            <a:prstGeom prst="rect">
              <a:avLst/>
            </a:prstGeom>
            <a:solidFill>
              <a:srgbClr val="2151D1"/>
            </a:solidFill>
            <a:ln>
              <a:noFill/>
              <a:prstDash val="sysDot"/>
            </a:ln>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rPr>
                <a:t>经营提升</a:t>
              </a:r>
              <a:endParaRPr kumimoji="0" lang="zh-CN" altLang="en-US" sz="14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28" name="文本框 137"/>
            <p:cNvSpPr txBox="1"/>
            <p:nvPr/>
          </p:nvSpPr>
          <p:spPr>
            <a:xfrm>
              <a:off x="13344" y="4507"/>
              <a:ext cx="4014" cy="562"/>
            </a:xfrm>
            <a:prstGeom prst="rect">
              <a:avLst/>
            </a:prstGeom>
            <a:solidFill>
              <a:srgbClr val="2151D1"/>
            </a:solidFill>
            <a:ln>
              <a:noFill/>
              <a:prstDash val="sysDot"/>
            </a:ln>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rPr>
                <a:t>风险可控</a:t>
              </a:r>
              <a:endParaRPr kumimoji="0" lang="zh-CN" altLang="en-US" sz="14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29" name="矩形 28"/>
            <p:cNvSpPr/>
            <p:nvPr/>
          </p:nvSpPr>
          <p:spPr>
            <a:xfrm>
              <a:off x="1134" y="4507"/>
              <a:ext cx="2077" cy="677"/>
            </a:xfrm>
            <a:prstGeom prst="rect">
              <a:avLst/>
            </a:prstGeom>
          </p:spPr>
          <p:txBody>
            <a:bodyPr lIns="0" rIns="0">
              <a:spAutoFit/>
            </a:bodyPr>
            <a:lstStyle/>
            <a:p>
              <a:pPr algn="l" fontAlgn="auto">
                <a:spcBef>
                  <a:spcPts val="0"/>
                </a:spcBef>
                <a:spcAft>
                  <a:spcPts val="0"/>
                </a:spcAft>
                <a:defRPr/>
              </a:pPr>
              <a:r>
                <a:rPr lang="en-US" altLang="zh-CN" sz="2000" b="1" i="1">
                  <a:ln w="0"/>
                  <a:solidFill>
                    <a:srgbClr val="C00000"/>
                  </a:solidFill>
                  <a:effectLst>
                    <a:outerShdw blurRad="38100" dist="19050" dir="2700000" algn="tl" rotWithShape="0">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rPr>
                <a:t>3  </a:t>
              </a:r>
              <a:r>
                <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大目标</a:t>
              </a:r>
              <a:endParaRPr lang="zh-CN" altLang="en-US" sz="1400" b="1" spc="300">
                <a:solidFill>
                  <a:srgbClr val="000000"/>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cxnSp>
          <p:nvCxnSpPr>
            <p:cNvPr id="30" name="直接连接符 29"/>
            <p:cNvCxnSpPr/>
            <p:nvPr/>
          </p:nvCxnSpPr>
          <p:spPr>
            <a:xfrm flipH="1">
              <a:off x="877" y="5140"/>
              <a:ext cx="2872" cy="0"/>
            </a:xfrm>
            <a:prstGeom prst="line">
              <a:avLst/>
            </a:prstGeom>
            <a:noFill/>
            <a:ln w="9525" cap="flat" cmpd="sng" algn="ctr">
              <a:gradFill flip="none" rotWithShape="1">
                <a:gsLst>
                  <a:gs pos="33000">
                    <a:srgbClr val="703D5A">
                      <a:alpha val="60000"/>
                    </a:srgbClr>
                  </a:gs>
                  <a:gs pos="0">
                    <a:srgbClr val="3B7AB2">
                      <a:alpha val="0"/>
                    </a:srgbClr>
                  </a:gs>
                  <a:gs pos="100000">
                    <a:srgbClr val="A40001">
                      <a:alpha val="75000"/>
                    </a:srgbClr>
                  </a:gs>
                </a:gsLst>
                <a:lin ang="0" scaled="1"/>
                <a:tileRect/>
              </a:gradFill>
              <a:prstDash val="solid"/>
            </a:ln>
            <a:effectLst/>
          </p:spPr>
        </p:cxnSp>
        <p:sp>
          <p:nvSpPr>
            <p:cNvPr id="32" name="矩形 31"/>
            <p:cNvSpPr/>
            <p:nvPr/>
          </p:nvSpPr>
          <p:spPr>
            <a:xfrm>
              <a:off x="4169" y="8873"/>
              <a:ext cx="6523" cy="8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lang="zh-CN" altLang="en-US" sz="1200" b="1" noProof="0" dirty="0">
                  <a:ln>
                    <a:noFill/>
                  </a:ln>
                  <a:solidFill>
                    <a:schemeClr val="bg1"/>
                  </a:solidFill>
                  <a:effectLst/>
                  <a:uLnTx/>
                  <a:uFillTx/>
                  <a:latin typeface="微软雅黑" panose="020B0503020204020204" charset="-122"/>
                  <a:ea typeface="微软雅黑" panose="020B0503020204020204" charset="-122"/>
                  <a:sym typeface="+mn-ea"/>
                </a:rPr>
                <a:t>战略管理、运营管理、委派人员管理、公司治理管理、监督控制、党建指导、资本运作</a:t>
              </a:r>
              <a:endParaRPr kumimoji="0" lang="zh-CN" altLang="en-US" sz="1200" b="1" i="0" u="none" strike="noStrike" cap="none" normalizeH="0" baseline="0" noProof="0" dirty="0" smtClean="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33" name="矩形 32"/>
            <p:cNvSpPr/>
            <p:nvPr/>
          </p:nvSpPr>
          <p:spPr>
            <a:xfrm>
              <a:off x="10963" y="8873"/>
              <a:ext cx="7027" cy="8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anchor="ctr" anchorCtr="0" compatLnSpc="1">
              <a:noAutofit/>
            </a:bodyPr>
            <a:p>
              <a:pPr lvl="0" algn="ctr" fontAlgn="base">
                <a:buClrTx/>
                <a:buSzTx/>
                <a:buFontTx/>
              </a:pPr>
              <a:r>
                <a:rPr lang="zh-CN" altLang="en-US" sz="1200" b="1" noProof="0" dirty="0">
                  <a:ln>
                    <a:noFill/>
                  </a:ln>
                  <a:solidFill>
                    <a:schemeClr val="bg1"/>
                  </a:solidFill>
                  <a:effectLst/>
                  <a:uLnTx/>
                  <a:uFillTx/>
                  <a:latin typeface="微软雅黑" panose="020B0503020204020204" charset="-122"/>
                  <a:ea typeface="微软雅黑" panose="020B0503020204020204" charset="-122"/>
                  <a:sym typeface="+mn-ea"/>
                </a:rPr>
                <a:t>四链协同机制、四库一平台</a:t>
              </a:r>
              <a:endParaRPr lang="zh-CN" altLang="en-US" sz="1200" b="1" noProof="0" dirty="0">
                <a:ln>
                  <a:noFill/>
                </a:ln>
                <a:solidFill>
                  <a:schemeClr val="bg1"/>
                </a:solidFill>
                <a:effectLst/>
                <a:uLnTx/>
                <a:uFillTx/>
                <a:latin typeface="微软雅黑" panose="020B0503020204020204" charset="-122"/>
                <a:ea typeface="微软雅黑" panose="020B0503020204020204" charset="-122"/>
                <a:sym typeface="+mn-ea"/>
              </a:endParaRPr>
            </a:p>
            <a:p>
              <a:pPr lvl="0" algn="ctr" fontAlgn="base">
                <a:buClrTx/>
                <a:buSzTx/>
                <a:buFontTx/>
              </a:pPr>
              <a:r>
                <a:rPr lang="zh-CN" altLang="en-US" sz="1200" b="1" noProof="0" dirty="0">
                  <a:ln>
                    <a:noFill/>
                  </a:ln>
                  <a:solidFill>
                    <a:schemeClr val="bg1"/>
                  </a:solidFill>
                  <a:effectLst/>
                  <a:uLnTx/>
                  <a:uFillTx/>
                  <a:latin typeface="微软雅黑" panose="020B0503020204020204" charset="-122"/>
                  <a:ea typeface="微软雅黑" panose="020B0503020204020204" charset="-122"/>
                  <a:sym typeface="+mn-ea"/>
                </a:rPr>
                <a:t>（</a:t>
              </a:r>
              <a:r>
                <a:rPr lang="zh-CN" altLang="en-US" sz="1200" b="1" noProof="0" dirty="0">
                  <a:ln>
                    <a:noFill/>
                  </a:ln>
                  <a:solidFill>
                    <a:srgbClr val="FFC000"/>
                  </a:solidFill>
                  <a:effectLst/>
                  <a:uLnTx/>
                  <a:uFillTx/>
                  <a:latin typeface="微软雅黑" panose="020B0503020204020204" charset="-122"/>
                  <a:ea typeface="微软雅黑" panose="020B0503020204020204" charset="-122"/>
                  <a:sym typeface="+mn-ea"/>
                </a:rPr>
                <a:t>专家人才库</a:t>
              </a:r>
              <a:r>
                <a:rPr lang="zh-CN" altLang="en-US" sz="1200" b="1" noProof="0" dirty="0">
                  <a:ln>
                    <a:noFill/>
                  </a:ln>
                  <a:solidFill>
                    <a:schemeClr val="bg1"/>
                  </a:solidFill>
                  <a:effectLst/>
                  <a:uLnTx/>
                  <a:uFillTx/>
                  <a:latin typeface="微软雅黑" panose="020B0503020204020204" charset="-122"/>
                  <a:ea typeface="微软雅黑" panose="020B0503020204020204" charset="-122"/>
                  <a:sym typeface="+mn-ea"/>
                </a:rPr>
                <a:t>、产品技术库、信息资源库、资金资本库）</a:t>
              </a:r>
              <a:endParaRPr lang="zh-CN" altLang="en-US" sz="1200" b="1"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3" name="文本框 2"/>
            <p:cNvSpPr txBox="1"/>
            <p:nvPr/>
          </p:nvSpPr>
          <p:spPr>
            <a:xfrm>
              <a:off x="7487" y="6070"/>
              <a:ext cx="3203" cy="443"/>
            </a:xfrm>
            <a:prstGeom prst="rect">
              <a:avLst/>
            </a:prstGeom>
            <a:noFill/>
          </p:spPr>
          <p:txBody>
            <a:bodyPr wrap="square" rtlCol="0" anchor="t" anchorCtr="0">
              <a:noAutofit/>
            </a:bodyPr>
            <a:p>
              <a:pPr marL="171450" indent="-171450" algn="l">
                <a:buFont typeface="Arial" panose="020B0604020202020204" pitchFamily="34" charset="0"/>
                <a:buChar char="•"/>
              </a:pPr>
              <a:r>
                <a:rPr lang="zh-CN" altLang="en-US" sz="1200" dirty="0" smtClean="0">
                  <a:solidFill>
                    <a:srgbClr val="000000"/>
                  </a:solidFill>
                  <a:latin typeface="微软雅黑" panose="020B0503020204020204" charset="-122"/>
                  <a:ea typeface="微软雅黑" panose="020B0503020204020204" charset="-122"/>
                </a:rPr>
                <a:t>科技创新能力跃升</a:t>
              </a:r>
              <a:endParaRPr lang="zh-CN" altLang="en-US" sz="1200" dirty="0" smtClean="0">
                <a:solidFill>
                  <a:srgbClr val="000000"/>
                </a:solidFill>
                <a:latin typeface="微软雅黑" panose="020B0503020204020204" charset="-122"/>
                <a:ea typeface="微软雅黑" panose="020B0503020204020204" charset="-122"/>
              </a:endParaRPr>
            </a:p>
          </p:txBody>
        </p:sp>
        <p:sp>
          <p:nvSpPr>
            <p:cNvPr id="10" name="文本框 9"/>
            <p:cNvSpPr txBox="1"/>
            <p:nvPr/>
          </p:nvSpPr>
          <p:spPr>
            <a:xfrm>
              <a:off x="14746" y="6061"/>
              <a:ext cx="3203" cy="614"/>
            </a:xfrm>
            <a:prstGeom prst="rect">
              <a:avLst/>
            </a:prstGeom>
            <a:noFill/>
          </p:spPr>
          <p:txBody>
            <a:bodyPr wrap="square" rtlCol="0" anchor="t" anchorCtr="0">
              <a:noAutofit/>
            </a:bodyPr>
            <a:p>
              <a:pPr marL="171450" indent="-171450" algn="l">
                <a:buFont typeface="Arial" panose="020B0604020202020204" pitchFamily="34" charset="0"/>
                <a:buChar char="•"/>
              </a:pPr>
              <a:r>
                <a:rPr lang="zh-CN" altLang="en-US" sz="1200" dirty="0" smtClean="0">
                  <a:solidFill>
                    <a:srgbClr val="000000"/>
                  </a:solidFill>
                  <a:latin typeface="微软雅黑" panose="020B0503020204020204" charset="-122"/>
                  <a:ea typeface="微软雅黑" panose="020B0503020204020204" charset="-122"/>
                </a:rPr>
                <a:t>科技创新能力跃升</a:t>
              </a:r>
              <a:endParaRPr lang="zh-CN" altLang="en-US" sz="1200" dirty="0" smtClean="0">
                <a:solidFill>
                  <a:srgbClr val="000000"/>
                </a:solidFill>
                <a:latin typeface="微软雅黑" panose="020B0503020204020204" charset="-122"/>
                <a:ea typeface="微软雅黑" panose="020B0503020204020204" charset="-122"/>
              </a:endParaRPr>
            </a:p>
          </p:txBody>
        </p:sp>
        <p:sp>
          <p:nvSpPr>
            <p:cNvPr id="11" name="文本框 10"/>
            <p:cNvSpPr txBox="1"/>
            <p:nvPr/>
          </p:nvSpPr>
          <p:spPr>
            <a:xfrm>
              <a:off x="11146" y="6062"/>
              <a:ext cx="4041" cy="614"/>
            </a:xfrm>
            <a:prstGeom prst="rect">
              <a:avLst/>
            </a:prstGeom>
            <a:noFill/>
          </p:spPr>
          <p:txBody>
            <a:bodyPr wrap="square" rtlCol="0" anchor="t" anchorCtr="0">
              <a:noAutofit/>
            </a:bodyPr>
            <a:p>
              <a:pPr marL="171450" indent="-171450" algn="l">
                <a:buFont typeface="Arial" panose="020B0604020202020204" pitchFamily="34" charset="0"/>
                <a:buChar char="•"/>
              </a:pPr>
              <a:r>
                <a:rPr lang="zh-CN" altLang="en-US" sz="1200" dirty="0" smtClean="0">
                  <a:solidFill>
                    <a:srgbClr val="000000"/>
                  </a:solidFill>
                  <a:latin typeface="微软雅黑" panose="020B0503020204020204" charset="-122"/>
                  <a:ea typeface="微软雅黑" panose="020B0503020204020204" charset="-122"/>
                </a:rPr>
                <a:t>集团与参股企业双向赋能</a:t>
              </a:r>
              <a:r>
                <a:rPr lang="en-US" altLang="zh-CN" sz="1200" dirty="0" smtClean="0">
                  <a:solidFill>
                    <a:srgbClr val="000000"/>
                  </a:solidFill>
                  <a:latin typeface="微软雅黑" panose="020B0503020204020204" charset="-122"/>
                  <a:ea typeface="微软雅黑" panose="020B0503020204020204" charset="-122"/>
                </a:rPr>
                <a:t>  </a:t>
              </a:r>
              <a:endParaRPr lang="en-US" altLang="zh-CN" sz="1200" dirty="0" smtClean="0">
                <a:solidFill>
                  <a:srgbClr val="000000"/>
                </a:solidFill>
                <a:latin typeface="微软雅黑" panose="020B0503020204020204" charset="-122"/>
                <a:ea typeface="微软雅黑" panose="020B0503020204020204" charset="-122"/>
              </a:endParaRPr>
            </a:p>
          </p:txBody>
        </p:sp>
        <p:sp>
          <p:nvSpPr>
            <p:cNvPr id="20" name="文本框 19"/>
            <p:cNvSpPr txBox="1"/>
            <p:nvPr/>
          </p:nvSpPr>
          <p:spPr>
            <a:xfrm>
              <a:off x="5911" y="6395"/>
              <a:ext cx="3203" cy="438"/>
            </a:xfrm>
            <a:prstGeom prst="rect">
              <a:avLst/>
            </a:prstGeom>
            <a:noFill/>
          </p:spPr>
          <p:txBody>
            <a:bodyPr wrap="square" rtlCol="0" anchor="t" anchorCtr="0">
              <a:noAutofit/>
            </a:bodyPr>
            <a:p>
              <a:pPr marL="171450" indent="-171450" algn="l">
                <a:buFont typeface="Arial" panose="020B0604020202020204" pitchFamily="34" charset="0"/>
                <a:buChar char="•"/>
              </a:pPr>
              <a:r>
                <a:rPr lang="zh-CN" altLang="en-US" sz="1200" dirty="0" smtClean="0">
                  <a:solidFill>
                    <a:srgbClr val="000000"/>
                  </a:solidFill>
                  <a:latin typeface="微软雅黑" panose="020B0503020204020204" charset="-122"/>
                  <a:ea typeface="微软雅黑" panose="020B0503020204020204" charset="-122"/>
                </a:rPr>
                <a:t>股权价值提升</a:t>
              </a:r>
              <a:endParaRPr lang="zh-CN" altLang="en-US" sz="1200" dirty="0" smtClean="0">
                <a:solidFill>
                  <a:srgbClr val="000000"/>
                </a:solidFill>
                <a:latin typeface="微软雅黑" panose="020B0503020204020204" charset="-122"/>
                <a:ea typeface="微软雅黑" panose="020B0503020204020204" charset="-122"/>
              </a:endParaRPr>
            </a:p>
          </p:txBody>
        </p:sp>
        <p:sp>
          <p:nvSpPr>
            <p:cNvPr id="23" name="文本框 22"/>
            <p:cNvSpPr txBox="1"/>
            <p:nvPr/>
          </p:nvSpPr>
          <p:spPr>
            <a:xfrm>
              <a:off x="13421" y="6367"/>
              <a:ext cx="3203" cy="438"/>
            </a:xfrm>
            <a:prstGeom prst="rect">
              <a:avLst/>
            </a:prstGeom>
            <a:noFill/>
          </p:spPr>
          <p:txBody>
            <a:bodyPr wrap="square" rtlCol="0" anchor="t" anchorCtr="0">
              <a:noAutofit/>
            </a:bodyPr>
            <a:p>
              <a:pPr marL="171450" indent="-171450" algn="l">
                <a:buFont typeface="Arial" panose="020B0604020202020204" pitchFamily="34" charset="0"/>
                <a:buChar char="•"/>
              </a:pPr>
              <a:r>
                <a:rPr lang="zh-CN" altLang="en-US" sz="1200" dirty="0" smtClean="0">
                  <a:solidFill>
                    <a:srgbClr val="000000"/>
                  </a:solidFill>
                  <a:latin typeface="微软雅黑" panose="020B0503020204020204" charset="-122"/>
                  <a:ea typeface="微软雅黑" panose="020B0503020204020204" charset="-122"/>
                </a:rPr>
                <a:t>产业价值提升</a:t>
              </a:r>
              <a:endParaRPr lang="zh-CN" altLang="en-US" sz="1200" dirty="0" smtClean="0">
                <a:solidFill>
                  <a:srgbClr val="000000"/>
                </a:solidFill>
                <a:latin typeface="微软雅黑" panose="020B0503020204020204" charset="-122"/>
                <a:ea typeface="微软雅黑" panose="020B0503020204020204" charset="-122"/>
              </a:endParaRPr>
            </a:p>
          </p:txBody>
        </p:sp>
        <p:sp>
          <p:nvSpPr>
            <p:cNvPr id="25" name="文本框 11"/>
            <p:cNvSpPr txBox="1"/>
            <p:nvPr/>
          </p:nvSpPr>
          <p:spPr>
            <a:xfrm>
              <a:off x="5011" y="3345"/>
              <a:ext cx="11120" cy="781"/>
            </a:xfrm>
            <a:prstGeom prst="rect">
              <a:avLst/>
            </a:prstGeom>
            <a:noFill/>
            <a:ln w="9525">
              <a:noFill/>
            </a:ln>
          </p:spPr>
          <p:txBody>
            <a:bodyPr anchor="t" anchorCtr="0">
              <a:spAutoFit/>
            </a:bodyPr>
            <a:p>
              <a:pPr algn="ctr" defTabSz="914400">
                <a:spcBef>
                  <a:spcPts val="0"/>
                </a:spcBef>
                <a:spcAft>
                  <a:spcPts val="0"/>
                </a:spcAft>
                <a:buClrTx/>
                <a:buSzTx/>
                <a:buFontTx/>
                <a:defRPr/>
              </a:pPr>
              <a:r>
                <a:rPr lang="zh-CN" altLang="en-US" sz="1400" b="1"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FAWE 价值管理体系</a:t>
              </a:r>
              <a:endParaRPr lang="zh-CN" altLang="en-US" sz="1400" b="1" kern="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algn="ctr" defTabSz="1219200" fontAlgn="base">
                <a:buClrTx/>
                <a:buSzTx/>
                <a:buFontTx/>
                <a:defRPr/>
              </a:pPr>
              <a:endParaRPr lang="en-US" altLang="zh-CN" sz="1000" b="1" i="1" dirty="0">
                <a:solidFill>
                  <a:srgbClr val="FFC000"/>
                </a:solidFill>
                <a:latin typeface="微软雅黑" panose="020B0503020204020204" charset="-122"/>
                <a:ea typeface="微软雅黑" panose="020B0503020204020204" charset="-122"/>
              </a:endParaRPr>
            </a:p>
          </p:txBody>
        </p:sp>
        <p:sp>
          <p:nvSpPr>
            <p:cNvPr id="26" name="文本框 25"/>
            <p:cNvSpPr txBox="1"/>
            <p:nvPr/>
          </p:nvSpPr>
          <p:spPr>
            <a:xfrm>
              <a:off x="5589" y="3851"/>
              <a:ext cx="9600" cy="363"/>
            </a:xfrm>
            <a:prstGeom prst="rect">
              <a:avLst/>
            </a:prstGeom>
            <a:noFill/>
          </p:spPr>
          <p:txBody>
            <a:bodyPr wrap="square" rtlCol="0" anchor="t" anchorCtr="0">
              <a:spAutoFit/>
            </a:bodyPr>
            <a:p>
              <a:pPr algn="ctr" defTabSz="1219200" fontAlgn="base">
                <a:buClrTx/>
                <a:buSzTx/>
                <a:buFontTx/>
                <a:defRPr/>
              </a:pPr>
              <a:r>
                <a:rPr lang="en-US" altLang="zh-CN" sz="800" b="1" i="1" dirty="0">
                  <a:solidFill>
                    <a:srgbClr val="FFC000"/>
                  </a:solidFill>
                  <a:latin typeface="微软雅黑" panose="020B0503020204020204" charset="-122"/>
                  <a:ea typeface="微软雅黑" panose="020B0503020204020204" charset="-122"/>
                  <a:sym typeface="+mn-ea"/>
                </a:rPr>
                <a:t>F</a:t>
              </a:r>
              <a:r>
                <a:rPr lang="zh-CN" altLang="en-US" sz="800" b="1" i="1" dirty="0">
                  <a:solidFill>
                    <a:srgbClr val="FFC000"/>
                  </a:solidFill>
                  <a:latin typeface="微软雅黑" panose="020B0503020204020204" charset="-122"/>
                  <a:ea typeface="微软雅黑" panose="020B0503020204020204" charset="-122"/>
                  <a:sym typeface="+mn-ea"/>
                </a:rPr>
                <a:t>治理筑基 </a:t>
              </a:r>
              <a:r>
                <a:rPr lang="en-US" altLang="zh-CN" sz="800" b="1" i="1" dirty="0">
                  <a:solidFill>
                    <a:srgbClr val="FFC000"/>
                  </a:solidFill>
                  <a:latin typeface="微软雅黑" panose="020B0503020204020204" charset="-122"/>
                  <a:ea typeface="微软雅黑" panose="020B0503020204020204" charset="-122"/>
                  <a:sym typeface="+mn-ea"/>
                </a:rPr>
                <a:t>Foundation I A</a:t>
              </a:r>
              <a:r>
                <a:rPr lang="zh-CN" altLang="en-US" sz="800" b="1" i="1" dirty="0">
                  <a:solidFill>
                    <a:srgbClr val="FFC000"/>
                  </a:solidFill>
                  <a:latin typeface="微软雅黑" panose="020B0503020204020204" charset="-122"/>
                  <a:ea typeface="微软雅黑" panose="020B0503020204020204" charset="-122"/>
                  <a:sym typeface="+mn-ea"/>
                </a:rPr>
                <a:t>提质培优 </a:t>
              </a:r>
              <a:r>
                <a:rPr lang="en-US" altLang="zh-CN" sz="800" b="1" i="1" dirty="0">
                  <a:solidFill>
                    <a:srgbClr val="FFC000"/>
                  </a:solidFill>
                  <a:latin typeface="微软雅黑" panose="020B0503020204020204" charset="-122"/>
                  <a:ea typeface="微软雅黑" panose="020B0503020204020204" charset="-122"/>
                  <a:sym typeface="+mn-ea"/>
                </a:rPr>
                <a:t>Advancement | W </a:t>
              </a:r>
              <a:r>
                <a:rPr lang="zh-CN" altLang="en-US" sz="800" b="1" i="1" dirty="0">
                  <a:solidFill>
                    <a:srgbClr val="FFC000"/>
                  </a:solidFill>
                  <a:latin typeface="微软雅黑" panose="020B0503020204020204" charset="-122"/>
                  <a:ea typeface="微软雅黑" panose="020B0503020204020204" charset="-122"/>
                  <a:sym typeface="+mn-ea"/>
                </a:rPr>
                <a:t>价值兑现 </a:t>
              </a:r>
              <a:r>
                <a:rPr lang="en-US" altLang="zh-CN" sz="800" b="1" i="1" dirty="0">
                  <a:solidFill>
                    <a:srgbClr val="FFC000"/>
                  </a:solidFill>
                  <a:latin typeface="微软雅黑" panose="020B0503020204020204" charset="-122"/>
                  <a:ea typeface="微软雅黑" panose="020B0503020204020204" charset="-122"/>
                  <a:sym typeface="+mn-ea"/>
                </a:rPr>
                <a:t>Worth I E</a:t>
              </a:r>
              <a:r>
                <a:rPr lang="zh-CN" altLang="en-US" sz="800" b="1" i="1" dirty="0">
                  <a:solidFill>
                    <a:srgbClr val="FFC000"/>
                  </a:solidFill>
                  <a:latin typeface="微软雅黑" panose="020B0503020204020204" charset="-122"/>
                  <a:ea typeface="微软雅黑" panose="020B0503020204020204" charset="-122"/>
                  <a:sym typeface="+mn-ea"/>
                </a:rPr>
                <a:t>协同赋能 </a:t>
              </a:r>
              <a:r>
                <a:rPr lang="en-US" altLang="zh-CN" sz="800" b="1" i="1" dirty="0">
                  <a:solidFill>
                    <a:srgbClr val="FFC000"/>
                  </a:solidFill>
                  <a:latin typeface="微软雅黑" panose="020B0503020204020204" charset="-122"/>
                  <a:ea typeface="微软雅黑" panose="020B0503020204020204" charset="-122"/>
                  <a:sym typeface="+mn-ea"/>
                </a:rPr>
                <a:t>Empowerment</a:t>
              </a:r>
              <a:endParaRPr lang="en-US" altLang="zh-CN" sz="800" b="1" i="1" dirty="0" smtClean="0">
                <a:solidFill>
                  <a:srgbClr val="FFC000"/>
                </a:solidFill>
                <a:latin typeface="微软雅黑" panose="020B0503020204020204" charset="-122"/>
                <a:ea typeface="微软雅黑" panose="020B0503020204020204" charset="-122"/>
                <a:sym typeface="+mn-ea"/>
              </a:endParaRPr>
            </a:p>
          </p:txBody>
        </p:sp>
      </p:grpSp>
      <p:sp>
        <p:nvSpPr>
          <p:cNvPr id="27" name="文本框 102"/>
          <p:cNvSpPr txBox="1"/>
          <p:nvPr/>
        </p:nvSpPr>
        <p:spPr>
          <a:xfrm>
            <a:off x="131763" y="6644958"/>
            <a:ext cx="11264900" cy="619125"/>
          </a:xfrm>
          <a:prstGeom prst="rect">
            <a:avLst/>
          </a:prstGeom>
          <a:noFill/>
          <a:ln w="9525">
            <a:noFill/>
          </a:ln>
        </p:spPr>
        <p:txBody>
          <a:bodyPr anchor="t" anchorCtr="0"/>
          <a:p>
            <a:pPr marL="342900" indent="-342900">
              <a:lnSpc>
                <a:spcPct val="120000"/>
              </a:lnSpc>
              <a:buFont typeface="Wingdings" panose="05000000000000000000" pitchFamily="2" charset="2"/>
              <a:buChar char="p"/>
            </a:pPr>
            <a:endParaRPr lang="zh-CN" altLang="en-US" sz="1600" b="1" dirty="0">
              <a:solidFill>
                <a:srgbClr val="152A8C"/>
              </a:solidFill>
              <a:latin typeface="微软雅黑" panose="020B0503020204020204" charset="-122"/>
              <a:ea typeface="微软雅黑" panose="020B0503020204020204" charset="-122"/>
              <a:sym typeface="+mn-ea"/>
            </a:endParaRPr>
          </a:p>
        </p:txBody>
      </p:sp>
      <p:sp>
        <p:nvSpPr>
          <p:cNvPr id="2" name="文本框 1"/>
          <p:cNvSpPr txBox="1"/>
          <p:nvPr/>
        </p:nvSpPr>
        <p:spPr>
          <a:xfrm>
            <a:off x="568325" y="5847715"/>
            <a:ext cx="10828655" cy="681355"/>
          </a:xfrm>
          <a:prstGeom prst="rect">
            <a:avLst/>
          </a:prstGeom>
          <a:noFill/>
        </p:spPr>
        <p:txBody>
          <a:bodyPr wrap="square" rtlCol="0" anchor="t" anchorCtr="0">
            <a:spAutoFit/>
          </a:bodyPr>
          <a:p>
            <a:pPr marL="342900" indent="-342900">
              <a:lnSpc>
                <a:spcPct val="12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sym typeface="+mn-ea"/>
              </a:rPr>
              <a:t>国资委文件明确要求，"投资中央企业外部项目的，应取得产业方或行业专家出具的中央企业技术使用、业务合作或投资、并购需求意见"。</a:t>
            </a:r>
            <a:r>
              <a:rPr lang="zh-CN" altLang="en-US" sz="1600" b="1" dirty="0">
                <a:solidFill>
                  <a:srgbClr val="C00000"/>
                </a:solidFill>
                <a:latin typeface="微软雅黑" panose="020B0503020204020204" charset="-122"/>
                <a:ea typeface="微软雅黑" panose="020B0503020204020204" charset="-122"/>
                <a:sym typeface="+mn-ea"/>
              </a:rPr>
              <a:t>优先建设专家人才库</a:t>
            </a:r>
            <a:endParaRPr lang="zh-CN" altLang="en-US" sz="1600" b="1" dirty="0" smtClean="0">
              <a:solidFill>
                <a:srgbClr val="C00000"/>
              </a:solidFill>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alpha val="55000"/>
          </a:schemeClr>
        </a:solidFill>
        <a:effectLst/>
      </p:bgPr>
    </p:bg>
    <p:spTree>
      <p:nvGrpSpPr>
        <p:cNvPr id="1" name=""/>
        <p:cNvGrpSpPr/>
        <p:nvPr/>
      </p:nvGrpSpPr>
      <p:grpSpPr/>
      <p:sp>
        <p:nvSpPr>
          <p:cNvPr id="241665" name="文本框 102"/>
          <p:cNvSpPr txBox="1"/>
          <p:nvPr/>
        </p:nvSpPr>
        <p:spPr>
          <a:xfrm>
            <a:off x="461963" y="869633"/>
            <a:ext cx="11264900" cy="619125"/>
          </a:xfrm>
          <a:prstGeom prst="rect">
            <a:avLst/>
          </a:prstGeom>
          <a:noFill/>
          <a:ln w="9525">
            <a:noFill/>
          </a:ln>
        </p:spPr>
        <p:txBody>
          <a:bodyPr anchor="t" anchorCtr="0"/>
          <a:p>
            <a:pPr marL="342900" indent="-342900">
              <a:lnSpc>
                <a:spcPct val="12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rPr>
              <a:t>为进一步加强专业能力建设，全面梳理投资全流程</a:t>
            </a:r>
            <a:r>
              <a:rPr lang="en-US" altLang="zh-CN" sz="1600" b="1" dirty="0">
                <a:solidFill>
                  <a:srgbClr val="152A8C"/>
                </a:solidFill>
                <a:latin typeface="微软雅黑" panose="020B0503020204020204" charset="-122"/>
                <a:ea typeface="微软雅黑" panose="020B0503020204020204" charset="-122"/>
              </a:rPr>
              <a:t>31</a:t>
            </a:r>
            <a:r>
              <a:rPr lang="zh-CN" altLang="en-US" sz="1600" b="1" dirty="0">
                <a:solidFill>
                  <a:srgbClr val="152A8C"/>
                </a:solidFill>
                <a:latin typeface="微软雅黑" panose="020B0503020204020204" charset="-122"/>
                <a:ea typeface="微软雅黑" panose="020B0503020204020204" charset="-122"/>
              </a:rPr>
              <a:t>个关键业务场景，提炼归集</a:t>
            </a:r>
            <a:r>
              <a:rPr lang="zh-CN" altLang="en-US" sz="1600" b="1" dirty="0">
                <a:solidFill>
                  <a:srgbClr val="C00000"/>
                </a:solidFill>
                <a:latin typeface="微软雅黑" panose="020B0503020204020204" charset="-122"/>
                <a:ea typeface="微软雅黑" panose="020B0503020204020204" charset="-122"/>
                <a:sym typeface="+mn-ea"/>
              </a:rPr>
              <a:t>产业、资本、财法、运营四类</a:t>
            </a:r>
            <a:r>
              <a:rPr lang="zh-CN" altLang="en-US" sz="1600" b="1" dirty="0">
                <a:solidFill>
                  <a:srgbClr val="152A8C"/>
                </a:solidFill>
                <a:latin typeface="微软雅黑" panose="020B0503020204020204" charset="-122"/>
                <a:ea typeface="微软雅黑" panose="020B0503020204020204" charset="-122"/>
                <a:sym typeface="+mn-ea"/>
              </a:rPr>
              <a:t>核心专家，</a:t>
            </a:r>
            <a:r>
              <a:rPr lang="zh-CN" altLang="en-US" sz="1600" b="1" dirty="0">
                <a:solidFill>
                  <a:srgbClr val="152A8C"/>
                </a:solidFill>
                <a:latin typeface="微软雅黑" panose="020B0503020204020204" charset="-122"/>
                <a:ea typeface="微软雅黑" panose="020B0503020204020204" charset="-122"/>
              </a:rPr>
              <a:t>统筹引入智力外脑，</a:t>
            </a:r>
            <a:r>
              <a:rPr lang="zh-CN" altLang="en-US" sz="1600" b="1" dirty="0">
                <a:solidFill>
                  <a:srgbClr val="152A8C"/>
                </a:solidFill>
                <a:latin typeface="微软雅黑" panose="020B0503020204020204" charset="-122"/>
                <a:ea typeface="微软雅黑" panose="020B0503020204020204" charset="-122"/>
                <a:sym typeface="+mn-ea"/>
              </a:rPr>
              <a:t>为一汽股权、</a:t>
            </a:r>
            <a:r>
              <a:rPr lang="zh-CN" altLang="en-US" sz="1600" b="1" dirty="0">
                <a:solidFill>
                  <a:srgbClr val="152A8C"/>
                </a:solidFill>
                <a:latin typeface="微软雅黑" panose="020B0503020204020204" charset="-122"/>
                <a:ea typeface="微软雅黑" panose="020B0503020204020204" charset="-122"/>
                <a:sym typeface="+mn-ea"/>
              </a:rPr>
              <a:t>已投企业、</a:t>
            </a:r>
            <a:r>
              <a:rPr lang="zh-CN" altLang="en-US" sz="1600" b="1" dirty="0">
                <a:solidFill>
                  <a:srgbClr val="152A8C"/>
                </a:solidFill>
                <a:latin typeface="微软雅黑" panose="020B0503020204020204" charset="-122"/>
                <a:ea typeface="微软雅黑" panose="020B0503020204020204" charset="-122"/>
                <a:sym typeface="+mn-ea"/>
              </a:rPr>
              <a:t>集团公司构建智力引擎并提升决策</a:t>
            </a:r>
            <a:r>
              <a:rPr lang="zh-CN" altLang="en-US" sz="1600" b="1" dirty="0">
                <a:solidFill>
                  <a:srgbClr val="152A8C"/>
                </a:solidFill>
                <a:latin typeface="微软雅黑" panose="020B0503020204020204" charset="-122"/>
                <a:ea typeface="微软雅黑" panose="020B0503020204020204" charset="-122"/>
                <a:sym typeface="+mn-ea"/>
              </a:rPr>
              <a:t>精准度</a:t>
            </a:r>
            <a:endParaRPr lang="zh-CN" altLang="en-US" sz="1600" b="1" dirty="0">
              <a:solidFill>
                <a:srgbClr val="152A8C"/>
              </a:solidFill>
              <a:latin typeface="微软雅黑" panose="020B0503020204020204" charset="-122"/>
              <a:ea typeface="微软雅黑" panose="020B0503020204020204" charset="-122"/>
              <a:sym typeface="+mn-ea"/>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rPr>
              <a:t>一、建设背景</a:t>
            </a:r>
            <a:r>
              <a:rPr lang="en-US" altLang="zh-CN" b="1" dirty="0">
                <a:solidFill>
                  <a:srgbClr val="152A8C"/>
                </a:solidFill>
                <a:latin typeface="微软雅黑" panose="020B0503020204020204" charset="-122"/>
                <a:ea typeface="微软雅黑" panose="020B0503020204020204" charset="-122"/>
              </a:rPr>
              <a:t>-</a:t>
            </a:r>
            <a:r>
              <a:rPr lang="zh-CN" altLang="en-US" b="1" dirty="0">
                <a:solidFill>
                  <a:srgbClr val="152A8C"/>
                </a:solidFill>
                <a:latin typeface="微软雅黑" panose="020B0503020204020204" charset="-122"/>
                <a:ea typeface="微软雅黑" panose="020B0503020204020204" charset="-122"/>
              </a:rPr>
              <a:t>专家分类</a:t>
            </a:r>
            <a:endParaRPr lang="zh-CN" altLang="en-US" b="1" dirty="0">
              <a:solidFill>
                <a:srgbClr val="152A8C"/>
              </a:solidFill>
              <a:latin typeface="微软雅黑" panose="020B0503020204020204" charset="-122"/>
              <a:ea typeface="微软雅黑" panose="020B0503020204020204" charset="-122"/>
            </a:endParaRPr>
          </a:p>
        </p:txBody>
      </p:sp>
      <p:sp>
        <p:nvSpPr>
          <p:cNvPr id="35" name="文本框 34"/>
          <p:cNvSpPr txBox="1"/>
          <p:nvPr/>
        </p:nvSpPr>
        <p:spPr>
          <a:xfrm>
            <a:off x="18249265" y="-311150"/>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sp>
        <p:nvSpPr>
          <p:cNvPr id="37" name="文本框 36"/>
          <p:cNvSpPr txBox="1"/>
          <p:nvPr/>
        </p:nvSpPr>
        <p:spPr>
          <a:xfrm>
            <a:off x="-3441700" y="9915525"/>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sp>
        <p:nvSpPr>
          <p:cNvPr id="8" name="矩形 7"/>
          <p:cNvSpPr/>
          <p:nvPr/>
        </p:nvSpPr>
        <p:spPr>
          <a:xfrm>
            <a:off x="849630" y="2291715"/>
            <a:ext cx="2915920" cy="321310"/>
          </a:xfrm>
          <a:prstGeom prst="rect">
            <a:avLst/>
          </a:prstGeom>
          <a:solidFill>
            <a:srgbClr val="152A8C"/>
          </a:solidFill>
          <a:ln w="12700" cap="flat" cmpd="sng" algn="ctr">
            <a:noFill/>
            <a:prstDash val="solid"/>
            <a:miter lim="800000"/>
          </a:ln>
          <a:effectLst/>
        </p:spPr>
        <p:txBody>
          <a:bodyPr rtlCol="0" anchor="ctr">
            <a:noAutofit/>
          </a:bodyPr>
          <a:lstStyle/>
          <a:p>
            <a:pPr lvl="0" algn="ctr" defTabSz="457200">
              <a:spcBef>
                <a:spcPts val="0"/>
              </a:spcBef>
              <a:spcAft>
                <a:spcPts val="0"/>
              </a:spcAft>
              <a:buClrTx/>
              <a:buSzTx/>
              <a:buFontTx/>
            </a:pPr>
            <a:r>
              <a:rPr kumimoji="1" lang="zh-CN" altLang="en-US" sz="1200" b="1" kern="0" dirty="0">
                <a:solidFill>
                  <a:schemeClr val="bg1"/>
                </a:solidFill>
                <a:latin typeface="微软雅黑" panose="020B0503020204020204" charset="-122"/>
                <a:ea typeface="微软雅黑" panose="020B0503020204020204" charset="-122"/>
                <a:sym typeface="+mn-ea"/>
              </a:rPr>
              <a:t>产业技术</a:t>
            </a:r>
            <a:endParaRPr kumimoji="1" lang="zh-CN" altLang="en-US" sz="1200" b="1" kern="0" dirty="0">
              <a:solidFill>
                <a:schemeClr val="bg1"/>
              </a:solidFill>
              <a:latin typeface="微软雅黑" panose="020B0503020204020204" charset="-122"/>
              <a:ea typeface="微软雅黑" panose="020B0503020204020204" charset="-122"/>
              <a:sym typeface="+mn-ea"/>
            </a:endParaRPr>
          </a:p>
        </p:txBody>
      </p:sp>
      <p:sp>
        <p:nvSpPr>
          <p:cNvPr id="10" name="矩形 9"/>
          <p:cNvSpPr/>
          <p:nvPr/>
        </p:nvSpPr>
        <p:spPr>
          <a:xfrm>
            <a:off x="850265" y="3034030"/>
            <a:ext cx="914400" cy="32131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动力电池</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11" name="矩形 10"/>
          <p:cNvSpPr/>
          <p:nvPr/>
        </p:nvSpPr>
        <p:spPr>
          <a:xfrm>
            <a:off x="850265" y="2651125"/>
            <a:ext cx="914400" cy="32131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具身智能</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12" name="矩形 11"/>
          <p:cNvSpPr/>
          <p:nvPr/>
        </p:nvSpPr>
        <p:spPr>
          <a:xfrm>
            <a:off x="850265" y="3416300"/>
            <a:ext cx="914400" cy="32131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先进底盘</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13" name="矩形 12"/>
          <p:cNvSpPr/>
          <p:nvPr/>
        </p:nvSpPr>
        <p:spPr>
          <a:xfrm>
            <a:off x="850265" y="3810635"/>
            <a:ext cx="914400" cy="30607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数字座舱</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14" name="矩形 13"/>
          <p:cNvSpPr/>
          <p:nvPr/>
        </p:nvSpPr>
        <p:spPr>
          <a:xfrm>
            <a:off x="850265" y="4193540"/>
            <a:ext cx="2914650" cy="302260"/>
          </a:xfrm>
          <a:prstGeom prst="rect">
            <a:avLst/>
          </a:prstGeom>
          <a:solidFill>
            <a:schemeClr val="accent1">
              <a:lumMod val="20000"/>
              <a:lumOff val="80000"/>
            </a:schemeClr>
          </a:solidFill>
          <a:ln w="9525">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共</a:t>
            </a:r>
            <a:r>
              <a:rPr kumimoji="1" lang="en-US" altLang="zh-CN" sz="1200" b="1" kern="0" noProof="0" dirty="0">
                <a:ln>
                  <a:noFill/>
                </a:ln>
                <a:solidFill>
                  <a:srgbClr val="152A8C"/>
                </a:solidFill>
                <a:effectLst/>
                <a:uLnTx/>
                <a:uFillTx/>
                <a:latin typeface="微软雅黑" panose="020B0503020204020204" charset="-122"/>
                <a:ea typeface="微软雅黑" panose="020B0503020204020204" charset="-122"/>
                <a:sym typeface="+mn-ea"/>
              </a:rPr>
              <a:t>12</a:t>
            </a: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个</a:t>
            </a:r>
            <a:endPar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endParaRPr>
          </a:p>
        </p:txBody>
      </p:sp>
      <p:sp>
        <p:nvSpPr>
          <p:cNvPr id="18" name="矩形 17"/>
          <p:cNvSpPr/>
          <p:nvPr/>
        </p:nvSpPr>
        <p:spPr>
          <a:xfrm>
            <a:off x="3832860" y="2292350"/>
            <a:ext cx="1624965" cy="341630"/>
          </a:xfrm>
          <a:prstGeom prst="rect">
            <a:avLst/>
          </a:prstGeom>
          <a:solidFill>
            <a:srgbClr val="152A8C"/>
          </a:solidFill>
          <a:ln w="12700" cap="flat" cmpd="sng" algn="ctr">
            <a:noFill/>
            <a:prstDash val="solid"/>
            <a:miter lim="800000"/>
          </a:ln>
          <a:effectLst/>
        </p:spPr>
        <p:txBody>
          <a:bodyPr rtlCol="0" anchor="ctr">
            <a:noAutofit/>
          </a:bodyPr>
          <a:lstStyle/>
          <a:p>
            <a:pPr lvl="0" algn="ctr" defTabSz="457200">
              <a:spcBef>
                <a:spcPts val="0"/>
              </a:spcBef>
              <a:spcAft>
                <a:spcPts val="0"/>
              </a:spcAft>
              <a:buClrTx/>
              <a:buSzTx/>
              <a:buFontTx/>
            </a:pPr>
            <a:r>
              <a:rPr kumimoji="1" lang="zh-CN" altLang="en-US" sz="1200" b="1" kern="0" dirty="0">
                <a:solidFill>
                  <a:schemeClr val="bg1"/>
                </a:solidFill>
                <a:latin typeface="微软雅黑" panose="020B0503020204020204" charset="-122"/>
                <a:ea typeface="微软雅黑" panose="020B0503020204020204" charset="-122"/>
                <a:sym typeface="+mn-ea"/>
              </a:rPr>
              <a:t>投资研判</a:t>
            </a:r>
            <a:endParaRPr kumimoji="1" lang="zh-CN" altLang="en-US" sz="1200" b="1" kern="0" dirty="0">
              <a:solidFill>
                <a:schemeClr val="bg1"/>
              </a:solidFill>
              <a:latin typeface="微软雅黑" panose="020B0503020204020204" charset="-122"/>
              <a:ea typeface="微软雅黑" panose="020B0503020204020204" charset="-122"/>
              <a:sym typeface="+mn-ea"/>
            </a:endParaRPr>
          </a:p>
        </p:txBody>
      </p:sp>
      <p:cxnSp>
        <p:nvCxnSpPr>
          <p:cNvPr id="120" name="直接连接符 119"/>
          <p:cNvCxnSpPr/>
          <p:nvPr/>
        </p:nvCxnSpPr>
        <p:spPr>
          <a:xfrm>
            <a:off x="3832860" y="2595245"/>
            <a:ext cx="13335" cy="1983105"/>
          </a:xfrm>
          <a:prstGeom prst="line">
            <a:avLst/>
          </a:prstGeom>
          <a:noFill/>
          <a:ln w="6350" cap="flat" cmpd="sng" algn="ctr">
            <a:solidFill>
              <a:schemeClr val="tx2"/>
            </a:solidFill>
            <a:prstDash val="dash"/>
            <a:miter lim="800000"/>
            <a:headEnd type="none" w="med" len="med"/>
            <a:tailEnd type="none" w="sm" len="med"/>
          </a:ln>
        </p:spPr>
      </p:cxnSp>
      <p:sp>
        <p:nvSpPr>
          <p:cNvPr id="153" name="文本框 152"/>
          <p:cNvSpPr txBox="1"/>
          <p:nvPr/>
        </p:nvSpPr>
        <p:spPr>
          <a:xfrm>
            <a:off x="4349750" y="4876800"/>
            <a:ext cx="11584305" cy="321945"/>
          </a:xfrm>
          <a:prstGeom prst="rect">
            <a:avLst/>
          </a:prstGeom>
          <a:noFill/>
        </p:spPr>
        <p:txBody>
          <a:bodyPr wrap="square">
            <a:spAutoFit/>
          </a:bodyPr>
          <a:lstStyle/>
          <a:p>
            <a:pPr indent="0">
              <a:lnSpc>
                <a:spcPct val="150000"/>
              </a:lnSpc>
              <a:buClr>
                <a:srgbClr val="152A8C"/>
              </a:buClr>
              <a:buFont typeface="Wingdings" panose="05000000000000000000" charset="0"/>
              <a:buNone/>
            </a:pPr>
            <a:r>
              <a:rPr lang="zh-CN" altLang="en-US" sz="1000" b="1" dirty="0">
                <a:solidFill>
                  <a:srgbClr val="152A8C"/>
                </a:solidFill>
                <a:latin typeface="微软雅黑" panose="020B0503020204020204" charset="-122"/>
                <a:ea typeface="微软雅黑" panose="020B0503020204020204" charset="-122"/>
                <a:cs typeface="微软雅黑" panose="020B0503020204020204" charset="-122"/>
              </a:rPr>
              <a:t>通过以上业务场景榨取底层能力标签，收敛为</a:t>
            </a:r>
            <a:r>
              <a:rPr lang="en-US" altLang="zh-CN" sz="1000" b="1" dirty="0">
                <a:solidFill>
                  <a:srgbClr val="152A8C"/>
                </a:solidFill>
                <a:latin typeface="微软雅黑" panose="020B0503020204020204" charset="-122"/>
                <a:ea typeface="微软雅黑" panose="020B0503020204020204" charset="-122"/>
                <a:cs typeface="微软雅黑" panose="020B0503020204020204" charset="-122"/>
              </a:rPr>
              <a:t>4</a:t>
            </a:r>
            <a:r>
              <a:rPr lang="zh-CN" altLang="en-US" sz="1000" b="1" dirty="0">
                <a:solidFill>
                  <a:srgbClr val="152A8C"/>
                </a:solidFill>
                <a:latin typeface="微软雅黑" panose="020B0503020204020204" charset="-122"/>
                <a:ea typeface="微软雅黑" panose="020B0503020204020204" charset="-122"/>
                <a:cs typeface="微软雅黑" panose="020B0503020204020204" charset="-122"/>
              </a:rPr>
              <a:t>类核心专家</a:t>
            </a:r>
            <a:endParaRPr lang="zh-CN" altLang="en-US" sz="1000" b="1" dirty="0">
              <a:solidFill>
                <a:srgbClr val="152A8C"/>
              </a:solidFill>
              <a:latin typeface="微软雅黑" panose="020B0503020204020204" charset="-122"/>
              <a:ea typeface="微软雅黑" panose="020B0503020204020204" charset="-122"/>
              <a:cs typeface="微软雅黑" panose="020B0503020204020204" charset="-122"/>
            </a:endParaRPr>
          </a:p>
        </p:txBody>
      </p:sp>
      <p:sp>
        <p:nvSpPr>
          <p:cNvPr id="154" name="Bullet1" descr="ad1c5ccd-3d41-4a3d-82e6-691c88556db4"/>
          <p:cNvSpPr/>
          <p:nvPr/>
        </p:nvSpPr>
        <p:spPr>
          <a:xfrm>
            <a:off x="657860" y="1813560"/>
            <a:ext cx="10946130" cy="2764790"/>
          </a:xfrm>
          <a:prstGeom prst="rect">
            <a:avLst/>
          </a:prstGeom>
          <a:noFill/>
          <a:ln w="12700" cmpd="sng">
            <a:solidFill>
              <a:schemeClr val="tx1">
                <a:lumMod val="50000"/>
              </a:schemeClr>
            </a:solidFill>
            <a:prstDash val="solid"/>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Arial" panose="020B0604020202020204"/>
            </a:endParaRPr>
          </a:p>
        </p:txBody>
      </p:sp>
      <p:sp>
        <p:nvSpPr>
          <p:cNvPr id="155" name="文本框 154"/>
          <p:cNvSpPr txBox="1"/>
          <p:nvPr/>
        </p:nvSpPr>
        <p:spPr>
          <a:xfrm>
            <a:off x="5375275" y="1638935"/>
            <a:ext cx="1565910" cy="328295"/>
          </a:xfrm>
          <a:prstGeom prst="rect">
            <a:avLst/>
          </a:prstGeom>
          <a:solidFill>
            <a:schemeClr val="bg1"/>
          </a:solidFill>
          <a:ln>
            <a:solidFill>
              <a:schemeClr val="bg1"/>
            </a:solidFill>
          </a:ln>
        </p:spPr>
        <p:txBody>
          <a:bodyPr wrap="square" rtlCol="0" anchor="ctr" anchorCtr="0">
            <a:noAutofit/>
          </a:bodyPr>
          <a:lstStyle/>
          <a:p>
            <a:pPr algn="ctr"/>
            <a:r>
              <a:rPr lang="zh-CN" sz="1600" b="1" dirty="0">
                <a:solidFill>
                  <a:srgbClr val="152A8C"/>
                </a:solidFill>
                <a:latin typeface="微软雅黑" panose="020B0503020204020204" charset="-122"/>
                <a:ea typeface="微软雅黑" panose="020B0503020204020204" charset="-122"/>
                <a:sym typeface="+mn-ea"/>
              </a:rPr>
              <a:t>应用场景梳理</a:t>
            </a:r>
            <a:endParaRPr lang="zh-CN" sz="1600" b="1" dirty="0">
              <a:solidFill>
                <a:srgbClr val="152A8C"/>
              </a:solidFill>
              <a:latin typeface="微软雅黑" panose="020B0503020204020204" charset="-122"/>
              <a:ea typeface="微软雅黑" panose="020B0503020204020204" charset="-122"/>
              <a:sym typeface="+mn-ea"/>
            </a:endParaRPr>
          </a:p>
        </p:txBody>
      </p:sp>
      <p:sp>
        <p:nvSpPr>
          <p:cNvPr id="49" name="矩形 48"/>
          <p:cNvSpPr/>
          <p:nvPr/>
        </p:nvSpPr>
        <p:spPr>
          <a:xfrm>
            <a:off x="5548630" y="2292350"/>
            <a:ext cx="3770630" cy="342265"/>
          </a:xfrm>
          <a:prstGeom prst="rect">
            <a:avLst/>
          </a:prstGeom>
          <a:solidFill>
            <a:schemeClr val="accent3">
              <a:lumMod val="60000"/>
              <a:lumOff val="40000"/>
            </a:schemeClr>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运营赋能</a:t>
            </a:r>
            <a:endParaRPr kumimoji="1" lang="zh-CN" altLang="en-US" sz="12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p:txBody>
      </p:sp>
      <p:sp>
        <p:nvSpPr>
          <p:cNvPr id="54" name="矩形 53"/>
          <p:cNvSpPr/>
          <p:nvPr/>
        </p:nvSpPr>
        <p:spPr>
          <a:xfrm>
            <a:off x="5548630" y="2674620"/>
            <a:ext cx="1201420" cy="307340"/>
          </a:xfrm>
          <a:prstGeom prst="rect">
            <a:avLst/>
          </a:prstGeom>
          <a:solidFill>
            <a:srgbClr val="92D050"/>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研发</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62" name="矩形 61"/>
          <p:cNvSpPr/>
          <p:nvPr/>
        </p:nvSpPr>
        <p:spPr>
          <a:xfrm>
            <a:off x="5547995" y="1938655"/>
            <a:ext cx="5965190" cy="320675"/>
          </a:xfrm>
          <a:prstGeom prst="rect">
            <a:avLst/>
          </a:prstGeom>
          <a:solidFill>
            <a:schemeClr val="accent3">
              <a:lumMod val="60000"/>
              <a:lumOff val="40000"/>
            </a:schemeClr>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投后</a:t>
            </a:r>
            <a:r>
              <a:rPr kumimoji="1" lang="zh-CN" altLang="en-US" sz="1400" b="1" i="0" u="none" strike="noStrike" kern="0" cap="none" spc="0" normalizeH="0" baseline="0" noProof="0" dirty="0" smtClean="0">
                <a:ln>
                  <a:noFill/>
                </a:ln>
                <a:solidFill>
                  <a:schemeClr val="bg1"/>
                </a:solidFill>
                <a:effectLst/>
                <a:uLnTx/>
                <a:uFillTx/>
                <a:latin typeface="微软雅黑" panose="020B0503020204020204" charset="-122"/>
                <a:ea typeface="微软雅黑" panose="020B0503020204020204" charset="-122"/>
              </a:rPr>
              <a:t>领域</a:t>
            </a:r>
            <a:endParaRPr kumimoji="1" lang="zh-CN" altLang="en-US" sz="1400" b="1" i="0" u="none" strike="noStrike" kern="0" cap="none" spc="0" normalizeH="0" baseline="0" noProof="0" dirty="0" smtClean="0">
              <a:ln>
                <a:noFill/>
              </a:ln>
              <a:solidFill>
                <a:schemeClr val="bg1"/>
              </a:solidFill>
              <a:effectLst/>
              <a:uLnTx/>
              <a:uFillTx/>
              <a:latin typeface="微软雅黑" panose="020B0503020204020204" charset="-122"/>
              <a:ea typeface="微软雅黑" panose="020B0503020204020204" charset="-122"/>
            </a:endParaRPr>
          </a:p>
        </p:txBody>
      </p:sp>
      <p:sp>
        <p:nvSpPr>
          <p:cNvPr id="40" name="矩形 39"/>
          <p:cNvSpPr/>
          <p:nvPr/>
        </p:nvSpPr>
        <p:spPr>
          <a:xfrm>
            <a:off x="849630" y="1935480"/>
            <a:ext cx="4622165" cy="324485"/>
          </a:xfrm>
          <a:prstGeom prst="rect">
            <a:avLst/>
          </a:prstGeom>
          <a:solidFill>
            <a:srgbClr val="152A8C"/>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投前领域</a:t>
            </a:r>
            <a:endParaRPr kumimoji="1" lang="zh-CN" altLang="en-US" sz="14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p:txBody>
      </p:sp>
      <p:sp>
        <p:nvSpPr>
          <p:cNvPr id="158" name="矩形 157"/>
          <p:cNvSpPr/>
          <p:nvPr/>
        </p:nvSpPr>
        <p:spPr>
          <a:xfrm>
            <a:off x="3907790" y="2660650"/>
            <a:ext cx="1457325" cy="321310"/>
          </a:xfrm>
          <a:prstGeom prst="rect">
            <a:avLst/>
          </a:prstGeom>
          <a:solidFill>
            <a:schemeClr val="accent5">
              <a:lumMod val="20000"/>
              <a:lumOff val="80000"/>
            </a:schemeClr>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估值定价</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160" name="矩形 159"/>
          <p:cNvSpPr/>
          <p:nvPr/>
        </p:nvSpPr>
        <p:spPr>
          <a:xfrm>
            <a:off x="3907790" y="3048000"/>
            <a:ext cx="1457325" cy="311785"/>
          </a:xfrm>
          <a:prstGeom prst="rect">
            <a:avLst/>
          </a:prstGeom>
          <a:solidFill>
            <a:schemeClr val="accent5">
              <a:lumMod val="20000"/>
              <a:lumOff val="80000"/>
            </a:schemeClr>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交易可行性论证</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161" name="矩形 160"/>
          <p:cNvSpPr/>
          <p:nvPr/>
        </p:nvSpPr>
        <p:spPr>
          <a:xfrm>
            <a:off x="3907790" y="3430270"/>
            <a:ext cx="1457325" cy="312420"/>
          </a:xfrm>
          <a:prstGeom prst="rect">
            <a:avLst/>
          </a:prstGeom>
          <a:solidFill>
            <a:schemeClr val="accent5">
              <a:lumMod val="20000"/>
              <a:lumOff val="80000"/>
            </a:schemeClr>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交易结构设计</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cxnSp>
        <p:nvCxnSpPr>
          <p:cNvPr id="162" name="直接连接符 161"/>
          <p:cNvCxnSpPr/>
          <p:nvPr/>
        </p:nvCxnSpPr>
        <p:spPr>
          <a:xfrm flipH="1">
            <a:off x="5471795" y="2592705"/>
            <a:ext cx="635" cy="1985645"/>
          </a:xfrm>
          <a:prstGeom prst="line">
            <a:avLst/>
          </a:prstGeom>
          <a:noFill/>
          <a:ln w="6350" cap="flat" cmpd="sng" algn="ctr">
            <a:solidFill>
              <a:schemeClr val="tx2"/>
            </a:solidFill>
            <a:prstDash val="dash"/>
            <a:miter lim="800000"/>
            <a:headEnd type="none" w="med" len="med"/>
            <a:tailEnd type="none" w="sm" len="med"/>
          </a:ln>
        </p:spPr>
      </p:cxnSp>
      <p:sp>
        <p:nvSpPr>
          <p:cNvPr id="163" name="矩形 162"/>
          <p:cNvSpPr/>
          <p:nvPr/>
        </p:nvSpPr>
        <p:spPr>
          <a:xfrm>
            <a:off x="3907790" y="3810635"/>
            <a:ext cx="1457325" cy="315595"/>
          </a:xfrm>
          <a:prstGeom prst="rect">
            <a:avLst/>
          </a:prstGeom>
          <a:solidFill>
            <a:schemeClr val="accent5">
              <a:lumMod val="20000"/>
              <a:lumOff val="80000"/>
            </a:schemeClr>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退出路径研判</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308" name="矩形 307"/>
          <p:cNvSpPr/>
          <p:nvPr/>
        </p:nvSpPr>
        <p:spPr>
          <a:xfrm>
            <a:off x="1878330" y="3034030"/>
            <a:ext cx="914400" cy="32131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飞行汽车</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309" name="矩形 308"/>
          <p:cNvSpPr/>
          <p:nvPr/>
        </p:nvSpPr>
        <p:spPr>
          <a:xfrm>
            <a:off x="1878330" y="2651125"/>
            <a:ext cx="914400" cy="32131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高效电驱</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310" name="矩形 309"/>
          <p:cNvSpPr/>
          <p:nvPr/>
        </p:nvSpPr>
        <p:spPr>
          <a:xfrm>
            <a:off x="1878330" y="3416300"/>
            <a:ext cx="914400" cy="32131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全域热管理</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311" name="矩形 310"/>
          <p:cNvSpPr/>
          <p:nvPr/>
        </p:nvSpPr>
        <p:spPr>
          <a:xfrm>
            <a:off x="1878330" y="3810635"/>
            <a:ext cx="914400" cy="30607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芯片</a:t>
            </a:r>
            <a:endPar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endParaRPr>
          </a:p>
        </p:txBody>
      </p:sp>
      <p:sp>
        <p:nvSpPr>
          <p:cNvPr id="312" name="矩形 311"/>
          <p:cNvSpPr/>
          <p:nvPr/>
        </p:nvSpPr>
        <p:spPr>
          <a:xfrm>
            <a:off x="2849880" y="3041015"/>
            <a:ext cx="914400" cy="30607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en-US" altLang="zh-CN"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  </a:t>
            </a: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智能驾驶</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313" name="矩形 312"/>
          <p:cNvSpPr/>
          <p:nvPr/>
        </p:nvSpPr>
        <p:spPr>
          <a:xfrm>
            <a:off x="2849880" y="3431540"/>
            <a:ext cx="914400" cy="30607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车路云</a:t>
            </a:r>
            <a:endPar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endParaRPr>
          </a:p>
        </p:txBody>
      </p:sp>
      <p:sp>
        <p:nvSpPr>
          <p:cNvPr id="314" name="矩形 313"/>
          <p:cNvSpPr/>
          <p:nvPr/>
        </p:nvSpPr>
        <p:spPr>
          <a:xfrm>
            <a:off x="2849880" y="2651125"/>
            <a:ext cx="914400" cy="32131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氢能</a:t>
            </a:r>
            <a:endParaRPr kumimoji="1" lang="zh-CN" altLang="en-US" sz="12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315" name="矩形 314"/>
          <p:cNvSpPr/>
          <p:nvPr/>
        </p:nvSpPr>
        <p:spPr>
          <a:xfrm>
            <a:off x="2849880" y="3804920"/>
            <a:ext cx="914400" cy="306070"/>
          </a:xfrm>
          <a:prstGeom prst="rect">
            <a:avLst/>
          </a:prstGeom>
          <a:solidFill>
            <a:srgbClr val="92D050"/>
          </a:solidFill>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补能</a:t>
            </a:r>
            <a:endPar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endParaRPr>
          </a:p>
        </p:txBody>
      </p:sp>
      <p:sp>
        <p:nvSpPr>
          <p:cNvPr id="316" name="矩形 315"/>
          <p:cNvSpPr/>
          <p:nvPr/>
        </p:nvSpPr>
        <p:spPr>
          <a:xfrm>
            <a:off x="3907790" y="4193540"/>
            <a:ext cx="1457325" cy="302895"/>
          </a:xfrm>
          <a:prstGeom prst="rect">
            <a:avLst/>
          </a:prstGeom>
          <a:solidFill>
            <a:schemeClr val="accent1">
              <a:lumMod val="20000"/>
              <a:lumOff val="80000"/>
            </a:schemeClr>
          </a:solidFill>
          <a:ln w="9525">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共</a:t>
            </a:r>
            <a:r>
              <a:rPr kumimoji="1" lang="en-US" altLang="zh-CN" sz="1200" b="1" kern="0" noProof="0" dirty="0">
                <a:ln>
                  <a:noFill/>
                </a:ln>
                <a:solidFill>
                  <a:srgbClr val="152A8C"/>
                </a:solidFill>
                <a:effectLst/>
                <a:uLnTx/>
                <a:uFillTx/>
                <a:latin typeface="微软雅黑" panose="020B0503020204020204" charset="-122"/>
                <a:ea typeface="微软雅黑" panose="020B0503020204020204" charset="-122"/>
                <a:sym typeface="+mn-ea"/>
              </a:rPr>
              <a:t>4</a:t>
            </a: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个</a:t>
            </a:r>
            <a:endPar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endParaRPr>
          </a:p>
        </p:txBody>
      </p:sp>
      <p:sp>
        <p:nvSpPr>
          <p:cNvPr id="318" name="矩形 317"/>
          <p:cNvSpPr/>
          <p:nvPr/>
        </p:nvSpPr>
        <p:spPr>
          <a:xfrm>
            <a:off x="5548630" y="3052445"/>
            <a:ext cx="1201420" cy="307340"/>
          </a:xfrm>
          <a:prstGeom prst="rect">
            <a:avLst/>
          </a:prstGeom>
          <a:solidFill>
            <a:schemeClr val="accent6">
              <a:lumMod val="10000"/>
              <a:lumOff val="9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生产</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19" name="矩形 318"/>
          <p:cNvSpPr/>
          <p:nvPr/>
        </p:nvSpPr>
        <p:spPr>
          <a:xfrm>
            <a:off x="5548630" y="3435350"/>
            <a:ext cx="1201420" cy="307340"/>
          </a:xfrm>
          <a:prstGeom prst="rect">
            <a:avLst/>
          </a:prstGeom>
          <a:solidFill>
            <a:schemeClr val="accent6">
              <a:lumMod val="10000"/>
              <a:lumOff val="9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供应</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0" name="矩形 319"/>
          <p:cNvSpPr/>
          <p:nvPr/>
        </p:nvSpPr>
        <p:spPr>
          <a:xfrm>
            <a:off x="5548630" y="3818890"/>
            <a:ext cx="1201420" cy="307340"/>
          </a:xfrm>
          <a:prstGeom prst="rect">
            <a:avLst/>
          </a:prstGeom>
          <a:solidFill>
            <a:schemeClr val="accent6">
              <a:lumMod val="10000"/>
              <a:lumOff val="9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销售</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1" name="矩形 320"/>
          <p:cNvSpPr/>
          <p:nvPr/>
        </p:nvSpPr>
        <p:spPr>
          <a:xfrm>
            <a:off x="6837680" y="2667635"/>
            <a:ext cx="1201420" cy="307340"/>
          </a:xfrm>
          <a:prstGeom prst="rect">
            <a:avLst/>
          </a:prstGeom>
          <a:solidFill>
            <a:schemeClr val="tx2">
              <a:lumMod val="20000"/>
              <a:lumOff val="8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财务</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2" name="矩形 321"/>
          <p:cNvSpPr/>
          <p:nvPr/>
        </p:nvSpPr>
        <p:spPr>
          <a:xfrm>
            <a:off x="6837680" y="3041015"/>
            <a:ext cx="1201420" cy="307340"/>
          </a:xfrm>
          <a:prstGeom prst="rect">
            <a:avLst/>
          </a:prstGeom>
          <a:solidFill>
            <a:schemeClr val="tx2">
              <a:lumMod val="20000"/>
              <a:lumOff val="8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税务</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3" name="矩形 322"/>
          <p:cNvSpPr/>
          <p:nvPr/>
        </p:nvSpPr>
        <p:spPr>
          <a:xfrm>
            <a:off x="6837680" y="3428365"/>
            <a:ext cx="1201420" cy="307340"/>
          </a:xfrm>
          <a:prstGeom prst="rect">
            <a:avLst/>
          </a:prstGeom>
          <a:solidFill>
            <a:schemeClr val="tx2">
              <a:lumMod val="20000"/>
              <a:lumOff val="8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法务</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4" name="矩形 323"/>
          <p:cNvSpPr/>
          <p:nvPr/>
        </p:nvSpPr>
        <p:spPr>
          <a:xfrm>
            <a:off x="6837680" y="3803650"/>
            <a:ext cx="1201420" cy="307340"/>
          </a:xfrm>
          <a:prstGeom prst="rect">
            <a:avLst/>
          </a:prstGeom>
          <a:solidFill>
            <a:schemeClr val="accent6">
              <a:lumMod val="10000"/>
              <a:lumOff val="9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组织</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5" name="矩形 324"/>
          <p:cNvSpPr/>
          <p:nvPr/>
        </p:nvSpPr>
        <p:spPr>
          <a:xfrm>
            <a:off x="8117205" y="2665095"/>
            <a:ext cx="1201420" cy="307340"/>
          </a:xfrm>
          <a:prstGeom prst="rect">
            <a:avLst/>
          </a:prstGeom>
          <a:solidFill>
            <a:schemeClr val="accent6">
              <a:lumMod val="10000"/>
              <a:lumOff val="9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固定资产投资</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6" name="矩形 325"/>
          <p:cNvSpPr/>
          <p:nvPr/>
        </p:nvSpPr>
        <p:spPr>
          <a:xfrm>
            <a:off x="8117205" y="3034030"/>
            <a:ext cx="1201420" cy="307340"/>
          </a:xfrm>
          <a:prstGeom prst="rect">
            <a:avLst/>
          </a:prstGeom>
          <a:solidFill>
            <a:schemeClr val="accent5">
              <a:lumMod val="20000"/>
              <a:lumOff val="8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股权投资</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7" name="矩形 326"/>
          <p:cNvSpPr/>
          <p:nvPr/>
        </p:nvSpPr>
        <p:spPr>
          <a:xfrm>
            <a:off x="8117205" y="3418840"/>
            <a:ext cx="1201420" cy="307340"/>
          </a:xfrm>
          <a:prstGeom prst="rect">
            <a:avLst/>
          </a:prstGeom>
          <a:solidFill>
            <a:schemeClr val="accent6">
              <a:lumMod val="10000"/>
              <a:lumOff val="9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国际化业务</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28" name="矩形 327"/>
          <p:cNvSpPr/>
          <p:nvPr/>
        </p:nvSpPr>
        <p:spPr>
          <a:xfrm>
            <a:off x="5548630" y="4193540"/>
            <a:ext cx="3770630" cy="302895"/>
          </a:xfrm>
          <a:prstGeom prst="rect">
            <a:avLst/>
          </a:prstGeom>
          <a:solidFill>
            <a:schemeClr val="accent1">
              <a:lumMod val="20000"/>
              <a:lumOff val="80000"/>
            </a:schemeClr>
          </a:solidFill>
          <a:ln w="9525">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共</a:t>
            </a:r>
            <a:r>
              <a:rPr kumimoji="1" lang="en-US" altLang="zh-CN" sz="1200" b="1" kern="0" noProof="0" dirty="0">
                <a:ln>
                  <a:noFill/>
                </a:ln>
                <a:solidFill>
                  <a:srgbClr val="152A8C"/>
                </a:solidFill>
                <a:effectLst/>
                <a:uLnTx/>
                <a:uFillTx/>
                <a:latin typeface="微软雅黑" panose="020B0503020204020204" charset="-122"/>
                <a:ea typeface="微软雅黑" panose="020B0503020204020204" charset="-122"/>
                <a:sym typeface="+mn-ea"/>
              </a:rPr>
              <a:t>12</a:t>
            </a: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个</a:t>
            </a:r>
            <a:endPar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endParaRPr>
          </a:p>
        </p:txBody>
      </p:sp>
      <p:sp>
        <p:nvSpPr>
          <p:cNvPr id="329" name="矩形 328"/>
          <p:cNvSpPr/>
          <p:nvPr/>
        </p:nvSpPr>
        <p:spPr>
          <a:xfrm>
            <a:off x="9457055" y="2289810"/>
            <a:ext cx="2018665" cy="342265"/>
          </a:xfrm>
          <a:prstGeom prst="rect">
            <a:avLst/>
          </a:prstGeom>
          <a:solidFill>
            <a:schemeClr val="accent3">
              <a:lumMod val="60000"/>
              <a:lumOff val="40000"/>
            </a:schemeClr>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2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rPr>
              <a:t>股权经营</a:t>
            </a:r>
            <a:endParaRPr kumimoji="1" lang="zh-CN" altLang="en-US" sz="1200" b="1" i="0" u="none" strike="noStrike" kern="0" cap="none" spc="0" normalizeH="0" baseline="0" noProof="0" dirty="0">
              <a:ln>
                <a:noFill/>
              </a:ln>
              <a:solidFill>
                <a:schemeClr val="bg1"/>
              </a:solidFill>
              <a:effectLst/>
              <a:uLnTx/>
              <a:uFillTx/>
              <a:latin typeface="微软雅黑" panose="020B0503020204020204" charset="-122"/>
              <a:ea typeface="微软雅黑" panose="020B0503020204020204" charset="-122"/>
            </a:endParaRPr>
          </a:p>
        </p:txBody>
      </p:sp>
      <p:sp>
        <p:nvSpPr>
          <p:cNvPr id="330" name="矩形 329"/>
          <p:cNvSpPr/>
          <p:nvPr/>
        </p:nvSpPr>
        <p:spPr>
          <a:xfrm>
            <a:off x="9465945" y="2658110"/>
            <a:ext cx="2009140" cy="307340"/>
          </a:xfrm>
          <a:prstGeom prst="rect">
            <a:avLst/>
          </a:prstGeom>
          <a:solidFill>
            <a:schemeClr val="accent5">
              <a:lumMod val="20000"/>
              <a:lumOff val="8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资源支持</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31" name="矩形 330"/>
          <p:cNvSpPr/>
          <p:nvPr/>
        </p:nvSpPr>
        <p:spPr>
          <a:xfrm>
            <a:off x="9476105" y="3041015"/>
            <a:ext cx="1998980" cy="300355"/>
          </a:xfrm>
          <a:prstGeom prst="rect">
            <a:avLst/>
          </a:prstGeom>
          <a:solidFill>
            <a:schemeClr val="accent5">
              <a:lumMod val="20000"/>
              <a:lumOff val="8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方案设计</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32" name="矩形 331"/>
          <p:cNvSpPr/>
          <p:nvPr/>
        </p:nvSpPr>
        <p:spPr>
          <a:xfrm>
            <a:off x="9476105" y="3425825"/>
            <a:ext cx="1998345" cy="307340"/>
          </a:xfrm>
          <a:prstGeom prst="rect">
            <a:avLst/>
          </a:prstGeom>
          <a:solidFill>
            <a:schemeClr val="accent5">
              <a:lumMod val="20000"/>
              <a:lumOff val="8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方案运作支持</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cxnSp>
        <p:nvCxnSpPr>
          <p:cNvPr id="333" name="直接连接符 332"/>
          <p:cNvCxnSpPr/>
          <p:nvPr/>
        </p:nvCxnSpPr>
        <p:spPr>
          <a:xfrm flipH="1">
            <a:off x="9389110" y="2593340"/>
            <a:ext cx="635" cy="1985645"/>
          </a:xfrm>
          <a:prstGeom prst="line">
            <a:avLst/>
          </a:prstGeom>
          <a:noFill/>
          <a:ln w="6350" cap="flat" cmpd="sng" algn="ctr">
            <a:solidFill>
              <a:schemeClr val="tx2"/>
            </a:solidFill>
            <a:prstDash val="dash"/>
            <a:miter lim="800000"/>
            <a:headEnd type="none" w="med" len="med"/>
            <a:tailEnd type="none" w="sm" len="med"/>
          </a:ln>
        </p:spPr>
      </p:cxnSp>
      <p:sp>
        <p:nvSpPr>
          <p:cNvPr id="334" name="矩形 333"/>
          <p:cNvSpPr/>
          <p:nvPr/>
        </p:nvSpPr>
        <p:spPr>
          <a:xfrm>
            <a:off x="9476105" y="4193540"/>
            <a:ext cx="2009140" cy="302895"/>
          </a:xfrm>
          <a:prstGeom prst="rect">
            <a:avLst/>
          </a:prstGeom>
          <a:solidFill>
            <a:schemeClr val="accent1">
              <a:lumMod val="20000"/>
              <a:lumOff val="80000"/>
            </a:schemeClr>
          </a:solidFill>
          <a:ln w="9525">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共</a:t>
            </a:r>
            <a:r>
              <a:rPr kumimoji="1" lang="en-US" altLang="zh-CN" sz="1200" b="1" kern="0" noProof="0" dirty="0">
                <a:ln>
                  <a:noFill/>
                </a:ln>
                <a:solidFill>
                  <a:srgbClr val="152A8C"/>
                </a:solidFill>
                <a:effectLst/>
                <a:uLnTx/>
                <a:uFillTx/>
                <a:latin typeface="微软雅黑" panose="020B0503020204020204" charset="-122"/>
                <a:ea typeface="微软雅黑" panose="020B0503020204020204" charset="-122"/>
                <a:sym typeface="+mn-ea"/>
              </a:rPr>
              <a:t>3</a:t>
            </a:r>
            <a:r>
              <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rPr>
              <a:t>个</a:t>
            </a:r>
            <a:endParaRPr kumimoji="1" lang="zh-CN" altLang="en-US" sz="1200" b="1" kern="0" noProof="0" dirty="0">
              <a:ln>
                <a:noFill/>
              </a:ln>
              <a:solidFill>
                <a:srgbClr val="152A8C"/>
              </a:solidFill>
              <a:effectLst/>
              <a:uLnTx/>
              <a:uFillTx/>
              <a:latin typeface="微软雅黑" panose="020B0503020204020204" charset="-122"/>
              <a:ea typeface="微软雅黑" panose="020B0503020204020204" charset="-122"/>
              <a:sym typeface="+mn-ea"/>
            </a:endParaRPr>
          </a:p>
        </p:txBody>
      </p:sp>
      <p:sp>
        <p:nvSpPr>
          <p:cNvPr id="335" name="文本框 334"/>
          <p:cNvSpPr txBox="1"/>
          <p:nvPr/>
        </p:nvSpPr>
        <p:spPr>
          <a:xfrm>
            <a:off x="845185" y="4578350"/>
            <a:ext cx="10668000" cy="521970"/>
          </a:xfrm>
          <a:prstGeom prst="rect">
            <a:avLst/>
          </a:prstGeom>
          <a:noFill/>
        </p:spPr>
        <p:txBody>
          <a:bodyPr wrap="square" rtlCol="0" anchor="t" anchorCtr="0">
            <a:spAutoFit/>
          </a:bodyPr>
          <a:p>
            <a:pPr algn="l">
              <a:buClrTx/>
              <a:buSzTx/>
              <a:buFontTx/>
            </a:pPr>
            <a:r>
              <a:rPr lang="zh-CN" altLang="en-US" sz="1400">
                <a:solidFill>
                  <a:srgbClr val="000000"/>
                </a:solidFill>
                <a:latin typeface="微软雅黑" panose="020B0503020204020204" charset="-122"/>
                <a:ea typeface="微软雅黑" panose="020B0503020204020204" charset="-122"/>
                <a:sym typeface="+mn-ea"/>
              </a:rPr>
              <a:t>注：被投企业应用场景（经营提升、资本运作、产业协同）、集团公司应用场景（产业规划、技术前瞻）均可与上述场景重叠</a:t>
            </a:r>
            <a:endParaRPr lang="zh-CN" altLang="en-US" sz="1400">
              <a:solidFill>
                <a:srgbClr val="000000"/>
              </a:solidFill>
              <a:latin typeface="微软雅黑" panose="020B0503020204020204" charset="-122"/>
              <a:ea typeface="微软雅黑" panose="020B0503020204020204" charset="-122"/>
              <a:sym typeface="+mn-ea"/>
            </a:endParaRPr>
          </a:p>
          <a:p>
            <a:pPr algn="l">
              <a:buClrTx/>
              <a:buSzTx/>
              <a:buFontTx/>
            </a:pPr>
            <a:endParaRPr lang="zh-CN" altLang="en-US" sz="1400">
              <a:solidFill>
                <a:srgbClr val="000000"/>
              </a:solidFill>
              <a:latin typeface="微软雅黑" panose="020B0503020204020204" charset="-122"/>
              <a:ea typeface="微软雅黑" panose="020B0503020204020204" charset="-122"/>
              <a:sym typeface="+mn-ea"/>
            </a:endParaRPr>
          </a:p>
        </p:txBody>
      </p:sp>
      <p:sp>
        <p:nvSpPr>
          <p:cNvPr id="345" name="矩形 344"/>
          <p:cNvSpPr/>
          <p:nvPr/>
        </p:nvSpPr>
        <p:spPr>
          <a:xfrm>
            <a:off x="1670685" y="5704205"/>
            <a:ext cx="1854200" cy="612775"/>
          </a:xfrm>
          <a:prstGeom prst="rect">
            <a:avLst/>
          </a:prstGeom>
          <a:solidFill>
            <a:srgbClr val="92D050"/>
          </a:solidFill>
          <a:ln w="9525" cap="flat" cmpd="sng" algn="ctr">
            <a:solidFill>
              <a:srgbClr val="152A8C"/>
            </a:solidFill>
            <a:prstDash val="solid"/>
            <a:round/>
            <a:headEnd type="none" w="med" len="med"/>
            <a:tailEnd type="none" w="med" len="med"/>
          </a:ln>
          <a:effectLst/>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rPr>
              <a:t>产业研究专家</a:t>
            </a:r>
            <a:endPar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endParaRPr>
          </a:p>
        </p:txBody>
      </p:sp>
      <p:sp>
        <p:nvSpPr>
          <p:cNvPr id="352" name="矩形 351"/>
          <p:cNvSpPr/>
          <p:nvPr/>
        </p:nvSpPr>
        <p:spPr>
          <a:xfrm>
            <a:off x="3848735" y="5704205"/>
            <a:ext cx="1854200" cy="612775"/>
          </a:xfrm>
          <a:prstGeom prst="rect">
            <a:avLst/>
          </a:prstGeom>
          <a:solidFill>
            <a:schemeClr val="accent5">
              <a:lumMod val="20000"/>
              <a:lumOff val="80000"/>
            </a:schemeClr>
          </a:solidFill>
          <a:ln w="9525" cap="flat" cmpd="sng" algn="ctr">
            <a:solidFill>
              <a:srgbClr val="152A8C"/>
            </a:solidFill>
            <a:prstDash val="solid"/>
            <a:round/>
            <a:headEnd type="none" w="med" len="med"/>
            <a:tailEnd type="none" w="med" len="med"/>
          </a:ln>
          <a:effectLst/>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rPr>
              <a:t>资本</a:t>
            </a:r>
            <a:r>
              <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rPr>
              <a:t>运营专家</a:t>
            </a:r>
            <a:endPar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endParaRPr>
          </a:p>
        </p:txBody>
      </p:sp>
      <p:sp>
        <p:nvSpPr>
          <p:cNvPr id="354" name="矩形 353"/>
          <p:cNvSpPr/>
          <p:nvPr/>
        </p:nvSpPr>
        <p:spPr>
          <a:xfrm>
            <a:off x="6050915" y="5704205"/>
            <a:ext cx="1854200" cy="612775"/>
          </a:xfrm>
          <a:prstGeom prst="rect">
            <a:avLst/>
          </a:prstGeom>
          <a:solidFill>
            <a:schemeClr val="tx2">
              <a:lumMod val="20000"/>
              <a:lumOff val="80000"/>
            </a:schemeClr>
          </a:solidFill>
          <a:ln w="9525" cap="flat" cmpd="sng" algn="ctr">
            <a:solidFill>
              <a:srgbClr val="152A8C"/>
            </a:solidFill>
            <a:prstDash val="solid"/>
            <a:round/>
            <a:headEnd type="none" w="med" len="med"/>
            <a:tailEnd type="none" w="med" len="med"/>
          </a:ln>
          <a:effectLst/>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rPr>
              <a:t>财务法务专家</a:t>
            </a:r>
            <a:endPar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endParaRPr>
          </a:p>
        </p:txBody>
      </p:sp>
      <p:sp>
        <p:nvSpPr>
          <p:cNvPr id="356" name="矩形 355"/>
          <p:cNvSpPr/>
          <p:nvPr/>
        </p:nvSpPr>
        <p:spPr>
          <a:xfrm>
            <a:off x="8230235" y="5704205"/>
            <a:ext cx="1854200" cy="612775"/>
          </a:xfrm>
          <a:prstGeom prst="rect">
            <a:avLst/>
          </a:prstGeom>
          <a:solidFill>
            <a:schemeClr val="accent6">
              <a:lumMod val="10000"/>
              <a:lumOff val="90000"/>
            </a:schemeClr>
          </a:solidFill>
          <a:ln w="9525" cap="flat" cmpd="sng" algn="ctr">
            <a:solidFill>
              <a:srgbClr val="152A8C"/>
            </a:solidFill>
            <a:prstDash val="solid"/>
            <a:round/>
            <a:headEnd type="none" w="med" len="med"/>
            <a:tailEnd type="none" w="med" len="med"/>
          </a:ln>
          <a:effectLst/>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r>
              <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rPr>
              <a:t>企业运营专家</a:t>
            </a:r>
            <a:endParaRPr kumimoji="0" lang="zh-CN" altLang="en-US" sz="1400" b="1" i="0" u="none" strike="noStrike" cap="none" normalizeH="0" baseline="0" smtClean="0">
              <a:ln>
                <a:noFill/>
              </a:ln>
              <a:solidFill>
                <a:srgbClr val="152A8C"/>
              </a:solidFill>
              <a:effectLst/>
              <a:latin typeface="微软雅黑" panose="020B0503020204020204" charset="-122"/>
              <a:ea typeface="微软雅黑" panose="020B0503020204020204" charset="-122"/>
            </a:endParaRPr>
          </a:p>
        </p:txBody>
      </p:sp>
      <p:sp>
        <p:nvSpPr>
          <p:cNvPr id="2" name="矩形 1"/>
          <p:cNvSpPr/>
          <p:nvPr/>
        </p:nvSpPr>
        <p:spPr>
          <a:xfrm>
            <a:off x="8117205" y="3803650"/>
            <a:ext cx="1201420" cy="307340"/>
          </a:xfrm>
          <a:prstGeom prst="rect">
            <a:avLst/>
          </a:prstGeom>
          <a:solidFill>
            <a:schemeClr val="accent6">
              <a:lumMod val="10000"/>
              <a:lumOff val="90000"/>
            </a:schemeClr>
          </a:solidFill>
          <a:ln w="9525">
            <a:solidFill>
              <a:schemeClr val="accent3">
                <a:lumMod val="60000"/>
                <a:lumOff val="40000"/>
              </a:schemeClr>
            </a:solid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pP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数智</a:t>
            </a:r>
            <a:r>
              <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rPr>
              <a:t>化</a:t>
            </a:r>
            <a:endParaRPr kumimoji="1" lang="zh-CN" altLang="en-US" sz="1200" b="1" kern="0" noProof="0" dirty="0" smtClean="0">
              <a:ln>
                <a:noFill/>
              </a:ln>
              <a:solidFill>
                <a:schemeClr val="accent2">
                  <a:lumMod val="75000"/>
                </a:schemeClr>
              </a:solidFill>
              <a:effectLst/>
              <a:uLnTx/>
              <a:uFillTx/>
              <a:latin typeface="微软雅黑" panose="020B0503020204020204" charset="-122"/>
              <a:ea typeface="微软雅黑" panose="020B0503020204020204" charset="-122"/>
              <a:sym typeface="+mn-ea"/>
            </a:endParaRPr>
          </a:p>
        </p:txBody>
      </p:sp>
      <p:sp>
        <p:nvSpPr>
          <p:cNvPr id="3" name="Bullet1" descr="ad1c5ccd-3d41-4a3d-82e6-691c88556db4"/>
          <p:cNvSpPr/>
          <p:nvPr/>
        </p:nvSpPr>
        <p:spPr>
          <a:xfrm>
            <a:off x="648335" y="5487670"/>
            <a:ext cx="10946130" cy="1003300"/>
          </a:xfrm>
          <a:prstGeom prst="rect">
            <a:avLst/>
          </a:prstGeom>
          <a:noFill/>
          <a:ln w="12700" cmpd="sng">
            <a:solidFill>
              <a:schemeClr val="tx1">
                <a:lumMod val="50000"/>
              </a:schemeClr>
            </a:solidFill>
            <a:prstDash val="solid"/>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1">
            <a:normAutofit/>
          </a:bodyPr>
          <a:lstStyle/>
          <a:p>
            <a:pPr marL="0" marR="0" lvl="0" indent="0" algn="l" defTabSz="914400" rtl="0" eaLnBrk="1" fontAlgn="auto" latinLnBrk="0" hangingPunct="1">
              <a:lnSpc>
                <a:spcPct val="100000"/>
              </a:lnSpc>
              <a:spcBef>
                <a:spcPct val="0"/>
              </a:spcBef>
              <a:spcAft>
                <a:spcPct val="0"/>
              </a:spcAft>
              <a:buClrTx/>
              <a:buSzTx/>
              <a:buFontTx/>
              <a:buNone/>
              <a:defRPr/>
            </a:pPr>
            <a:endParaRPr kumimoji="0" lang="zh-CN" altLang="en-US" sz="12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Arial" panose="020B0604020202020204"/>
            </a:endParaRPr>
          </a:p>
        </p:txBody>
      </p:sp>
      <p:sp>
        <p:nvSpPr>
          <p:cNvPr id="4" name="文本框 3"/>
          <p:cNvSpPr txBox="1"/>
          <p:nvPr/>
        </p:nvSpPr>
        <p:spPr>
          <a:xfrm>
            <a:off x="5448300" y="5323205"/>
            <a:ext cx="1565910" cy="328295"/>
          </a:xfrm>
          <a:prstGeom prst="rect">
            <a:avLst/>
          </a:prstGeom>
          <a:solidFill>
            <a:schemeClr val="bg1"/>
          </a:solidFill>
          <a:ln>
            <a:solidFill>
              <a:schemeClr val="bg1"/>
            </a:solidFill>
          </a:ln>
        </p:spPr>
        <p:txBody>
          <a:bodyPr wrap="square" rtlCol="0" anchor="ctr" anchorCtr="0">
            <a:noAutofit/>
          </a:bodyPr>
          <a:lstStyle/>
          <a:p>
            <a:pPr algn="ctr"/>
            <a:r>
              <a:rPr lang="zh-CN" sz="1600" b="1" dirty="0">
                <a:solidFill>
                  <a:srgbClr val="152A8C"/>
                </a:solidFill>
                <a:latin typeface="微软雅黑" panose="020B0503020204020204" charset="-122"/>
                <a:ea typeface="微软雅黑" panose="020B0503020204020204" charset="-122"/>
                <a:sym typeface="+mn-ea"/>
              </a:rPr>
              <a:t>专家</a:t>
            </a:r>
            <a:r>
              <a:rPr lang="zh-CN" sz="1600" b="1" dirty="0">
                <a:solidFill>
                  <a:srgbClr val="152A8C"/>
                </a:solidFill>
                <a:latin typeface="微软雅黑" panose="020B0503020204020204" charset="-122"/>
                <a:ea typeface="微软雅黑" panose="020B0503020204020204" charset="-122"/>
                <a:sym typeface="+mn-ea"/>
              </a:rPr>
              <a:t>分类</a:t>
            </a:r>
            <a:endParaRPr lang="zh-CN" sz="1600" b="1" dirty="0">
              <a:solidFill>
                <a:srgbClr val="152A8C"/>
              </a:solidFill>
              <a:latin typeface="微软雅黑" panose="020B0503020204020204" charset="-122"/>
              <a:ea typeface="微软雅黑" panose="020B0503020204020204" charset="-122"/>
              <a:sym typeface="+mn-ea"/>
            </a:endParaRPr>
          </a:p>
        </p:txBody>
      </p:sp>
      <p:sp>
        <p:nvSpPr>
          <p:cNvPr id="5" name="文本框 4"/>
          <p:cNvSpPr txBox="1"/>
          <p:nvPr/>
        </p:nvSpPr>
        <p:spPr>
          <a:xfrm>
            <a:off x="462280" y="6556375"/>
            <a:ext cx="10668000" cy="583565"/>
          </a:xfrm>
          <a:prstGeom prst="rect">
            <a:avLst/>
          </a:prstGeom>
          <a:noFill/>
        </p:spPr>
        <p:txBody>
          <a:bodyPr wrap="square" rtlCol="0" anchor="t" anchorCtr="0">
            <a:spAutoFit/>
          </a:bodyPr>
          <a:p>
            <a:pPr marL="285750" indent="-285750" algn="l">
              <a:buClrTx/>
              <a:buSzTx/>
              <a:buFont typeface="Wingdings" panose="05000000000000000000" charset="0"/>
              <a:buChar char="p"/>
            </a:pPr>
            <a:r>
              <a:rPr lang="zh-CN" altLang="en-US" sz="1600" b="1" dirty="0">
                <a:solidFill>
                  <a:srgbClr val="152A8C"/>
                </a:solidFill>
                <a:latin typeface="微软雅黑" panose="020B0503020204020204" charset="-122"/>
                <a:ea typeface="微软雅黑" panose="020B0503020204020204" charset="-122"/>
                <a:sym typeface="+mn-ea"/>
              </a:rPr>
              <a:t>优先推进产业研究专家人才</a:t>
            </a:r>
            <a:r>
              <a:rPr lang="zh-CN" altLang="en-US" sz="1600" b="1">
                <a:solidFill>
                  <a:srgbClr val="152A8C"/>
                </a:solidFill>
                <a:latin typeface="微软雅黑" panose="020B0503020204020204" charset="-122"/>
                <a:ea typeface="微软雅黑" panose="020B0503020204020204" charset="-122"/>
                <a:sym typeface="+mn-ea"/>
              </a:rPr>
              <a:t>库建设，后续方案均</a:t>
            </a:r>
            <a:r>
              <a:rPr lang="zh-CN" altLang="en-US" sz="1600" b="1">
                <a:solidFill>
                  <a:srgbClr val="B10011"/>
                </a:solidFill>
                <a:latin typeface="微软雅黑" panose="020B0503020204020204" charset="-122"/>
                <a:ea typeface="微软雅黑" panose="020B0503020204020204" charset="-122"/>
                <a:sym typeface="+mn-ea"/>
              </a:rPr>
              <a:t>围绕产业研究专家开展</a:t>
            </a:r>
            <a:endParaRPr lang="zh-CN" altLang="en-US" sz="1600" b="1">
              <a:solidFill>
                <a:srgbClr val="B10011"/>
              </a:solidFill>
              <a:latin typeface="微软雅黑" panose="020B0503020204020204" charset="-122"/>
              <a:ea typeface="微软雅黑" panose="020B0503020204020204" charset="-122"/>
              <a:sym typeface="+mn-ea"/>
            </a:endParaRPr>
          </a:p>
          <a:p>
            <a:pPr algn="l">
              <a:buClrTx/>
              <a:buSzTx/>
              <a:buFontTx/>
            </a:pPr>
            <a:endParaRPr lang="zh-CN" altLang="en-US" sz="1600" b="1">
              <a:solidFill>
                <a:srgbClr val="B10011"/>
              </a:solidFill>
              <a:latin typeface="微软雅黑" panose="020B0503020204020204" charset="-122"/>
              <a:ea typeface="微软雅黑" panose="020B0503020204020204" charset="-122"/>
              <a:sym typeface="+mn-ea"/>
            </a:endParaRPr>
          </a:p>
        </p:txBody>
      </p:sp>
      <p:grpSp>
        <p:nvGrpSpPr>
          <p:cNvPr id="114" name="组合 140"/>
          <p:cNvGrpSpPr/>
          <p:nvPr>
            <p:custDataLst>
              <p:tags r:id="rId1"/>
            </p:custDataLst>
          </p:nvPr>
        </p:nvGrpSpPr>
        <p:grpSpPr>
          <a:xfrm flipV="1">
            <a:off x="5906770" y="4876800"/>
            <a:ext cx="354330" cy="514985"/>
            <a:chOff x="15642" y="3276"/>
            <a:chExt cx="2999" cy="3259"/>
          </a:xfrm>
          <a:solidFill>
            <a:schemeClr val="accent3">
              <a:lumMod val="20000"/>
              <a:lumOff val="80000"/>
              <a:alpha val="28000"/>
            </a:schemeClr>
          </a:solidFill>
        </p:grpSpPr>
        <p:sp>
          <p:nvSpPr>
            <p:cNvPr id="115" name="图形 27"/>
            <p:cNvSpPr/>
            <p:nvPr>
              <p:custDataLst>
                <p:tags r:id="rId2"/>
              </p:custDataLst>
            </p:nvPr>
          </p:nvSpPr>
          <p:spPr>
            <a:xfrm>
              <a:off x="15642" y="3276"/>
              <a:ext cx="2999" cy="3259"/>
            </a:xfrm>
            <a:custGeom>
              <a:avLst/>
              <a:gdLst/>
              <a:ahLst/>
              <a:cxnLst>
                <a:cxn ang="0">
                  <a:pos x="2999" y="3259"/>
                </a:cxn>
                <a:cxn ang="0">
                  <a:pos x="2115" y="929"/>
                </a:cxn>
                <a:cxn ang="0">
                  <a:pos x="2552" y="929"/>
                </a:cxn>
                <a:cxn ang="0">
                  <a:pos x="2025" y="464"/>
                </a:cxn>
                <a:cxn ang="0">
                  <a:pos x="1499" y="0"/>
                </a:cxn>
                <a:cxn ang="0">
                  <a:pos x="973" y="464"/>
                </a:cxn>
                <a:cxn ang="0">
                  <a:pos x="446" y="929"/>
                </a:cxn>
                <a:cxn ang="0">
                  <a:pos x="887" y="929"/>
                </a:cxn>
                <a:cxn ang="0">
                  <a:pos x="0" y="3259"/>
                </a:cxn>
                <a:cxn ang="0">
                  <a:pos x="2999" y="3259"/>
                </a:cxn>
              </a:cxnLst>
              <a:rect l="0" t="0" r="0" b="0"/>
              <a:pathLst>
                <a:path w="625220" h="728376">
                  <a:moveTo>
                    <a:pt x="625221" y="728377"/>
                  </a:moveTo>
                  <a:cubicBezTo>
                    <a:pt x="505682" y="564737"/>
                    <a:pt x="456819" y="311658"/>
                    <a:pt x="441008" y="207645"/>
                  </a:cubicBezTo>
                  <a:lnTo>
                    <a:pt x="532067" y="207645"/>
                  </a:lnTo>
                  <a:lnTo>
                    <a:pt x="422339" y="103823"/>
                  </a:lnTo>
                  <a:lnTo>
                    <a:pt x="312611" y="0"/>
                  </a:lnTo>
                  <a:lnTo>
                    <a:pt x="202883" y="103823"/>
                  </a:lnTo>
                  <a:lnTo>
                    <a:pt x="93155" y="207645"/>
                  </a:lnTo>
                  <a:lnTo>
                    <a:pt x="184976" y="207645"/>
                  </a:lnTo>
                  <a:cubicBezTo>
                    <a:pt x="170688" y="313087"/>
                    <a:pt x="124397" y="570929"/>
                    <a:pt x="0" y="728377"/>
                  </a:cubicBezTo>
                  <a:cubicBezTo>
                    <a:pt x="73914" y="728377"/>
                    <a:pt x="504444" y="728377"/>
                    <a:pt x="625221" y="728377"/>
                  </a:cubicBezTo>
                  <a:close/>
                </a:path>
              </a:pathLst>
            </a:custGeom>
            <a:grpFill/>
            <a:ln w="9525">
              <a:noFill/>
            </a:ln>
          </p:spPr>
          <p:txBody>
            <a:bodyPr/>
            <a:lstStyle/>
            <a:p>
              <a:endParaRPr lang="zh-CN" altLang="en-US" sz="7200">
                <a:solidFill>
                  <a:srgbClr val="002060"/>
                </a:solidFill>
                <a:latin typeface="微软雅黑" panose="020B0503020204020204" charset="-122"/>
                <a:ea typeface="微软雅黑" panose="020B0503020204020204" charset="-122"/>
                <a:cs typeface="微软雅黑" panose="020B0503020204020204" charset="-122"/>
              </a:endParaRPr>
            </a:p>
          </p:txBody>
        </p:sp>
        <p:sp>
          <p:nvSpPr>
            <p:cNvPr id="116" name="图形 27"/>
            <p:cNvSpPr/>
            <p:nvPr>
              <p:custDataLst>
                <p:tags r:id="rId3"/>
              </p:custDataLst>
            </p:nvPr>
          </p:nvSpPr>
          <p:spPr>
            <a:xfrm>
              <a:off x="15642" y="3276"/>
              <a:ext cx="2999" cy="3259"/>
            </a:xfrm>
            <a:custGeom>
              <a:avLst/>
              <a:gdLst>
                <a:gd name="connsiteX0" fmla="*/ 625221 w 625220"/>
                <a:gd name="connsiteY0" fmla="*/ 728377 h 728376"/>
                <a:gd name="connsiteX1" fmla="*/ 441008 w 625220"/>
                <a:gd name="connsiteY1" fmla="*/ 207645 h 728376"/>
                <a:gd name="connsiteX2" fmla="*/ 532067 w 625220"/>
                <a:gd name="connsiteY2" fmla="*/ 207645 h 728376"/>
                <a:gd name="connsiteX3" fmla="*/ 422339 w 625220"/>
                <a:gd name="connsiteY3" fmla="*/ 103823 h 728376"/>
                <a:gd name="connsiteX4" fmla="*/ 312611 w 625220"/>
                <a:gd name="connsiteY4" fmla="*/ 0 h 728376"/>
                <a:gd name="connsiteX5" fmla="*/ 202883 w 625220"/>
                <a:gd name="connsiteY5" fmla="*/ 103823 h 728376"/>
                <a:gd name="connsiteX6" fmla="*/ 93155 w 625220"/>
                <a:gd name="connsiteY6" fmla="*/ 207645 h 728376"/>
                <a:gd name="connsiteX7" fmla="*/ 184976 w 625220"/>
                <a:gd name="connsiteY7" fmla="*/ 207645 h 728376"/>
                <a:gd name="connsiteX8" fmla="*/ 0 w 625220"/>
                <a:gd name="connsiteY8" fmla="*/ 728377 h 728376"/>
                <a:gd name="connsiteX9" fmla="*/ 625221 w 625220"/>
                <a:gd name="connsiteY9" fmla="*/ 728377 h 728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25220" h="728376">
                  <a:moveTo>
                    <a:pt x="625221" y="728377"/>
                  </a:moveTo>
                  <a:cubicBezTo>
                    <a:pt x="505682" y="564737"/>
                    <a:pt x="456819" y="311658"/>
                    <a:pt x="441008" y="207645"/>
                  </a:cubicBezTo>
                  <a:lnTo>
                    <a:pt x="532067" y="207645"/>
                  </a:lnTo>
                  <a:lnTo>
                    <a:pt x="422339" y="103823"/>
                  </a:lnTo>
                  <a:lnTo>
                    <a:pt x="312611" y="0"/>
                  </a:lnTo>
                  <a:lnTo>
                    <a:pt x="202883" y="103823"/>
                  </a:lnTo>
                  <a:lnTo>
                    <a:pt x="93155" y="207645"/>
                  </a:lnTo>
                  <a:lnTo>
                    <a:pt x="184976" y="207645"/>
                  </a:lnTo>
                  <a:cubicBezTo>
                    <a:pt x="170688" y="313087"/>
                    <a:pt x="124397" y="570929"/>
                    <a:pt x="0" y="728377"/>
                  </a:cubicBezTo>
                  <a:cubicBezTo>
                    <a:pt x="73914" y="728377"/>
                    <a:pt x="504444" y="728377"/>
                    <a:pt x="625221" y="728377"/>
                  </a:cubicBezTo>
                  <a:close/>
                </a:path>
              </a:pathLst>
            </a:custGeom>
            <a:grpFill/>
            <a:ln w="19050" cap="flat">
              <a:noFill/>
              <a:prstDash val="solid"/>
              <a:miter/>
            </a:ln>
          </p:spPr>
          <p:txBody>
            <a:bodyPr rtlCol="0" anchor="ctr"/>
            <a:lstStyle/>
            <a:p>
              <a:pPr fontAlgn="base"/>
              <a:endParaRPr lang="zh-CN" altLang="en-US" sz="100" strike="noStrike" noProof="1">
                <a:solidFill>
                  <a:srgbClr val="002060"/>
                </a:solidFill>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5"/>
          <p:cNvSpPr txBox="1"/>
          <p:nvPr/>
        </p:nvSpPr>
        <p:spPr>
          <a:xfrm>
            <a:off x="536077" y="380846"/>
            <a:ext cx="10367010" cy="509905"/>
          </a:xfrm>
          <a:prstGeom prst="rect">
            <a:avLst/>
          </a:prstGeom>
        </p:spPr>
        <p:txBody>
          <a:bodyPr lIns="81750" tIns="40874" rIns="81750" bIns="40874"/>
          <a:lstStyle>
            <a:lvl1pPr algn="l" defTabSz="844550" rtl="0" eaLnBrk="1" fontAlgn="base" hangingPunct="1">
              <a:spcBef>
                <a:spcPct val="0"/>
              </a:spcBef>
              <a:spcAft>
                <a:spcPct val="0"/>
              </a:spcAft>
              <a:defRPr lang="zh-CN" altLang="en-US" sz="2400" b="1" kern="1200">
                <a:solidFill>
                  <a:srgbClr val="152A8C"/>
                </a:solidFill>
                <a:latin typeface="微软雅黑" panose="020B0503020204020204" charset="-122"/>
                <a:ea typeface="微软雅黑" panose="020B0503020204020204" charset="-122"/>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a:lstStyle>
          <a:p>
            <a:r>
              <a:rPr lang="zh-CN" altLang="en-US" smtClean="0"/>
              <a:t>目  录</a:t>
            </a:r>
            <a:endParaRPr lang="zh-CN" altLang="en-US" dirty="0"/>
          </a:p>
        </p:txBody>
      </p:sp>
      <p:sp>
        <p:nvSpPr>
          <p:cNvPr id="10" name="矩形 8"/>
          <p:cNvSpPr>
            <a:spLocks noChangeArrowheads="1"/>
          </p:cNvSpPr>
          <p:nvPr/>
        </p:nvSpPr>
        <p:spPr bwMode="auto">
          <a:xfrm>
            <a:off x="3282658" y="2087850"/>
            <a:ext cx="6205855" cy="621665"/>
          </a:xfrm>
          <a:prstGeom prst="rect">
            <a:avLst/>
          </a:prstGeom>
          <a:solidFill>
            <a:schemeClr val="bg1"/>
          </a:solidFill>
          <a:ln w="19050">
            <a:solidFill>
              <a:schemeClr val="bg1">
                <a:lumMod val="75000"/>
              </a:schemeClr>
            </a:solidFill>
            <a:miter lim="800000"/>
          </a:ln>
        </p:spPr>
        <p:txBody>
          <a:bodyPr anchor="ctr">
            <a:noAutofit/>
          </a:bodyPr>
          <a:lstStyle/>
          <a:p>
            <a:pPr lvl="0" algn="l" eaLnBrk="0" fontAlgn="base" hangingPunct="0">
              <a:buClrTx/>
              <a:buSzTx/>
              <a:buFontTx/>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建设</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背景</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15" name="矩形 41"/>
          <p:cNvSpPr>
            <a:spLocks noChangeArrowheads="1"/>
          </p:cNvSpPr>
          <p:nvPr/>
        </p:nvSpPr>
        <p:spPr bwMode="auto">
          <a:xfrm>
            <a:off x="2633689" y="2088484"/>
            <a:ext cx="600075" cy="615950"/>
          </a:xfrm>
          <a:prstGeom prst="rect">
            <a:avLst/>
          </a:prstGeom>
          <a:solidFill>
            <a:schemeClr val="bg1">
              <a:lumMod val="75000"/>
            </a:schemeClr>
          </a:solidFill>
          <a:ln>
            <a:noFill/>
          </a:ln>
        </p:spPr>
        <p:txBody>
          <a:bodyPr anchor="ctr">
            <a:noAutofit/>
          </a:bodyPr>
          <a:lstStyle/>
          <a:p>
            <a:pPr lvl="0" algn="ctr" eaLnBrk="0" fontAlgn="base" hangingPunct="0">
              <a:buClrTx/>
              <a:buSzTx/>
              <a:buFontTx/>
              <a:defRPr/>
            </a:pPr>
            <a:r>
              <a:rPr lang="zh-CN" altLang="en-US" sz="2000" b="1" noProof="0" dirty="0" smtClean="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rPr>
              <a:t>一</a:t>
            </a:r>
            <a:endParaRPr lang="zh-CN" altLang="en-US" sz="2000" b="1" noProof="0" dirty="0" smtClean="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6" name="矩形 41"/>
          <p:cNvSpPr>
            <a:spLocks noChangeArrowheads="1"/>
          </p:cNvSpPr>
          <p:nvPr/>
        </p:nvSpPr>
        <p:spPr bwMode="auto">
          <a:xfrm>
            <a:off x="2633689" y="2913362"/>
            <a:ext cx="600075" cy="615950"/>
          </a:xfrm>
          <a:prstGeom prst="rect">
            <a:avLst/>
          </a:prstGeom>
          <a:solidFill>
            <a:srgbClr val="152A8C"/>
          </a:solidFill>
          <a:ln>
            <a:noFill/>
          </a:ln>
        </p:spPr>
        <p:txBody>
          <a:bodyPr anchor="ctr">
            <a:noAutofit/>
          </a:bodyPr>
          <a:lstStyle/>
          <a:p>
            <a:pPr lvl="0" algn="ctr" eaLnBrk="0" fontAlgn="base" hangingPunct="0">
              <a:buClrTx/>
              <a:buSzTx/>
              <a:buFontTx/>
            </a:pPr>
            <a:r>
              <a:rPr lang="zh-CN" altLang="en-US" sz="2000" b="1" dirty="0">
                <a:solidFill>
                  <a:srgbClr val="FFFFFF"/>
                </a:solidFill>
                <a:latin typeface="微软雅黑" panose="020B0503020204020204" charset="-122"/>
                <a:ea typeface="微软雅黑" panose="020B0503020204020204" charset="-122"/>
                <a:sym typeface="微软雅黑" panose="020B0503020204020204" charset="-122"/>
              </a:rPr>
              <a:t>二</a:t>
            </a:r>
            <a:endParaRPr lang="zh-CN" altLang="en-US" sz="2000" b="1"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7" name="矩形 8"/>
          <p:cNvSpPr>
            <a:spLocks noChangeArrowheads="1"/>
          </p:cNvSpPr>
          <p:nvPr/>
        </p:nvSpPr>
        <p:spPr bwMode="auto">
          <a:xfrm>
            <a:off x="3282658" y="2913363"/>
            <a:ext cx="6205855" cy="621665"/>
          </a:xfrm>
          <a:prstGeom prst="rect">
            <a:avLst/>
          </a:prstGeom>
          <a:solidFill>
            <a:schemeClr val="bg1"/>
          </a:solidFill>
          <a:ln w="19050">
            <a:solidFill>
              <a:srgbClr val="152A8C"/>
            </a:solidFill>
            <a:miter lim="800000"/>
          </a:ln>
        </p:spPr>
        <p:txBody>
          <a:bodyPr anchor="ctr">
            <a:noAutofit/>
          </a:bodyPr>
          <a:lstStyle/>
          <a:p>
            <a:pPr lvl="0" algn="l" eaLnBrk="0" fontAlgn="base" hangingPunct="0">
              <a:buClrTx/>
              <a:buSzTx/>
              <a:buFontTx/>
            </a:pPr>
            <a:r>
              <a:rPr lang="zh-CN" altLang="en-US" sz="2000" b="1" dirty="0">
                <a:solidFill>
                  <a:srgbClr val="152A8C"/>
                </a:solidFill>
                <a:latin typeface="微软雅黑" panose="020B0503020204020204" charset="-122"/>
                <a:ea typeface="微软雅黑" panose="020B0503020204020204" charset="-122"/>
                <a:sym typeface="微软雅黑" panose="020B0503020204020204" charset="-122"/>
              </a:rPr>
              <a:t>行业</a:t>
            </a:r>
            <a:r>
              <a:rPr lang="zh-CN" altLang="en-US" sz="2000" b="1" dirty="0">
                <a:solidFill>
                  <a:srgbClr val="152A8C"/>
                </a:solidFill>
                <a:latin typeface="微软雅黑" panose="020B0503020204020204" charset="-122"/>
                <a:ea typeface="微软雅黑" panose="020B0503020204020204" charset="-122"/>
                <a:sym typeface="微软雅黑" panose="020B0503020204020204" charset="-122"/>
              </a:rPr>
              <a:t>对标</a:t>
            </a:r>
            <a:endParaRPr lang="zh-CN" altLang="en-US" sz="2000" b="1" dirty="0">
              <a:solidFill>
                <a:srgbClr val="152A8C"/>
              </a:solidFill>
              <a:latin typeface="微软雅黑" panose="020B0503020204020204" charset="-122"/>
              <a:ea typeface="微软雅黑" panose="020B0503020204020204" charset="-122"/>
              <a:sym typeface="微软雅黑" panose="020B0503020204020204" charset="-122"/>
            </a:endParaRPr>
          </a:p>
        </p:txBody>
      </p:sp>
      <p:sp>
        <p:nvSpPr>
          <p:cNvPr id="18" name="矩形 41"/>
          <p:cNvSpPr>
            <a:spLocks noChangeArrowheads="1"/>
          </p:cNvSpPr>
          <p:nvPr/>
        </p:nvSpPr>
        <p:spPr bwMode="auto">
          <a:xfrm>
            <a:off x="2633689" y="3738227"/>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三</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矩形 41"/>
          <p:cNvSpPr>
            <a:spLocks noChangeArrowheads="1"/>
          </p:cNvSpPr>
          <p:nvPr/>
        </p:nvSpPr>
        <p:spPr bwMode="auto">
          <a:xfrm>
            <a:off x="2633689" y="4563092"/>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四</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20" name="矩形 8"/>
          <p:cNvSpPr>
            <a:spLocks noChangeArrowheads="1"/>
          </p:cNvSpPr>
          <p:nvPr/>
        </p:nvSpPr>
        <p:spPr bwMode="auto">
          <a:xfrm>
            <a:off x="3282658" y="3738228"/>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核心</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方案</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21" name="矩形 8"/>
          <p:cNvSpPr>
            <a:spLocks noChangeArrowheads="1"/>
          </p:cNvSpPr>
          <p:nvPr/>
        </p:nvSpPr>
        <p:spPr bwMode="auto">
          <a:xfrm>
            <a:off x="3282658" y="4563093"/>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工作计划</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1665" name="文本框 102"/>
          <p:cNvSpPr txBox="1"/>
          <p:nvPr/>
        </p:nvSpPr>
        <p:spPr>
          <a:xfrm>
            <a:off x="461963" y="823913"/>
            <a:ext cx="11264900" cy="619125"/>
          </a:xfrm>
          <a:prstGeom prst="rect">
            <a:avLst/>
          </a:prstGeom>
          <a:noFill/>
          <a:ln w="9525">
            <a:noFill/>
          </a:ln>
        </p:spPr>
        <p:txBody>
          <a:bodyPr anchor="t" anchorCtr="0"/>
          <a:p>
            <a:pPr marL="342900" indent="-342900">
              <a:lnSpc>
                <a:spcPct val="12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sym typeface="+mn-ea"/>
              </a:rPr>
              <a:t>对标招标公司、东风资管、上汽金控、集团战略部专家库建设情况，从</a:t>
            </a:r>
            <a:r>
              <a:rPr lang="en-US" altLang="zh-CN" sz="1600" b="1" dirty="0">
                <a:solidFill>
                  <a:srgbClr val="152A8C"/>
                </a:solidFill>
                <a:latin typeface="微软雅黑" panose="020B0503020204020204" charset="-122"/>
                <a:ea typeface="微软雅黑" panose="020B0503020204020204" charset="-122"/>
                <a:sym typeface="+mn-ea"/>
              </a:rPr>
              <a:t>7</a:t>
            </a:r>
            <a:r>
              <a:rPr lang="zh-CN" altLang="en-US" sz="1600" b="1" dirty="0">
                <a:solidFill>
                  <a:srgbClr val="152A8C"/>
                </a:solidFill>
                <a:latin typeface="微软雅黑" panose="020B0503020204020204" charset="-122"/>
                <a:ea typeface="微软雅黑" panose="020B0503020204020204" charset="-122"/>
                <a:sym typeface="+mn-ea"/>
              </a:rPr>
              <a:t>方面逐一对标，为专家人才库建设提供借鉴参考</a:t>
            </a:r>
            <a:endParaRPr lang="zh-CN" altLang="en-US" sz="1600" b="1" dirty="0">
              <a:solidFill>
                <a:srgbClr val="152A8C"/>
              </a:solidFill>
              <a:latin typeface="微软雅黑" panose="020B0503020204020204" charset="-122"/>
              <a:ea typeface="微软雅黑" panose="020B0503020204020204" charset="-122"/>
              <a:sym typeface="+mn-ea"/>
            </a:endParaRPr>
          </a:p>
          <a:p>
            <a:pPr marL="342900" indent="-342900">
              <a:lnSpc>
                <a:spcPct val="120000"/>
              </a:lnSpc>
              <a:buFont typeface="Wingdings" panose="05000000000000000000" pitchFamily="2" charset="2"/>
              <a:buChar char="p"/>
            </a:pPr>
            <a:endParaRPr lang="zh-CN" altLang="en-US" sz="1600" b="1" dirty="0">
              <a:solidFill>
                <a:srgbClr val="152A8C"/>
              </a:solidFill>
              <a:latin typeface="微软雅黑" panose="020B0503020204020204" charset="-122"/>
              <a:ea typeface="微软雅黑" panose="020B0503020204020204" charset="-122"/>
              <a:sym typeface="+mn-ea"/>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rPr>
              <a:t>二、</a:t>
            </a:r>
            <a:r>
              <a:rPr lang="zh-CN" altLang="en-US" sz="2400" b="1" dirty="0">
                <a:solidFill>
                  <a:srgbClr val="152A8C"/>
                </a:solidFill>
                <a:latin typeface="微软雅黑" panose="020B0503020204020204" charset="-122"/>
                <a:ea typeface="微软雅黑" panose="020B0503020204020204" charset="-122"/>
              </a:rPr>
              <a:t>行业对标</a:t>
            </a:r>
            <a:endParaRPr lang="zh-CN" altLang="en-US" sz="2400" b="1" dirty="0">
              <a:solidFill>
                <a:srgbClr val="152A8C"/>
              </a:solidFill>
              <a:latin typeface="微软雅黑" panose="020B0503020204020204" charset="-122"/>
              <a:ea typeface="微软雅黑" panose="020B0503020204020204" charset="-122"/>
            </a:endParaRPr>
          </a:p>
        </p:txBody>
      </p:sp>
      <p:sp>
        <p:nvSpPr>
          <p:cNvPr id="35" name="文本框 34"/>
          <p:cNvSpPr txBox="1"/>
          <p:nvPr/>
        </p:nvSpPr>
        <p:spPr>
          <a:xfrm>
            <a:off x="18249265" y="-311150"/>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sp>
        <p:nvSpPr>
          <p:cNvPr id="37" name="文本框 36"/>
          <p:cNvSpPr txBox="1"/>
          <p:nvPr/>
        </p:nvSpPr>
        <p:spPr>
          <a:xfrm>
            <a:off x="-3441700" y="9915525"/>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graphicFrame>
        <p:nvGraphicFramePr>
          <p:cNvPr id="15" name="表格 14"/>
          <p:cNvGraphicFramePr>
            <a:graphicFrameLocks noGrp="1"/>
          </p:cNvGraphicFramePr>
          <p:nvPr>
            <p:custDataLst>
              <p:tags r:id="rId1"/>
            </p:custDataLst>
          </p:nvPr>
        </p:nvGraphicFramePr>
        <p:xfrm>
          <a:off x="520065" y="1288415"/>
          <a:ext cx="11157585" cy="5165725"/>
        </p:xfrm>
        <a:graphic>
          <a:graphicData uri="http://schemas.openxmlformats.org/drawingml/2006/table">
            <a:tbl>
              <a:tblPr/>
              <a:tblGrid>
                <a:gridCol w="1357630"/>
                <a:gridCol w="2464435"/>
                <a:gridCol w="2446655"/>
                <a:gridCol w="2233295"/>
                <a:gridCol w="2655570"/>
              </a:tblGrid>
              <a:tr h="417195">
                <a:tc>
                  <a:txBody>
                    <a:bodyPr/>
                    <a:lstStyle/>
                    <a:p>
                      <a:pPr algn="ctr" fontAlgn="ctr">
                        <a:buClrTx/>
                        <a:buSzTx/>
                        <a:buFontTx/>
                        <a:buNone/>
                      </a:pPr>
                      <a:r>
                        <a:rPr lang="zh-CN" altLang="en-US" sz="1600" b="1" dirty="0">
                          <a:solidFill>
                            <a:srgbClr val="FFFFFF"/>
                          </a:solidFill>
                          <a:effectLst/>
                          <a:latin typeface="微软雅黑" panose="020B0503020204020204" charset="-122"/>
                          <a:ea typeface="微软雅黑" panose="020B0503020204020204" charset="-122"/>
                        </a:rPr>
                        <a:t>对标内容</a:t>
                      </a:r>
                      <a:endParaRPr lang="zh-CN" altLang="en-US" sz="1600" b="1" dirty="0">
                        <a:solidFill>
                          <a:srgbClr val="FFFFFF"/>
                        </a:solidFill>
                        <a:effectLst/>
                        <a:latin typeface="微软雅黑" panose="020B0503020204020204" charset="-122"/>
                        <a:ea typeface="微软雅黑" panose="020B0503020204020204" charset="-122"/>
                      </a:endParaRPr>
                    </a:p>
                  </a:txBody>
                  <a:tcPr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52A8C"/>
                    </a:solidFill>
                  </a:tcPr>
                </a:tc>
                <a:tc>
                  <a:txBody>
                    <a:bodyPr/>
                    <a:lstStyle/>
                    <a:p>
                      <a:pPr algn="ctr" fontAlgn="ctr">
                        <a:buClrTx/>
                        <a:buSzTx/>
                        <a:buFontTx/>
                        <a:buNone/>
                      </a:pPr>
                      <a:r>
                        <a:rPr lang="zh-CN" altLang="en-US" sz="1600" b="1" dirty="0">
                          <a:solidFill>
                            <a:srgbClr val="FFFFFF"/>
                          </a:solidFill>
                          <a:effectLst/>
                          <a:latin typeface="微软雅黑" panose="020B0503020204020204" charset="-122"/>
                          <a:ea typeface="微软雅黑" panose="020B0503020204020204" charset="-122"/>
                        </a:rPr>
                        <a:t>招标公司</a:t>
                      </a:r>
                      <a:endParaRPr lang="zh-CN" altLang="en-US" sz="1600" b="1" dirty="0">
                        <a:solidFill>
                          <a:srgbClr val="FFFFFF"/>
                        </a:solidFill>
                        <a:effectLst/>
                        <a:latin typeface="微软雅黑" panose="020B0503020204020204" charset="-122"/>
                        <a:ea typeface="微软雅黑" panose="020B0503020204020204" charset="-122"/>
                      </a:endParaRPr>
                    </a:p>
                  </a:txBody>
                  <a:tcPr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52A8C"/>
                    </a:solidFill>
                  </a:tcPr>
                </a:tc>
                <a:tc>
                  <a:txBody>
                    <a:bodyPr/>
                    <a:lstStyle/>
                    <a:p>
                      <a:pPr algn="ctr" fontAlgn="ctr">
                        <a:buClrTx/>
                        <a:buSzTx/>
                        <a:buFontTx/>
                        <a:buNone/>
                      </a:pPr>
                      <a:r>
                        <a:rPr lang="zh-CN" altLang="en-US" sz="1600" b="1" dirty="0">
                          <a:solidFill>
                            <a:srgbClr val="FFFFFF"/>
                          </a:solidFill>
                          <a:effectLst/>
                          <a:latin typeface="微软雅黑" panose="020B0503020204020204" charset="-122"/>
                          <a:ea typeface="微软雅黑" panose="020B0503020204020204" charset="-122"/>
                        </a:rPr>
                        <a:t>东风资管</a:t>
                      </a:r>
                      <a:endParaRPr lang="zh-CN" altLang="en-US" sz="1600" b="1" dirty="0">
                        <a:solidFill>
                          <a:srgbClr val="FFFFFF"/>
                        </a:solidFill>
                        <a:effectLst/>
                        <a:latin typeface="微软雅黑" panose="020B0503020204020204" charset="-122"/>
                        <a:ea typeface="微软雅黑" panose="020B0503020204020204" charset="-122"/>
                      </a:endParaRPr>
                    </a:p>
                  </a:txBody>
                  <a:tcPr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52A8C"/>
                    </a:solidFill>
                  </a:tcPr>
                </a:tc>
                <a:tc>
                  <a:txBody>
                    <a:bodyPr/>
                    <a:lstStyle/>
                    <a:p>
                      <a:pPr algn="ctr" fontAlgn="ctr">
                        <a:buClrTx/>
                        <a:buSzTx/>
                        <a:buFontTx/>
                        <a:buNone/>
                      </a:pPr>
                      <a:r>
                        <a:rPr lang="zh-CN" altLang="en-US" sz="1600" b="1" dirty="0">
                          <a:solidFill>
                            <a:srgbClr val="FFFFFF"/>
                          </a:solidFill>
                          <a:effectLst/>
                          <a:latin typeface="微软雅黑" panose="020B0503020204020204" charset="-122"/>
                          <a:ea typeface="微软雅黑" panose="020B0503020204020204" charset="-122"/>
                        </a:rPr>
                        <a:t>上汽金控</a:t>
                      </a:r>
                      <a:endParaRPr lang="zh-CN" altLang="en-US" sz="1600" b="1" dirty="0">
                        <a:solidFill>
                          <a:srgbClr val="FFFFFF"/>
                        </a:solidFill>
                        <a:effectLst/>
                        <a:latin typeface="微软雅黑" panose="020B0503020204020204" charset="-122"/>
                        <a:ea typeface="微软雅黑" panose="020B0503020204020204" charset="-122"/>
                      </a:endParaRPr>
                    </a:p>
                  </a:txBody>
                  <a:tcPr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52A8C"/>
                    </a:solidFill>
                  </a:tcPr>
                </a:tc>
                <a:tc>
                  <a:txBody>
                    <a:bodyPr/>
                    <a:lstStyle/>
                    <a:p>
                      <a:pPr algn="ctr" fontAlgn="ctr">
                        <a:buClrTx/>
                        <a:buSzTx/>
                        <a:buFontTx/>
                        <a:buNone/>
                      </a:pPr>
                      <a:r>
                        <a:rPr lang="zh-CN" altLang="en-US" sz="1600" b="1" dirty="0">
                          <a:solidFill>
                            <a:srgbClr val="FFFFFF"/>
                          </a:solidFill>
                          <a:effectLst/>
                          <a:latin typeface="微软雅黑" panose="020B0503020204020204" charset="-122"/>
                          <a:ea typeface="微软雅黑" panose="020B0503020204020204" charset="-122"/>
                        </a:rPr>
                        <a:t>集团战略部</a:t>
                      </a:r>
                      <a:endParaRPr lang="zh-CN" altLang="en-US" sz="1600" b="1" dirty="0">
                        <a:solidFill>
                          <a:srgbClr val="FFFFFF"/>
                        </a:solidFill>
                        <a:effectLst/>
                        <a:latin typeface="微软雅黑" panose="020B0503020204020204" charset="-122"/>
                        <a:ea typeface="微软雅黑" panose="020B0503020204020204" charset="-122"/>
                      </a:endParaRPr>
                    </a:p>
                  </a:txBody>
                  <a:tcPr anchor="ctr" anchorCtr="0">
                    <a:lnL w="12700">
                      <a:solidFill>
                        <a:schemeClr val="bg1"/>
                      </a:solidFill>
                      <a:prstDash val="solid"/>
                    </a:lnL>
                    <a:lnR w="12700">
                      <a:solidFill>
                        <a:schemeClr val="bg1"/>
                      </a:solidFill>
                      <a:prstDash val="solid"/>
                    </a:lnR>
                    <a:lnT w="12700">
                      <a:solidFill>
                        <a:schemeClr val="bg1"/>
                      </a:solidFill>
                      <a:prstDash val="solid"/>
                    </a:lnT>
                    <a:lnB w="12700">
                      <a:solidFill>
                        <a:schemeClr val="bg1"/>
                      </a:solidFill>
                      <a:prstDash val="solid"/>
                    </a:lnB>
                    <a:lnTlToBr>
                      <a:noFill/>
                    </a:lnTlToBr>
                    <a:lnBlToTr>
                      <a:noFill/>
                    </a:lnBlToTr>
                    <a:solidFill>
                      <a:srgbClr val="152A8C"/>
                    </a:solidFill>
                  </a:tcPr>
                </a:tc>
              </a:tr>
              <a:tr h="770255">
                <a:tc>
                  <a:txBody>
                    <a:bodyPr/>
                    <a:lstStyle/>
                    <a:p>
                      <a:pPr algn="ctr">
                        <a:buNone/>
                      </a:pPr>
                      <a:r>
                        <a:rPr lang="zh-CN" altLang="en-US" sz="1600">
                          <a:solidFill>
                            <a:schemeClr val="bg1"/>
                          </a:solidFill>
                          <a:latin typeface="微软雅黑" panose="020B0503020204020204" charset="-122"/>
                          <a:ea typeface="微软雅黑" panose="020B0503020204020204" charset="-122"/>
                        </a:rPr>
                        <a:t>适用范围</a:t>
                      </a:r>
                      <a:endParaRPr lang="zh-CN" altLang="en-US" sz="1600">
                        <a:solidFill>
                          <a:schemeClr val="bg1"/>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a:solidFill>
                        <a:schemeClr val="bg1"/>
                      </a:solidFill>
                      <a:prstDash val="solid"/>
                    </a:lnT>
                    <a:lnB w="12700" cap="flat" cmpd="sng" algn="ctr">
                      <a:solidFill>
                        <a:schemeClr val="bg1"/>
                      </a:solidFill>
                      <a:prstDash val="solid"/>
                      <a:round/>
                      <a:headEnd type="none" w="med" len="med"/>
                      <a:tailEnd type="none" w="med" len="med"/>
                    </a:lnB>
                    <a:solidFill>
                      <a:srgbClr val="152A8C"/>
                    </a:solidFill>
                  </a:tcPr>
                </a:tc>
                <a:tc>
                  <a:txBody>
                    <a:bodyPr/>
                    <a:lstStyle/>
                    <a:p>
                      <a:pPr algn="ctr">
                        <a:buClrTx/>
                        <a:buSzTx/>
                        <a:buFontTx/>
                        <a:buNone/>
                      </a:pPr>
                      <a:r>
                        <a:rPr lang="zh-CN" altLang="en-US" sz="1400">
                          <a:solidFill>
                            <a:schemeClr val="bg2"/>
                          </a:solidFill>
                          <a:latin typeface="微软雅黑" panose="020B0503020204020204" charset="-122"/>
                          <a:ea typeface="微软雅黑" panose="020B0503020204020204" charset="-122"/>
                        </a:rPr>
                        <a:t>适用于中国一汽电子招标采购交易平台评委库的建设、使用、管理</a:t>
                      </a:r>
                      <a:endParaRPr lang="zh-CN" altLang="en-US" sz="1400">
                        <a:solidFill>
                          <a:schemeClr val="bg2"/>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a:solidFill>
                        <a:schemeClr val="bg1"/>
                      </a:solidFill>
                      <a:prstDash val="soli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b="0">
                          <a:solidFill>
                            <a:schemeClr val="bg2"/>
                          </a:solidFill>
                          <a:latin typeface="微软雅黑" panose="020B0503020204020204" charset="-122"/>
                          <a:ea typeface="微软雅黑" panose="020B0503020204020204" charset="-122"/>
                        </a:rPr>
                        <a:t>所管理的股权投资基金在投资过程中涉及聘请外部专家进行咨询服务的活动</a:t>
                      </a:r>
                      <a:endParaRPr lang="zh-CN" altLang="en-US" sz="1400" b="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a:solidFill>
                        <a:schemeClr val="bg1"/>
                      </a:solidFill>
                      <a:prstDash val="soli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b="0">
                          <a:solidFill>
                            <a:schemeClr val="bg2"/>
                          </a:solidFill>
                          <a:latin typeface="微软雅黑" panose="020B0503020204020204" charset="-122"/>
                          <a:ea typeface="微软雅黑" panose="020B0503020204020204" charset="-122"/>
                          <a:sym typeface="+mn-ea"/>
                        </a:rPr>
                        <a:t>所管理的股权投资主体在投资过程中的咨询服务</a:t>
                      </a:r>
                      <a:endParaRPr lang="zh-CN" altLang="en-US" sz="1400" b="0">
                        <a:solidFill>
                          <a:schemeClr val="bg2"/>
                        </a:solidFill>
                        <a:latin typeface="微软雅黑" panose="020B0503020204020204" charset="-122"/>
                        <a:ea typeface="微软雅黑" panose="020B0503020204020204" charset="-122"/>
                        <a:sym typeface="+mn-ea"/>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a:solidFill>
                        <a:schemeClr val="bg1"/>
                      </a:solidFill>
                      <a:prstDash val="solid"/>
                    </a:lnT>
                    <a:lnB w="6350" cap="flat" cmpd="sng" algn="ctr">
                      <a:solidFill>
                        <a:srgbClr val="000000"/>
                      </a:solidFill>
                      <a:prstDash val="solid"/>
                      <a:round/>
                      <a:headEnd type="none" w="med" len="med"/>
                      <a:tailEnd type="none" w="med" len="med"/>
                    </a:lnB>
                    <a:noFill/>
                  </a:tcPr>
                </a:tc>
                <a:tc>
                  <a:txBody>
                    <a:bodyPr/>
                    <a:lstStyle/>
                    <a:p>
                      <a:pPr algn="ctr">
                        <a:buClrTx/>
                        <a:buSzTx/>
                        <a:buFontTx/>
                        <a:buNone/>
                      </a:pPr>
                      <a:r>
                        <a:rPr lang="zh-CN" altLang="en-US" sz="1400" b="0">
                          <a:solidFill>
                            <a:schemeClr val="bg2"/>
                          </a:solidFill>
                          <a:latin typeface="微软雅黑" panose="020B0503020204020204" charset="-122"/>
                          <a:ea typeface="微软雅黑" panose="020B0503020204020204" charset="-122"/>
                        </a:rPr>
                        <a:t>总部及子公司在投资领域专家人才的入库、管理、调用、考核评价等工作</a:t>
                      </a:r>
                      <a:endParaRPr lang="zh-CN" altLang="en-US" sz="1400" b="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a:solidFill>
                        <a:schemeClr val="bg1"/>
                      </a:solidFill>
                      <a:prstDash val="solid"/>
                    </a:lnT>
                    <a:lnB w="6350" cap="flat" cmpd="sng" algn="ctr">
                      <a:solidFill>
                        <a:srgbClr val="000000"/>
                      </a:solidFill>
                      <a:prstDash val="solid"/>
                      <a:round/>
                      <a:headEnd type="none" w="med" len="med"/>
                      <a:tailEnd type="none" w="med" len="med"/>
                    </a:lnB>
                    <a:noFill/>
                  </a:tcPr>
                </a:tc>
              </a:tr>
              <a:tr h="423545">
                <a:tc>
                  <a:txBody>
                    <a:bodyPr/>
                    <a:lstStyle/>
                    <a:p>
                      <a:pPr algn="ctr">
                        <a:buNone/>
                      </a:pPr>
                      <a:r>
                        <a:rPr lang="zh-CN" altLang="en-US" sz="1600">
                          <a:solidFill>
                            <a:schemeClr val="bg1"/>
                          </a:solidFill>
                          <a:latin typeface="微软雅黑" panose="020B0503020204020204" charset="-122"/>
                          <a:ea typeface="微软雅黑" panose="020B0503020204020204" charset="-122"/>
                        </a:rPr>
                        <a:t>专家来源</a:t>
                      </a:r>
                      <a:endParaRPr lang="zh-CN" altLang="en-US" sz="1600">
                        <a:solidFill>
                          <a:schemeClr val="bg1"/>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52A8C"/>
                    </a:solidFill>
                  </a:tcPr>
                </a:tc>
                <a:tc>
                  <a:txBody>
                    <a:bodyPr/>
                    <a:lstStyle/>
                    <a:p>
                      <a:pPr algn="ctr">
                        <a:buClrTx/>
                        <a:buSzTx/>
                        <a:buFontTx/>
                        <a:buNone/>
                      </a:pPr>
                      <a:r>
                        <a:rPr lang="zh-CN" altLang="en-US" sz="1400">
                          <a:solidFill>
                            <a:schemeClr val="bg2"/>
                          </a:solidFill>
                          <a:latin typeface="微软雅黑" panose="020B0503020204020204" charset="-122"/>
                          <a:ea typeface="微软雅黑" panose="020B0503020204020204" charset="-122"/>
                          <a:sym typeface="+mn-ea"/>
                        </a:rPr>
                        <a:t>集团内外</a:t>
                      </a:r>
                      <a:endParaRPr lang="zh-CN" altLang="en-US" sz="1400">
                        <a:solidFill>
                          <a:schemeClr val="bg2"/>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集团内外</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集团外</a:t>
                      </a:r>
                      <a:endParaRPr lang="zh-CN" altLang="en-US" sz="1400">
                        <a:solidFill>
                          <a:schemeClr val="bg2"/>
                        </a:solidFill>
                        <a:latin typeface="微软雅黑" panose="020B0503020204020204" charset="-122"/>
                        <a:ea typeface="微软雅黑" panose="020B0503020204020204" charset="-122"/>
                      </a:endParaRPr>
                    </a:p>
                    <a:p>
                      <a:pPr algn="ctr">
                        <a:buNone/>
                      </a:pPr>
                      <a:r>
                        <a:rPr lang="zh-CN" altLang="en-US" sz="1000">
                          <a:solidFill>
                            <a:schemeClr val="bg2"/>
                          </a:solidFill>
                          <a:latin typeface="微软雅黑" panose="020B0503020204020204" charset="-122"/>
                          <a:ea typeface="微软雅黑" panose="020B0503020204020204" charset="-122"/>
                        </a:rPr>
                        <a:t>（集团内不建库，散点对接）</a:t>
                      </a:r>
                      <a:endParaRPr lang="zh-CN" altLang="en-US" sz="10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集团内</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802640">
                <a:tc>
                  <a:txBody>
                    <a:bodyPr/>
                    <a:lstStyle/>
                    <a:p>
                      <a:pPr algn="ctr">
                        <a:buNone/>
                      </a:pPr>
                      <a:r>
                        <a:rPr lang="zh-CN" altLang="en-US" sz="1600">
                          <a:solidFill>
                            <a:schemeClr val="bg1"/>
                          </a:solidFill>
                          <a:latin typeface="微软雅黑" panose="020B0503020204020204" charset="-122"/>
                          <a:ea typeface="微软雅黑" panose="020B0503020204020204" charset="-122"/>
                        </a:rPr>
                        <a:t>专家类别</a:t>
                      </a:r>
                      <a:endParaRPr lang="zh-CN" altLang="en-US" sz="1600">
                        <a:solidFill>
                          <a:schemeClr val="bg1"/>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52A8C"/>
                    </a:solidFill>
                  </a:tcPr>
                </a:tc>
                <a:tc>
                  <a:txBody>
                    <a:bodyPr/>
                    <a:lstStyle/>
                    <a:p>
                      <a:pPr algn="ctr">
                        <a:buClrTx/>
                        <a:buSzTx/>
                        <a:buFontTx/>
                        <a:buNone/>
                      </a:pPr>
                      <a:r>
                        <a:rPr lang="zh-CN" altLang="en-US" sz="1400">
                          <a:solidFill>
                            <a:schemeClr val="bg2"/>
                          </a:solidFill>
                          <a:latin typeface="微软雅黑" panose="020B0503020204020204" charset="-122"/>
                          <a:ea typeface="微软雅黑" panose="020B0503020204020204" charset="-122"/>
                        </a:rPr>
                        <a:t>根据发改委《公共资源交易评标专家专业分类标准》，精选</a:t>
                      </a:r>
                      <a:r>
                        <a:rPr lang="zh-CN" altLang="en-US" sz="1400">
                          <a:solidFill>
                            <a:schemeClr val="bg2"/>
                          </a:solidFill>
                          <a:latin typeface="微软雅黑" panose="020B0503020204020204" charset="-122"/>
                          <a:ea typeface="微软雅黑" panose="020B0503020204020204" charset="-122"/>
                        </a:rPr>
                        <a:t>的82个评标专业有关技术、经济等方面的专家</a:t>
                      </a:r>
                      <a:endParaRPr lang="zh-CN" altLang="en-US" sz="1400">
                        <a:solidFill>
                          <a:schemeClr val="bg2"/>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聚焦投资未明确类别</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sym typeface="+mn-ea"/>
                        </a:rPr>
                        <a:t>聚焦投资未明确类别</a:t>
                      </a:r>
                      <a:endParaRPr lang="zh-CN" altLang="en-US" sz="1400">
                        <a:solidFill>
                          <a:schemeClr val="bg2"/>
                        </a:solidFill>
                        <a:latin typeface="微软雅黑" panose="020B0503020204020204" charset="-122"/>
                        <a:ea typeface="微软雅黑" panose="020B0503020204020204" charset="-122"/>
                        <a:sym typeface="+mn-ea"/>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sym typeface="+mn-ea"/>
                        </a:rPr>
                        <a:t>聚焦投资、</a:t>
                      </a:r>
                      <a:r>
                        <a:rPr lang="en-US" altLang="zh-CN" sz="1400">
                          <a:solidFill>
                            <a:schemeClr val="bg2"/>
                          </a:solidFill>
                          <a:latin typeface="微软雅黑" panose="020B0503020204020204" charset="-122"/>
                          <a:ea typeface="微软雅黑" panose="020B0503020204020204" charset="-122"/>
                        </a:rPr>
                        <a:t>9</a:t>
                      </a:r>
                      <a:r>
                        <a:rPr lang="zh-CN" altLang="en-US" sz="1400">
                          <a:solidFill>
                            <a:schemeClr val="bg2"/>
                          </a:solidFill>
                          <a:latin typeface="微软雅黑" panose="020B0503020204020204" charset="-122"/>
                          <a:ea typeface="微软雅黑" panose="020B0503020204020204" charset="-122"/>
                        </a:rPr>
                        <a:t>大类 49 个专业方向</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70255">
                <a:tc>
                  <a:txBody>
                    <a:bodyPr/>
                    <a:lstStyle/>
                    <a:p>
                      <a:pPr algn="ctr">
                        <a:buNone/>
                      </a:pPr>
                      <a:r>
                        <a:rPr lang="zh-CN" altLang="en-US" sz="1600">
                          <a:solidFill>
                            <a:schemeClr val="bg1"/>
                          </a:solidFill>
                          <a:latin typeface="微软雅黑" panose="020B0503020204020204" charset="-122"/>
                          <a:ea typeface="微软雅黑" panose="020B0503020204020204" charset="-122"/>
                        </a:rPr>
                        <a:t>专家推荐</a:t>
                      </a:r>
                      <a:endParaRPr lang="zh-CN" altLang="en-US" sz="1600">
                        <a:solidFill>
                          <a:schemeClr val="bg1"/>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52A8C"/>
                    </a:solidFill>
                  </a:tcPr>
                </a:tc>
                <a:tc>
                  <a:txBody>
                    <a:bodyPr/>
                    <a:lstStyle/>
                    <a:p>
                      <a:pPr algn="ctr">
                        <a:buClrTx/>
                        <a:buSzTx/>
                        <a:buFontTx/>
                        <a:buNone/>
                      </a:pPr>
                      <a:r>
                        <a:rPr lang="zh-CN" altLang="en-US" sz="1400">
                          <a:solidFill>
                            <a:schemeClr val="bg2"/>
                          </a:solidFill>
                          <a:latin typeface="微软雅黑" panose="020B0503020204020204" charset="-122"/>
                          <a:ea typeface="微软雅黑" panose="020B0503020204020204" charset="-122"/>
                        </a:rPr>
                        <a:t>集团人力部</a:t>
                      </a:r>
                      <a:r>
                        <a:rPr lang="zh-CN" altLang="en-US" sz="1400">
                          <a:solidFill>
                            <a:schemeClr val="bg2"/>
                          </a:solidFill>
                          <a:latin typeface="微软雅黑" panose="020B0503020204020204" charset="-122"/>
                          <a:ea typeface="微软雅黑" panose="020B0503020204020204" charset="-122"/>
                        </a:rPr>
                        <a:t>推荐</a:t>
                      </a:r>
                      <a:endParaRPr lang="zh-CN" altLang="en-US" sz="1400">
                        <a:solidFill>
                          <a:schemeClr val="bg2"/>
                        </a:solidFill>
                        <a:latin typeface="微软雅黑" panose="020B0503020204020204" charset="-122"/>
                        <a:ea typeface="微软雅黑" panose="020B0503020204020204" charset="-122"/>
                      </a:endParaRPr>
                    </a:p>
                    <a:p>
                      <a:pPr algn="ctr">
                        <a:buClrTx/>
                        <a:buSzTx/>
                        <a:buFontTx/>
                        <a:buNone/>
                      </a:pPr>
                      <a:r>
                        <a:rPr lang="zh-CN" altLang="en-US" sz="1400">
                          <a:solidFill>
                            <a:schemeClr val="bg2"/>
                          </a:solidFill>
                          <a:latin typeface="微软雅黑" panose="020B0503020204020204" charset="-122"/>
                          <a:ea typeface="微软雅黑" panose="020B0503020204020204" charset="-122"/>
                        </a:rPr>
                        <a:t>社会招募</a:t>
                      </a:r>
                      <a:endParaRPr lang="zh-CN" altLang="en-US" sz="1400">
                        <a:solidFill>
                          <a:schemeClr val="bg2"/>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投资部门根据具体项目需求推荐</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第三方机构</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集团总部及下属全资、控股子公司、视同控股子公司管理的参股公司</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81330">
                <a:tc>
                  <a:txBody>
                    <a:bodyPr/>
                    <a:lstStyle/>
                    <a:p>
                      <a:pPr algn="ctr">
                        <a:buNone/>
                      </a:pPr>
                      <a:r>
                        <a:rPr lang="zh-CN" altLang="en-US" sz="1600">
                          <a:solidFill>
                            <a:schemeClr val="bg1"/>
                          </a:solidFill>
                          <a:latin typeface="微软雅黑" panose="020B0503020204020204" charset="-122"/>
                          <a:ea typeface="微软雅黑" panose="020B0503020204020204" charset="-122"/>
                        </a:rPr>
                        <a:t>入库审批</a:t>
                      </a:r>
                      <a:endParaRPr lang="zh-CN" altLang="en-US" sz="1600">
                        <a:solidFill>
                          <a:schemeClr val="bg1"/>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52A8C"/>
                    </a:solidFill>
                  </a:tcPr>
                </a:tc>
                <a:tc>
                  <a:txBody>
                    <a:bodyPr/>
                    <a:lstStyle/>
                    <a:p>
                      <a:pPr algn="ctr">
                        <a:buClrTx/>
                        <a:buSzTx/>
                        <a:buFontTx/>
                        <a:buNone/>
                      </a:pPr>
                      <a:r>
                        <a:rPr lang="zh-CN" altLang="en-US" sz="1400">
                          <a:solidFill>
                            <a:schemeClr val="bg2"/>
                          </a:solidFill>
                          <a:latin typeface="微软雅黑" panose="020B0503020204020204" charset="-122"/>
                          <a:ea typeface="微软雅黑" panose="020B0503020204020204" charset="-122"/>
                        </a:rPr>
                        <a:t>专家管理委员会</a:t>
                      </a:r>
                      <a:r>
                        <a:rPr lang="zh-CN" altLang="en-US" sz="1400">
                          <a:solidFill>
                            <a:schemeClr val="bg2"/>
                          </a:solidFill>
                          <a:latin typeface="微软雅黑" panose="020B0503020204020204" charset="-122"/>
                          <a:ea typeface="微软雅黑" panose="020B0503020204020204" charset="-122"/>
                        </a:rPr>
                        <a:t>审批</a:t>
                      </a:r>
                      <a:endParaRPr lang="zh-CN" altLang="en-US" sz="1400">
                        <a:solidFill>
                          <a:schemeClr val="bg2"/>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投资部门分管领导审批</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部门经理</a:t>
                      </a:r>
                      <a:r>
                        <a:rPr lang="zh-CN" altLang="en-US" sz="1400">
                          <a:solidFill>
                            <a:schemeClr val="bg2"/>
                          </a:solidFill>
                          <a:latin typeface="微软雅黑" panose="020B0503020204020204" charset="-122"/>
                          <a:ea typeface="微软雅黑" panose="020B0503020204020204" charset="-122"/>
                        </a:rPr>
                        <a:t>审批</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a:buNone/>
                      </a:pPr>
                      <a:r>
                        <a:rPr lang="zh-CN" altLang="en-US" sz="1400">
                          <a:solidFill>
                            <a:schemeClr val="bg2"/>
                          </a:solidFill>
                          <a:latin typeface="微软雅黑" panose="020B0503020204020204" charset="-122"/>
                          <a:ea typeface="微软雅黑" panose="020B0503020204020204" charset="-122"/>
                        </a:rPr>
                        <a:t>推荐组织</a:t>
                      </a:r>
                      <a:r>
                        <a:rPr lang="zh-CN" altLang="en-US" sz="1400">
                          <a:solidFill>
                            <a:schemeClr val="bg2"/>
                          </a:solidFill>
                          <a:latin typeface="微软雅黑" panose="020B0503020204020204" charset="-122"/>
                          <a:ea typeface="微软雅黑" panose="020B0503020204020204" charset="-122"/>
                        </a:rPr>
                        <a:t>的分管人事负责人审批</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404495">
                <a:tc>
                  <a:txBody>
                    <a:bodyPr/>
                    <a:p>
                      <a:pPr algn="ctr">
                        <a:buNone/>
                      </a:pPr>
                      <a:r>
                        <a:rPr lang="zh-CN" altLang="en-US" sz="1600">
                          <a:solidFill>
                            <a:schemeClr val="bg1"/>
                          </a:solidFill>
                          <a:latin typeface="微软雅黑" panose="020B0503020204020204" charset="-122"/>
                          <a:ea typeface="微软雅黑" panose="020B0503020204020204" charset="-122"/>
                        </a:rPr>
                        <a:t>资费情况</a:t>
                      </a:r>
                      <a:endParaRPr lang="zh-CN" altLang="en-US" sz="1600">
                        <a:solidFill>
                          <a:schemeClr val="bg1"/>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52A8C"/>
                    </a:solidFill>
                  </a:tcPr>
                </a:tc>
                <a:tc>
                  <a:txBody>
                    <a:bodyPr/>
                    <a:p>
                      <a:pPr algn="ctr">
                        <a:buClrTx/>
                        <a:buSzTx/>
                        <a:buFontTx/>
                        <a:buNone/>
                      </a:pPr>
                      <a:r>
                        <a:rPr lang="zh-CN" altLang="en-US" sz="1400">
                          <a:solidFill>
                            <a:schemeClr val="bg2"/>
                          </a:solidFill>
                          <a:latin typeface="微软雅黑" panose="020B0503020204020204" charset="-122"/>
                          <a:ea typeface="微软雅黑" panose="020B0503020204020204" charset="-122"/>
                        </a:rPr>
                        <a:t>组合付费：分项目</a:t>
                      </a:r>
                      <a:r>
                        <a:rPr lang="zh-CN" altLang="en-US" sz="1400">
                          <a:solidFill>
                            <a:schemeClr val="bg2"/>
                          </a:solidFill>
                          <a:latin typeface="微软雅黑" panose="020B0503020204020204" charset="-122"/>
                          <a:ea typeface="微软雅黑" panose="020B0503020204020204" charset="-122"/>
                        </a:rPr>
                        <a:t>确认基础报酬</a:t>
                      </a:r>
                      <a:r>
                        <a:rPr lang="en-US" altLang="zh-CN" sz="1400">
                          <a:solidFill>
                            <a:schemeClr val="bg2"/>
                          </a:solidFill>
                          <a:latin typeface="微软雅黑" panose="020B0503020204020204" charset="-122"/>
                          <a:ea typeface="微软雅黑" panose="020B0503020204020204" charset="-122"/>
                        </a:rPr>
                        <a:t>+</a:t>
                      </a:r>
                      <a:r>
                        <a:rPr lang="zh-CN" altLang="en-US" sz="1400">
                          <a:solidFill>
                            <a:schemeClr val="bg2"/>
                          </a:solidFill>
                          <a:latin typeface="微软雅黑" panose="020B0503020204020204" charset="-122"/>
                          <a:ea typeface="微软雅黑" panose="020B0503020204020204" charset="-122"/>
                        </a:rPr>
                        <a:t>加班补贴</a:t>
                      </a:r>
                      <a:r>
                        <a:rPr lang="en-US" altLang="zh-CN" sz="1400">
                          <a:solidFill>
                            <a:schemeClr val="bg2"/>
                          </a:solidFill>
                          <a:latin typeface="微软雅黑" panose="020B0503020204020204" charset="-122"/>
                          <a:ea typeface="微软雅黑" panose="020B0503020204020204" charset="-122"/>
                        </a:rPr>
                        <a:t>+</a:t>
                      </a:r>
                      <a:r>
                        <a:rPr lang="zh-CN" altLang="en-US" sz="1400">
                          <a:solidFill>
                            <a:schemeClr val="bg2"/>
                          </a:solidFill>
                          <a:latin typeface="微软雅黑" panose="020B0503020204020204" charset="-122"/>
                          <a:ea typeface="微软雅黑" panose="020B0503020204020204" charset="-122"/>
                        </a:rPr>
                        <a:t>分级</a:t>
                      </a:r>
                      <a:r>
                        <a:rPr lang="zh-CN" altLang="en-US" sz="1400">
                          <a:solidFill>
                            <a:schemeClr val="bg2"/>
                          </a:solidFill>
                          <a:latin typeface="微软雅黑" panose="020B0503020204020204" charset="-122"/>
                          <a:ea typeface="微软雅黑" panose="020B0503020204020204" charset="-122"/>
                        </a:rPr>
                        <a:t>补贴</a:t>
                      </a:r>
                      <a:endParaRPr lang="zh-CN" altLang="en-US" sz="1400">
                        <a:solidFill>
                          <a:schemeClr val="bg2"/>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p>
                      <a:pPr algn="ctr">
                        <a:buNone/>
                      </a:pPr>
                      <a:r>
                        <a:rPr lang="zh-CN" altLang="en-US" sz="1400">
                          <a:solidFill>
                            <a:schemeClr val="bg2"/>
                          </a:solidFill>
                          <a:latin typeface="微软雅黑" panose="020B0503020204020204" charset="-122"/>
                          <a:ea typeface="微软雅黑" panose="020B0503020204020204" charset="-122"/>
                        </a:rPr>
                        <a:t>分级</a:t>
                      </a:r>
                      <a:r>
                        <a:rPr lang="zh-CN" altLang="en-US" sz="1400">
                          <a:solidFill>
                            <a:schemeClr val="bg2"/>
                          </a:solidFill>
                          <a:latin typeface="微软雅黑" panose="020B0503020204020204" charset="-122"/>
                          <a:ea typeface="微软雅黑" panose="020B0503020204020204" charset="-122"/>
                        </a:rPr>
                        <a:t>付费</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p>
                      <a:pPr algn="ctr">
                        <a:buNone/>
                      </a:pPr>
                      <a:r>
                        <a:rPr lang="zh-CN" altLang="en-US" sz="1400">
                          <a:solidFill>
                            <a:schemeClr val="bg2"/>
                          </a:solidFill>
                          <a:latin typeface="微软雅黑" panose="020B0503020204020204" charset="-122"/>
                          <a:ea typeface="微软雅黑" panose="020B0503020204020204" charset="-122"/>
                        </a:rPr>
                        <a:t>按小时计费（电话</a:t>
                      </a:r>
                      <a:r>
                        <a:rPr lang="zh-CN" altLang="en-US" sz="1400">
                          <a:solidFill>
                            <a:schemeClr val="bg2"/>
                          </a:solidFill>
                          <a:latin typeface="微软雅黑" panose="020B0503020204020204" charset="-122"/>
                          <a:ea typeface="微软雅黑" panose="020B0503020204020204" charset="-122"/>
                        </a:rPr>
                        <a:t>咨询）</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p>
                      <a:pPr algn="ctr">
                        <a:buNone/>
                      </a:pPr>
                      <a:r>
                        <a:rPr lang="zh-CN" altLang="en-US" sz="1400">
                          <a:solidFill>
                            <a:schemeClr val="bg2"/>
                          </a:solidFill>
                          <a:latin typeface="微软雅黑" panose="020B0503020204020204" charset="-122"/>
                          <a:ea typeface="微软雅黑" panose="020B0503020204020204" charset="-122"/>
                        </a:rPr>
                        <a:t>免费</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r h="769620">
                <a:tc>
                  <a:txBody>
                    <a:bodyPr/>
                    <a:p>
                      <a:pPr algn="ctr">
                        <a:buNone/>
                      </a:pPr>
                      <a:r>
                        <a:rPr lang="zh-CN" altLang="en-US" sz="1600">
                          <a:solidFill>
                            <a:schemeClr val="bg1"/>
                          </a:solidFill>
                          <a:latin typeface="微软雅黑" panose="020B0503020204020204" charset="-122"/>
                          <a:ea typeface="微软雅黑" panose="020B0503020204020204" charset="-122"/>
                        </a:rPr>
                        <a:t>评价情况</a:t>
                      </a:r>
                      <a:endParaRPr lang="zh-CN" altLang="en-US" sz="1600">
                        <a:solidFill>
                          <a:schemeClr val="bg1"/>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rgbClr val="152A8C"/>
                    </a:solidFill>
                  </a:tcPr>
                </a:tc>
                <a:tc>
                  <a:txBody>
                    <a:bodyPr/>
                    <a:p>
                      <a:pPr algn="ctr">
                        <a:buClrTx/>
                        <a:buSzTx/>
                        <a:buFontTx/>
                        <a:buNone/>
                      </a:pPr>
                      <a:r>
                        <a:rPr lang="zh-CN" altLang="en-US" sz="1400">
                          <a:solidFill>
                            <a:schemeClr val="bg2"/>
                          </a:solidFill>
                          <a:latin typeface="微软雅黑" panose="020B0503020204020204" charset="-122"/>
                          <a:ea typeface="微软雅黑" panose="020B0503020204020204" charset="-122"/>
                        </a:rPr>
                        <a:t>打分</a:t>
                      </a:r>
                      <a:r>
                        <a:rPr lang="zh-CN" altLang="en-US" sz="1400">
                          <a:solidFill>
                            <a:schemeClr val="bg2"/>
                          </a:solidFill>
                          <a:latin typeface="微软雅黑" panose="020B0503020204020204" charset="-122"/>
                          <a:ea typeface="微软雅黑" panose="020B0503020204020204" charset="-122"/>
                        </a:rPr>
                        <a:t>制：年终考评</a:t>
                      </a:r>
                      <a:r>
                        <a:rPr lang="en-US" altLang="zh-CN" sz="1400">
                          <a:solidFill>
                            <a:schemeClr val="bg2"/>
                          </a:solidFill>
                          <a:latin typeface="微软雅黑" panose="020B0503020204020204" charset="-122"/>
                          <a:ea typeface="微软雅黑" panose="020B0503020204020204" charset="-122"/>
                        </a:rPr>
                        <a:t>+</a:t>
                      </a:r>
                      <a:r>
                        <a:rPr lang="zh-CN" altLang="en-US" sz="1400">
                          <a:solidFill>
                            <a:schemeClr val="bg2"/>
                          </a:solidFill>
                          <a:latin typeface="微软雅黑" panose="020B0503020204020204" charset="-122"/>
                          <a:ea typeface="微软雅黑" panose="020B0503020204020204" charset="-122"/>
                        </a:rPr>
                        <a:t>日常</a:t>
                      </a:r>
                      <a:r>
                        <a:rPr lang="zh-CN" altLang="en-US" sz="1400">
                          <a:solidFill>
                            <a:schemeClr val="bg2"/>
                          </a:solidFill>
                          <a:latin typeface="微软雅黑" panose="020B0503020204020204" charset="-122"/>
                          <a:ea typeface="微软雅黑" panose="020B0503020204020204" charset="-122"/>
                        </a:rPr>
                        <a:t>考评</a:t>
                      </a:r>
                      <a:endParaRPr lang="zh-CN" altLang="en-US" sz="1400">
                        <a:solidFill>
                          <a:schemeClr val="bg2"/>
                        </a:solidFill>
                        <a:latin typeface="微软雅黑" panose="020B0503020204020204" charset="-122"/>
                        <a:ea typeface="微软雅黑" panose="020B0503020204020204" charset="-122"/>
                      </a:endParaRPr>
                    </a:p>
                  </a:txBody>
                  <a:tcPr anchor="ctr" anchorCtr="0">
                    <a:lnL w="12700" cap="flat" cmpd="sng" algn="ctr">
                      <a:solidFill>
                        <a:schemeClr val="bg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p>
                      <a:pPr algn="ctr">
                        <a:buNone/>
                      </a:pPr>
                      <a:r>
                        <a:rPr lang="zh-CN" altLang="en-US" sz="1400">
                          <a:solidFill>
                            <a:schemeClr val="bg2"/>
                          </a:solidFill>
                          <a:latin typeface="微软雅黑" panose="020B0503020204020204" charset="-122"/>
                          <a:ea typeface="微软雅黑" panose="020B0503020204020204" charset="-122"/>
                        </a:rPr>
                        <a:t>提及评价，未明确</a:t>
                      </a:r>
                      <a:r>
                        <a:rPr lang="zh-CN" altLang="en-US" sz="1400">
                          <a:solidFill>
                            <a:schemeClr val="bg2"/>
                          </a:solidFill>
                          <a:latin typeface="微软雅黑" panose="020B0503020204020204" charset="-122"/>
                          <a:ea typeface="微软雅黑" panose="020B0503020204020204" charset="-122"/>
                        </a:rPr>
                        <a:t>标准</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p>
                      <a:pPr algn="ctr">
                        <a:buNone/>
                      </a:pPr>
                      <a:r>
                        <a:rPr lang="zh-CN" altLang="en-US" sz="1400">
                          <a:solidFill>
                            <a:schemeClr val="bg2"/>
                          </a:solidFill>
                          <a:latin typeface="微软雅黑" panose="020B0503020204020204" charset="-122"/>
                          <a:ea typeface="微软雅黑" panose="020B0503020204020204" charset="-122"/>
                        </a:rPr>
                        <a:t>根据通话时长判</a:t>
                      </a:r>
                      <a:r>
                        <a:rPr lang="zh-CN" altLang="en-US" sz="1400">
                          <a:solidFill>
                            <a:schemeClr val="bg2"/>
                          </a:solidFill>
                          <a:latin typeface="微软雅黑" panose="020B0503020204020204" charset="-122"/>
                          <a:ea typeface="微软雅黑" panose="020B0503020204020204" charset="-122"/>
                        </a:rPr>
                        <a:t>段</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p>
                      <a:pPr algn="ctr">
                        <a:buNone/>
                      </a:pPr>
                      <a:r>
                        <a:rPr lang="zh-CN" altLang="en-US" sz="1400">
                          <a:solidFill>
                            <a:schemeClr val="bg2"/>
                          </a:solidFill>
                          <a:latin typeface="微软雅黑" panose="020B0503020204020204" charset="-122"/>
                          <a:ea typeface="微软雅黑" panose="020B0503020204020204" charset="-122"/>
                        </a:rPr>
                        <a:t>从合规性、工作态度、履职能力、公正性、保密性等进行定性</a:t>
                      </a:r>
                      <a:r>
                        <a:rPr lang="zh-CN" altLang="en-US" sz="1400">
                          <a:solidFill>
                            <a:schemeClr val="bg2"/>
                          </a:solidFill>
                          <a:latin typeface="微软雅黑" panose="020B0503020204020204" charset="-122"/>
                          <a:ea typeface="微软雅黑" panose="020B0503020204020204" charset="-122"/>
                        </a:rPr>
                        <a:t>评价</a:t>
                      </a:r>
                      <a:endParaRPr lang="zh-CN" altLang="en-US" sz="1400">
                        <a:solidFill>
                          <a:schemeClr val="bg2"/>
                        </a:solidFill>
                        <a:latin typeface="微软雅黑" panose="020B0503020204020204" charset="-122"/>
                        <a:ea typeface="微软雅黑" panose="020B0503020204020204" charset="-122"/>
                      </a:endParaRPr>
                    </a:p>
                  </a:txBody>
                  <a:tcPr anchor="ctr" anchorCtr="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p:grpSp>
        <p:nvGrpSpPr>
          <p:cNvPr id="39" name="组合 38"/>
          <p:cNvGrpSpPr/>
          <p:nvPr/>
        </p:nvGrpSpPr>
        <p:grpSpPr>
          <a:xfrm>
            <a:off x="1038860" y="5078730"/>
            <a:ext cx="10556240" cy="650875"/>
            <a:chOff x="643078" y="5896997"/>
            <a:chExt cx="10849614" cy="650761"/>
          </a:xfrm>
        </p:grpSpPr>
        <p:pic>
          <p:nvPicPr>
            <p:cNvPr id="40" name="图片 39"/>
            <p:cNvPicPr>
              <a:picLocks noChangeAspect="1"/>
            </p:cNvPicPr>
            <p:nvPr/>
          </p:nvPicPr>
          <p:blipFill rotWithShape="1">
            <a:blip r:embed="rId1">
              <a:alphaModFix amt="70000"/>
              <a:duotone>
                <a:srgbClr val="548DD4">
                  <a:shade val="45000"/>
                  <a:satMod val="135000"/>
                </a:srgbClr>
                <a:prstClr val="white"/>
              </a:duotone>
            </a:blip>
            <a:srcRect l="36442" r="36442"/>
            <a:stretch>
              <a:fillRect/>
            </a:stretch>
          </p:blipFill>
          <p:spPr>
            <a:xfrm>
              <a:off x="4561787" y="5936300"/>
              <a:ext cx="3064571" cy="611458"/>
            </a:xfrm>
            <a:prstGeom prst="rect">
              <a:avLst/>
            </a:prstGeom>
          </p:spPr>
        </p:pic>
        <p:grpSp>
          <p:nvGrpSpPr>
            <p:cNvPr id="41" name="组合 40"/>
            <p:cNvGrpSpPr/>
            <p:nvPr/>
          </p:nvGrpSpPr>
          <p:grpSpPr>
            <a:xfrm>
              <a:off x="643078" y="5896997"/>
              <a:ext cx="10849614" cy="633404"/>
              <a:chOff x="1146486" y="4584771"/>
              <a:chExt cx="9845364" cy="633404"/>
            </a:xfrm>
          </p:grpSpPr>
          <p:sp>
            <p:nvSpPr>
              <p:cNvPr id="42" name="梯形 41"/>
              <p:cNvSpPr/>
              <p:nvPr/>
            </p:nvSpPr>
            <p:spPr>
              <a:xfrm>
                <a:off x="1146486" y="4584771"/>
                <a:ext cx="9845364" cy="524422"/>
              </a:xfrm>
              <a:prstGeom prst="trapezoid">
                <a:avLst>
                  <a:gd name="adj" fmla="val 119447"/>
                </a:avLst>
              </a:prstGeom>
              <a:noFill/>
              <a:ln w="12700" cap="flat" cmpd="sng" algn="ctr">
                <a:gradFill>
                  <a:gsLst>
                    <a:gs pos="0">
                      <a:srgbClr val="8DB3E2">
                        <a:lumMod val="5000"/>
                        <a:lumOff val="95000"/>
                      </a:srgbClr>
                    </a:gs>
                    <a:gs pos="89000">
                      <a:srgbClr val="8DB3E2"/>
                    </a:gs>
                  </a:gsLst>
                  <a:lin ang="5400000" scaled="1"/>
                </a:gradFill>
                <a:prstDash val="solid"/>
              </a:ln>
              <a:effectLst>
                <a:outerShdw blurRad="411480" dist="123444" dir="5400000" sx="108000" sy="108000" algn="ctr" rotWithShape="0">
                  <a:srgbClr val="8DB3E2">
                    <a:alpha val="40000"/>
                  </a:srgbClr>
                </a:outerShdw>
              </a:effectLst>
            </p:spPr>
            <p:style>
              <a:lnRef idx="2">
                <a:srgbClr val="8DB3E2">
                  <a:shade val="50000"/>
                </a:srgbClr>
              </a:lnRef>
              <a:fillRef idx="1">
                <a:srgbClr val="8DB3E2"/>
              </a:fillRef>
              <a:effectRef idx="0">
                <a:srgbClr val="8DB3E2"/>
              </a:effectRef>
              <a:fontRef idx="minor">
                <a:srgbClr val="FFFFFF"/>
              </a:fontRef>
            </p:style>
            <p:txBody>
              <a:bodyPr lIns="98755" tIns="49378" rIns="98755" bIns="49378" rtlCol="0" anchor="ctr"/>
              <a:lstStyle/>
              <a:p>
                <a:pPr algn="ctr"/>
                <a:endParaRPr lang="zh-CN" altLang="en-US" sz="1945" dirty="0">
                  <a:solidFill>
                    <a:srgbClr val="152A8C"/>
                  </a:solidFill>
                  <a:effectLst>
                    <a:outerShdw blurRad="137160" dist="41148" dir="2699997" algn="tl">
                      <a:srgbClr val="000000">
                        <a:alpha val="40000"/>
                      </a:srgbClr>
                    </a:outerShdw>
                  </a:effectLst>
                  <a:latin typeface="+mj-ea"/>
                  <a:ea typeface="+mj-ea"/>
                </a:endParaRPr>
              </a:p>
            </p:txBody>
          </p:sp>
          <p:sp>
            <p:nvSpPr>
              <p:cNvPr id="43" name="矩形 42"/>
              <p:cNvSpPr/>
              <p:nvPr/>
            </p:nvSpPr>
            <p:spPr>
              <a:xfrm>
                <a:off x="1146486" y="5109193"/>
                <a:ext cx="9845364" cy="108982"/>
              </a:xfrm>
              <a:prstGeom prst="rect">
                <a:avLst/>
              </a:prstGeom>
              <a:solidFill>
                <a:srgbClr val="8DB3E2"/>
              </a:solidFill>
              <a:ln w="25400" cap="flat" cmpd="sng" algn="ctr">
                <a:noFill/>
                <a:prstDash val="solid"/>
              </a:ln>
              <a:effectLst/>
            </p:spPr>
            <p:style>
              <a:lnRef idx="2">
                <a:srgbClr val="8DB3E2">
                  <a:shade val="50000"/>
                </a:srgbClr>
              </a:lnRef>
              <a:fillRef idx="1">
                <a:srgbClr val="8DB3E2"/>
              </a:fillRef>
              <a:effectRef idx="0">
                <a:srgbClr val="8DB3E2"/>
              </a:effectRef>
              <a:fontRef idx="minor">
                <a:srgbClr val="FFFFFF"/>
              </a:fontRef>
            </p:style>
            <p:txBody>
              <a:bodyPr rtlCol="0" anchor="ctr"/>
              <a:lstStyle/>
              <a:p>
                <a:pPr algn="ctr"/>
                <a:endParaRPr lang="zh-CN" altLang="en-US">
                  <a:solidFill>
                    <a:srgbClr val="152A8C"/>
                  </a:solidFill>
                </a:endParaRPr>
              </a:p>
            </p:txBody>
          </p:sp>
        </p:grpSp>
      </p:grpSp>
      <p:sp>
        <p:nvSpPr>
          <p:cNvPr id="241665" name="文本框 102"/>
          <p:cNvSpPr txBox="1"/>
          <p:nvPr/>
        </p:nvSpPr>
        <p:spPr>
          <a:xfrm>
            <a:off x="461963" y="900113"/>
            <a:ext cx="11264900" cy="619125"/>
          </a:xfrm>
          <a:prstGeom prst="rect">
            <a:avLst/>
          </a:prstGeom>
          <a:noFill/>
          <a:ln w="9525">
            <a:noFill/>
          </a:ln>
        </p:spPr>
        <p:txBody>
          <a:bodyPr anchor="t" anchorCtr="0"/>
          <a:p>
            <a:pPr marL="342900" indent="-342900">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rPr>
              <a:t>以支撑</a:t>
            </a:r>
            <a:r>
              <a:rPr lang="zh-CN" altLang="en-US" sz="1600" b="1" dirty="0">
                <a:solidFill>
                  <a:srgbClr val="152A8C"/>
                </a:solidFill>
                <a:latin typeface="微软雅黑" panose="020B0503020204020204" charset="-122"/>
                <a:ea typeface="微软雅黑" panose="020B0503020204020204" charset="-122"/>
                <a:sym typeface="微软雅黑" panose="020B0503020204020204" charset="-122"/>
              </a:rPr>
              <a:t>产业协同深度赋能</a:t>
            </a:r>
            <a:r>
              <a:rPr lang="zh-CN" altLang="en-US" sz="1600" b="1" dirty="0">
                <a:solidFill>
                  <a:srgbClr val="152A8C"/>
                </a:solidFill>
                <a:latin typeface="微软雅黑" panose="020B0503020204020204" charset="-122"/>
                <a:ea typeface="微软雅黑" panose="020B0503020204020204" charset="-122"/>
              </a:rPr>
              <a:t>为牵引，致力于打造</a:t>
            </a:r>
            <a:r>
              <a:rPr lang="en-US" altLang="zh-CN" sz="1600" b="1" dirty="0">
                <a:solidFill>
                  <a:srgbClr val="152A8C"/>
                </a:solidFill>
                <a:latin typeface="微软雅黑" panose="020B0503020204020204" charset="-122"/>
                <a:ea typeface="微软雅黑" panose="020B0503020204020204" charset="-122"/>
              </a:rPr>
              <a:t>“3</a:t>
            </a:r>
            <a:r>
              <a:rPr lang="zh-CN" altLang="en-US" sz="1600" b="1" dirty="0">
                <a:solidFill>
                  <a:srgbClr val="152A8C"/>
                </a:solidFill>
                <a:latin typeface="微软雅黑" panose="020B0503020204020204" charset="-122"/>
                <a:ea typeface="微软雅黑" panose="020B0503020204020204" charset="-122"/>
              </a:rPr>
              <a:t>类用户、4个价值流程、4个工作原则、</a:t>
            </a:r>
            <a:r>
              <a:rPr lang="en-US" altLang="zh-CN" sz="1600" b="1" dirty="0">
                <a:solidFill>
                  <a:srgbClr val="152A8C"/>
                </a:solidFill>
                <a:latin typeface="微软雅黑" panose="020B0503020204020204" charset="-122"/>
                <a:ea typeface="微软雅黑" panose="020B0503020204020204" charset="-122"/>
              </a:rPr>
              <a:t>5</a:t>
            </a:r>
            <a:r>
              <a:rPr lang="zh-CN" altLang="en-US" sz="1600" b="1" dirty="0">
                <a:solidFill>
                  <a:srgbClr val="152A8C"/>
                </a:solidFill>
                <a:latin typeface="微软雅黑" panose="020B0503020204020204" charset="-122"/>
                <a:ea typeface="微软雅黑" panose="020B0503020204020204" charset="-122"/>
              </a:rPr>
              <a:t>个保障机制” 的</a:t>
            </a:r>
            <a:r>
              <a:rPr lang="zh-CN" altLang="en-US" sz="1600" b="1" dirty="0">
                <a:solidFill>
                  <a:srgbClr val="152A8C"/>
                </a:solidFill>
                <a:latin typeface="微软雅黑" panose="020B0503020204020204" charset="-122"/>
                <a:ea typeface="微软雅黑" panose="020B0503020204020204" charset="-122"/>
                <a:sym typeface="+mn-ea"/>
              </a:rPr>
              <a:t>专家人才库</a:t>
            </a:r>
            <a:endParaRPr lang="zh-CN" altLang="en-US" sz="1600" b="1" dirty="0">
              <a:solidFill>
                <a:srgbClr val="152A8C"/>
              </a:solidFill>
              <a:latin typeface="微软雅黑" panose="020B0503020204020204" charset="-122"/>
              <a:ea typeface="微软雅黑" panose="020B0503020204020204" charset="-122"/>
              <a:sym typeface="+mn-ea"/>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sym typeface="+mn-ea"/>
              </a:rPr>
              <a:t>四、核心方案</a:t>
            </a:r>
            <a:r>
              <a:rPr lang="en-US" altLang="zh-CN" sz="2400" b="1" dirty="0">
                <a:solidFill>
                  <a:srgbClr val="152A8C"/>
                </a:solidFill>
                <a:latin typeface="微软雅黑" panose="020B0503020204020204" charset="-122"/>
                <a:ea typeface="微软雅黑" panose="020B0503020204020204" charset="-122"/>
                <a:sym typeface="+mn-ea"/>
              </a:rPr>
              <a:t>-</a:t>
            </a:r>
            <a:r>
              <a:rPr lang="zh-CN" altLang="en-US" b="1" dirty="0">
                <a:solidFill>
                  <a:srgbClr val="152A8C"/>
                </a:solidFill>
                <a:latin typeface="微软雅黑" panose="020B0503020204020204" charset="-122"/>
                <a:ea typeface="微软雅黑" panose="020B0503020204020204" charset="-122"/>
                <a:sym typeface="+mn-ea"/>
              </a:rPr>
              <a:t>架构</a:t>
            </a:r>
            <a:endParaRPr lang="zh-CN" altLang="en-US" b="1" dirty="0">
              <a:solidFill>
                <a:srgbClr val="152A8C"/>
              </a:solidFill>
              <a:latin typeface="微软雅黑" panose="020B0503020204020204" charset="-122"/>
              <a:ea typeface="微软雅黑" panose="020B0503020204020204" charset="-122"/>
              <a:sym typeface="+mn-ea"/>
            </a:endParaRPr>
          </a:p>
        </p:txBody>
      </p:sp>
      <p:sp>
        <p:nvSpPr>
          <p:cNvPr id="241667" name="矩形 179"/>
          <p:cNvSpPr/>
          <p:nvPr/>
        </p:nvSpPr>
        <p:spPr>
          <a:xfrm>
            <a:off x="511175" y="1870075"/>
            <a:ext cx="814388" cy="573088"/>
          </a:xfrm>
          <a:prstGeom prst="rect">
            <a:avLst/>
          </a:prstGeom>
          <a:noFill/>
          <a:ln w="9525">
            <a:noFill/>
          </a:ln>
        </p:spPr>
        <p:txBody>
          <a:bodyPr anchor="ctr" anchorCtr="0"/>
          <a:p>
            <a:pPr algn="ctr"/>
            <a:r>
              <a:rPr lang="zh-CN" altLang="en-US" sz="1200" b="1" dirty="0">
                <a:solidFill>
                  <a:srgbClr val="000000"/>
                </a:solidFill>
                <a:latin typeface="微软雅黑" panose="020B0503020204020204" charset="-122"/>
                <a:ea typeface="微软雅黑" panose="020B0503020204020204" charset="-122"/>
              </a:rPr>
              <a:t>愿景</a:t>
            </a:r>
            <a:endParaRPr lang="zh-CN" altLang="en-US" sz="1200" b="1" dirty="0">
              <a:solidFill>
                <a:srgbClr val="000000"/>
              </a:solidFill>
              <a:latin typeface="微软雅黑" panose="020B0503020204020204" charset="-122"/>
              <a:ea typeface="微软雅黑" panose="020B0503020204020204" charset="-122"/>
            </a:endParaRPr>
          </a:p>
        </p:txBody>
      </p:sp>
      <p:sp>
        <p:nvSpPr>
          <p:cNvPr id="241668" name="矩形 180"/>
          <p:cNvSpPr/>
          <p:nvPr/>
        </p:nvSpPr>
        <p:spPr>
          <a:xfrm>
            <a:off x="511175" y="2635250"/>
            <a:ext cx="814388" cy="415925"/>
          </a:xfrm>
          <a:prstGeom prst="rect">
            <a:avLst/>
          </a:prstGeom>
          <a:noFill/>
          <a:ln w="9525">
            <a:noFill/>
          </a:ln>
        </p:spPr>
        <p:txBody>
          <a:bodyPr anchor="ctr" anchorCtr="0"/>
          <a:p>
            <a:pPr algn="ctr"/>
            <a:r>
              <a:rPr lang="zh-CN" altLang="en-US" sz="1200" b="1" dirty="0">
                <a:solidFill>
                  <a:srgbClr val="000000"/>
                </a:solidFill>
                <a:latin typeface="微软雅黑" panose="020B0503020204020204" charset="-122"/>
                <a:ea typeface="微软雅黑" panose="020B0503020204020204" charset="-122"/>
              </a:rPr>
              <a:t>用户</a:t>
            </a:r>
            <a:endParaRPr lang="zh-CN" altLang="en-US" sz="1200" b="1" dirty="0">
              <a:solidFill>
                <a:srgbClr val="000000"/>
              </a:solidFill>
              <a:latin typeface="微软雅黑" panose="020B0503020204020204" charset="-122"/>
              <a:ea typeface="微软雅黑" panose="020B0503020204020204" charset="-122"/>
            </a:endParaRPr>
          </a:p>
        </p:txBody>
      </p:sp>
      <p:sp>
        <p:nvSpPr>
          <p:cNvPr id="241671" name="矩形 183"/>
          <p:cNvSpPr/>
          <p:nvPr/>
        </p:nvSpPr>
        <p:spPr>
          <a:xfrm>
            <a:off x="492125" y="3814763"/>
            <a:ext cx="815975" cy="350837"/>
          </a:xfrm>
          <a:prstGeom prst="rect">
            <a:avLst/>
          </a:prstGeom>
          <a:noFill/>
          <a:ln w="9525">
            <a:noFill/>
          </a:ln>
        </p:spPr>
        <p:txBody>
          <a:bodyPr anchor="ctr" anchorCtr="0"/>
          <a:p>
            <a:pPr algn="ctr"/>
            <a:r>
              <a:rPr lang="zh-CN" altLang="en-US" sz="1200" b="1" dirty="0">
                <a:solidFill>
                  <a:srgbClr val="000000"/>
                </a:solidFill>
                <a:latin typeface="微软雅黑" panose="020B0503020204020204" charset="-122"/>
                <a:ea typeface="微软雅黑" panose="020B0503020204020204" charset="-122"/>
              </a:rPr>
              <a:t>价值</a:t>
            </a:r>
            <a:r>
              <a:rPr lang="zh-CN" altLang="en-US" sz="1200" b="1" dirty="0">
                <a:solidFill>
                  <a:srgbClr val="000000"/>
                </a:solidFill>
                <a:latin typeface="微软雅黑" panose="020B0503020204020204" charset="-122"/>
                <a:ea typeface="微软雅黑" panose="020B0503020204020204" charset="-122"/>
              </a:rPr>
              <a:t>流程</a:t>
            </a:r>
            <a:endParaRPr lang="zh-CN" altLang="en-US" sz="1200" b="1" dirty="0">
              <a:solidFill>
                <a:srgbClr val="000000"/>
              </a:solidFill>
              <a:latin typeface="微软雅黑" panose="020B0503020204020204" charset="-122"/>
              <a:ea typeface="微软雅黑" panose="020B0503020204020204" charset="-122"/>
            </a:endParaRPr>
          </a:p>
        </p:txBody>
      </p:sp>
      <p:sp>
        <p:nvSpPr>
          <p:cNvPr id="241673" name="矩形 185"/>
          <p:cNvSpPr/>
          <p:nvPr/>
        </p:nvSpPr>
        <p:spPr>
          <a:xfrm>
            <a:off x="511175" y="2947988"/>
            <a:ext cx="814388" cy="415925"/>
          </a:xfrm>
          <a:prstGeom prst="rect">
            <a:avLst/>
          </a:prstGeom>
          <a:noFill/>
          <a:ln w="9525">
            <a:noFill/>
          </a:ln>
        </p:spPr>
        <p:txBody>
          <a:bodyPr anchor="ctr" anchorCtr="0"/>
          <a:p>
            <a:pPr algn="ctr"/>
            <a:r>
              <a:rPr lang="zh-CN" altLang="en-US" sz="1200" b="1" dirty="0">
                <a:solidFill>
                  <a:srgbClr val="000000"/>
                </a:solidFill>
                <a:latin typeface="微软雅黑" panose="020B0503020204020204" charset="-122"/>
                <a:ea typeface="微软雅黑" panose="020B0503020204020204" charset="-122"/>
              </a:rPr>
              <a:t>价值主张</a:t>
            </a:r>
            <a:endParaRPr lang="zh-CN" altLang="en-US" sz="1200" b="1" dirty="0">
              <a:solidFill>
                <a:srgbClr val="000000"/>
              </a:solidFill>
              <a:latin typeface="微软雅黑" panose="020B0503020204020204" charset="-122"/>
              <a:ea typeface="微软雅黑" panose="020B0503020204020204" charset="-122"/>
            </a:endParaRPr>
          </a:p>
        </p:txBody>
      </p:sp>
      <p:sp>
        <p:nvSpPr>
          <p:cNvPr id="241675" name="圆角矩形 187"/>
          <p:cNvSpPr/>
          <p:nvPr/>
        </p:nvSpPr>
        <p:spPr>
          <a:xfrm>
            <a:off x="1744663" y="2457450"/>
            <a:ext cx="9293225" cy="906463"/>
          </a:xfrm>
          <a:prstGeom prst="roundRect">
            <a:avLst>
              <a:gd name="adj" fmla="val 5713"/>
            </a:avLst>
          </a:prstGeom>
          <a:noFill/>
          <a:ln w="19050" cap="flat" cmpd="sng">
            <a:solidFill>
              <a:srgbClr val="2151D1"/>
            </a:solidFill>
            <a:prstDash val="solid"/>
            <a:round/>
            <a:headEnd type="none" w="med" len="med"/>
            <a:tailEnd type="none" w="med" len="med"/>
          </a:ln>
        </p:spPr>
        <p:txBody>
          <a:bodyPr anchor="ctr" anchorCtr="0"/>
          <a:p>
            <a:pPr algn="ctr" defTabSz="1219200"/>
            <a:endParaRPr lang="zh-CN" altLang="en-US" sz="2400" dirty="0">
              <a:solidFill>
                <a:srgbClr val="C00000"/>
              </a:solidFill>
              <a:latin typeface="微软雅黑" panose="020B0503020204020204" charset="-122"/>
              <a:ea typeface="微软雅黑" panose="020B0503020204020204" charset="-122"/>
            </a:endParaRPr>
          </a:p>
        </p:txBody>
      </p:sp>
      <p:sp>
        <p:nvSpPr>
          <p:cNvPr id="241688" name="圆角矩形 200"/>
          <p:cNvSpPr/>
          <p:nvPr/>
        </p:nvSpPr>
        <p:spPr>
          <a:xfrm>
            <a:off x="1773555" y="4726940"/>
            <a:ext cx="2296160" cy="674370"/>
          </a:xfrm>
          <a:prstGeom prst="roundRect">
            <a:avLst>
              <a:gd name="adj" fmla="val 8218"/>
            </a:avLst>
          </a:prstGeom>
          <a:noFill/>
          <a:ln w="19050" cap="flat" cmpd="sng">
            <a:solidFill>
              <a:srgbClr val="2151D1"/>
            </a:solidFill>
            <a:prstDash val="solid"/>
            <a:miter/>
            <a:headEnd type="none" w="med" len="med"/>
            <a:tailEnd type="none" w="med" len="med"/>
          </a:ln>
        </p:spPr>
        <p:txBody>
          <a:bodyPr tIns="36000" anchor="t" anchorCtr="0"/>
          <a:p>
            <a:pPr algn="ctr"/>
            <a:endParaRPr lang="zh-CN" altLang="en-US" sz="800" b="1" i="1" dirty="0">
              <a:solidFill>
                <a:srgbClr val="2151D1"/>
              </a:solidFill>
              <a:latin typeface="微软雅黑" panose="020B0503020204020204" charset="-122"/>
              <a:ea typeface="微软雅黑" panose="020B0503020204020204" charset="-122"/>
            </a:endParaRPr>
          </a:p>
        </p:txBody>
      </p:sp>
      <p:sp>
        <p:nvSpPr>
          <p:cNvPr id="241700" name="矩形 212"/>
          <p:cNvSpPr/>
          <p:nvPr/>
        </p:nvSpPr>
        <p:spPr>
          <a:xfrm>
            <a:off x="518795" y="4614863"/>
            <a:ext cx="814388" cy="655637"/>
          </a:xfrm>
          <a:prstGeom prst="rect">
            <a:avLst/>
          </a:prstGeom>
          <a:noFill/>
          <a:ln w="9525">
            <a:noFill/>
          </a:ln>
        </p:spPr>
        <p:txBody>
          <a:bodyPr anchor="ctr" anchorCtr="0"/>
          <a:p>
            <a:pPr algn="ctr"/>
            <a:r>
              <a:rPr lang="zh-CN" altLang="en-US" sz="1200" b="1" dirty="0">
                <a:solidFill>
                  <a:srgbClr val="000000"/>
                </a:solidFill>
                <a:latin typeface="微软雅黑" panose="020B0503020204020204" charset="-122"/>
                <a:ea typeface="微软雅黑" panose="020B0503020204020204" charset="-122"/>
              </a:rPr>
              <a:t>保障机制</a:t>
            </a:r>
            <a:endParaRPr lang="zh-CN" altLang="en-US" sz="1200" b="1" dirty="0">
              <a:solidFill>
                <a:srgbClr val="000000"/>
              </a:solidFill>
              <a:latin typeface="微软雅黑" panose="020B0503020204020204" charset="-122"/>
              <a:ea typeface="微软雅黑" panose="020B0503020204020204" charset="-122"/>
            </a:endParaRPr>
          </a:p>
        </p:txBody>
      </p:sp>
      <p:sp>
        <p:nvSpPr>
          <p:cNvPr id="241703" name="矩形 109"/>
          <p:cNvSpPr/>
          <p:nvPr/>
        </p:nvSpPr>
        <p:spPr>
          <a:xfrm>
            <a:off x="2208213" y="4916012"/>
            <a:ext cx="1092200" cy="276860"/>
          </a:xfrm>
          <a:prstGeom prst="rect">
            <a:avLst/>
          </a:prstGeom>
          <a:noFill/>
          <a:ln w="9525">
            <a:noFill/>
          </a:ln>
        </p:spPr>
        <p:txBody>
          <a:bodyPr lIns="0" tIns="0" rIns="0" bIns="0" anchor="ctr" anchorCtr="0">
            <a:spAutoFit/>
          </a:bodyPr>
          <a:p>
            <a:pPr lvl="0" algn="ctr" defTabSz="1219200">
              <a:lnSpc>
                <a:spcPct val="150000"/>
              </a:lnSpc>
              <a:buClrTx/>
              <a:buSzTx/>
              <a:buFontTx/>
            </a:pPr>
            <a:r>
              <a:rPr lang="zh-CN" altLang="en-US" sz="1200" b="1" dirty="0">
                <a:solidFill>
                  <a:srgbClr val="152A8C"/>
                </a:solidFill>
                <a:latin typeface="微软雅黑" panose="020B0503020204020204" charset="-122"/>
                <a:ea typeface="微软雅黑" panose="020B0503020204020204" charset="-122"/>
                <a:sym typeface="+mn-ea"/>
              </a:rPr>
              <a:t>准入审核机制</a:t>
            </a:r>
            <a:endParaRPr lang="zh-CN" altLang="en-US" sz="1200" b="1" dirty="0">
              <a:solidFill>
                <a:srgbClr val="152A8C"/>
              </a:solidFill>
              <a:latin typeface="微软雅黑" panose="020B0503020204020204" charset="-122"/>
              <a:ea typeface="微软雅黑" panose="020B0503020204020204" charset="-122"/>
              <a:sym typeface="+mn-ea"/>
            </a:endParaRPr>
          </a:p>
        </p:txBody>
      </p:sp>
      <p:cxnSp>
        <p:nvCxnSpPr>
          <p:cNvPr id="241704" name="直接连接符 216"/>
          <p:cNvCxnSpPr/>
          <p:nvPr/>
        </p:nvCxnSpPr>
        <p:spPr>
          <a:xfrm>
            <a:off x="1970088" y="5220653"/>
            <a:ext cx="1770380" cy="635"/>
          </a:xfrm>
          <a:prstGeom prst="line">
            <a:avLst/>
          </a:prstGeom>
          <a:ln w="12700" cap="flat" cmpd="sng">
            <a:solidFill>
              <a:srgbClr val="152A8C"/>
            </a:solidFill>
            <a:prstDash val="solid"/>
            <a:round/>
            <a:headEnd type="none" w="med" len="med"/>
            <a:tailEnd type="none" w="med" len="med"/>
          </a:ln>
        </p:spPr>
      </p:cxnSp>
      <p:sp>
        <p:nvSpPr>
          <p:cNvPr id="241706" name="矩形 109"/>
          <p:cNvSpPr/>
          <p:nvPr/>
        </p:nvSpPr>
        <p:spPr>
          <a:xfrm>
            <a:off x="4678363" y="4916012"/>
            <a:ext cx="1104900" cy="276860"/>
          </a:xfrm>
          <a:prstGeom prst="rect">
            <a:avLst/>
          </a:prstGeom>
          <a:noFill/>
          <a:ln w="9525">
            <a:noFill/>
          </a:ln>
        </p:spPr>
        <p:txBody>
          <a:bodyPr lIns="0" tIns="0" rIns="0" bIns="0" anchor="ctr" anchorCtr="0">
            <a:spAutoFit/>
          </a:bodyPr>
          <a:p>
            <a:pPr algn="ctr" defTabSz="1219200">
              <a:lnSpc>
                <a:spcPct val="150000"/>
              </a:lnSpc>
            </a:pPr>
            <a:r>
              <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rPr>
              <a:t>合规调用机制</a:t>
            </a:r>
            <a:endPar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endParaRPr>
          </a:p>
        </p:txBody>
      </p:sp>
      <p:cxnSp>
        <p:nvCxnSpPr>
          <p:cNvPr id="241707" name="直接连接符 219"/>
          <p:cNvCxnSpPr/>
          <p:nvPr/>
        </p:nvCxnSpPr>
        <p:spPr>
          <a:xfrm>
            <a:off x="4379913" y="5220653"/>
            <a:ext cx="1770380" cy="635"/>
          </a:xfrm>
          <a:prstGeom prst="line">
            <a:avLst/>
          </a:prstGeom>
          <a:ln w="12700" cap="flat" cmpd="sng">
            <a:solidFill>
              <a:srgbClr val="152A8C"/>
            </a:solidFill>
            <a:prstDash val="solid"/>
            <a:round/>
            <a:headEnd type="none" w="med" len="med"/>
            <a:tailEnd type="none" w="med" len="med"/>
          </a:ln>
        </p:spPr>
      </p:cxnSp>
      <p:sp>
        <p:nvSpPr>
          <p:cNvPr id="241709" name="矩形 109"/>
          <p:cNvSpPr/>
          <p:nvPr/>
        </p:nvSpPr>
        <p:spPr>
          <a:xfrm>
            <a:off x="9321483" y="4775677"/>
            <a:ext cx="1114425" cy="405130"/>
          </a:xfrm>
          <a:prstGeom prst="rect">
            <a:avLst/>
          </a:prstGeom>
          <a:noFill/>
          <a:ln w="9525">
            <a:noFill/>
          </a:ln>
        </p:spPr>
        <p:txBody>
          <a:bodyPr lIns="0" tIns="0" rIns="0" bIns="0" anchor="ctr" anchorCtr="0">
            <a:spAutoFit/>
          </a:bodyPr>
          <a:p>
            <a:pPr algn="ctr" defTabSz="1219200">
              <a:lnSpc>
                <a:spcPct val="110000"/>
              </a:lnSpc>
            </a:pPr>
            <a:r>
              <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rPr>
              <a:t>动态调整</a:t>
            </a:r>
            <a:r>
              <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rPr>
              <a:t>机制</a:t>
            </a:r>
            <a:endPar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endParaRPr>
          </a:p>
          <a:p>
            <a:pPr algn="ctr" defTabSz="1219200">
              <a:lnSpc>
                <a:spcPct val="110000"/>
              </a:lnSpc>
            </a:pPr>
            <a:r>
              <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rPr>
              <a:t>常态化核验机制</a:t>
            </a:r>
            <a:endPar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endParaRPr>
          </a:p>
        </p:txBody>
      </p:sp>
      <p:cxnSp>
        <p:nvCxnSpPr>
          <p:cNvPr id="241710" name="直接连接符 222"/>
          <p:cNvCxnSpPr/>
          <p:nvPr/>
        </p:nvCxnSpPr>
        <p:spPr>
          <a:xfrm>
            <a:off x="8958263" y="5220653"/>
            <a:ext cx="1770380" cy="635"/>
          </a:xfrm>
          <a:prstGeom prst="line">
            <a:avLst/>
          </a:prstGeom>
          <a:ln w="12700" cap="flat" cmpd="sng">
            <a:solidFill>
              <a:srgbClr val="152A8C"/>
            </a:solidFill>
            <a:prstDash val="solid"/>
            <a:round/>
            <a:headEnd type="none" w="med" len="med"/>
            <a:tailEnd type="none" w="med" len="med"/>
          </a:ln>
        </p:spPr>
      </p:cxnSp>
      <p:sp>
        <p:nvSpPr>
          <p:cNvPr id="241711" name="矩形 109"/>
          <p:cNvSpPr/>
          <p:nvPr/>
        </p:nvSpPr>
        <p:spPr>
          <a:xfrm>
            <a:off x="6997383" y="4973797"/>
            <a:ext cx="1158875" cy="220980"/>
          </a:xfrm>
          <a:prstGeom prst="rect">
            <a:avLst/>
          </a:prstGeom>
          <a:noFill/>
          <a:ln w="9525">
            <a:noFill/>
          </a:ln>
        </p:spPr>
        <p:txBody>
          <a:bodyPr lIns="0" tIns="0" rIns="0" bIns="0" anchor="ctr" anchorCtr="0">
            <a:spAutoFit/>
          </a:bodyPr>
          <a:p>
            <a:pPr algn="ctr" defTabSz="1219200">
              <a:lnSpc>
                <a:spcPct val="120000"/>
              </a:lnSpc>
            </a:pPr>
            <a:r>
              <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rPr>
              <a:t>多</a:t>
            </a:r>
            <a:r>
              <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rPr>
              <a:t>维评价机制</a:t>
            </a:r>
            <a:endParaRPr lang="zh-CN" altLang="en-US" sz="1200" b="1" dirty="0">
              <a:solidFill>
                <a:srgbClr val="152A8C"/>
              </a:solidFill>
              <a:latin typeface="微软雅黑" panose="020B0503020204020204" charset="-122"/>
              <a:ea typeface="微软雅黑" panose="020B0503020204020204" charset="-122"/>
              <a:sym typeface="Calibri" panose="020F0502020204030204" pitchFamily="34" charset="0"/>
            </a:endParaRPr>
          </a:p>
        </p:txBody>
      </p:sp>
      <p:cxnSp>
        <p:nvCxnSpPr>
          <p:cNvPr id="241717" name="直接连接符 229"/>
          <p:cNvCxnSpPr/>
          <p:nvPr/>
        </p:nvCxnSpPr>
        <p:spPr>
          <a:xfrm flipV="1">
            <a:off x="6605588" y="5219383"/>
            <a:ext cx="1771650" cy="3175"/>
          </a:xfrm>
          <a:prstGeom prst="line">
            <a:avLst/>
          </a:prstGeom>
          <a:ln w="12700" cap="flat" cmpd="sng">
            <a:solidFill>
              <a:srgbClr val="152A8C"/>
            </a:solidFill>
            <a:prstDash val="solid"/>
            <a:round/>
            <a:headEnd type="none" w="med" len="med"/>
            <a:tailEnd type="none" w="med" len="med"/>
          </a:ln>
        </p:spPr>
      </p:cxnSp>
      <p:sp>
        <p:nvSpPr>
          <p:cNvPr id="241727" name="圆角矩形 240"/>
          <p:cNvSpPr/>
          <p:nvPr/>
        </p:nvSpPr>
        <p:spPr>
          <a:xfrm>
            <a:off x="1925955" y="3620135"/>
            <a:ext cx="2114550" cy="805815"/>
          </a:xfrm>
          <a:prstGeom prst="roundRect">
            <a:avLst>
              <a:gd name="adj" fmla="val 8218"/>
            </a:avLst>
          </a:prstGeom>
          <a:noFill/>
          <a:ln w="19050" cap="flat" cmpd="sng">
            <a:solidFill>
              <a:schemeClr val="accent1">
                <a:lumMod val="60000"/>
                <a:lumOff val="40000"/>
              </a:schemeClr>
            </a:solidFill>
            <a:prstDash val="solid"/>
            <a:miter/>
            <a:headEnd type="none" w="med" len="med"/>
            <a:tailEnd type="none" w="med" len="med"/>
          </a:ln>
        </p:spPr>
        <p:txBody>
          <a:bodyPr tIns="36000" anchor="t" anchorCtr="0"/>
          <a:p>
            <a:pPr algn="ctr"/>
            <a:endParaRPr lang="zh-CN" altLang="en-US" sz="1200" b="1" dirty="0">
              <a:solidFill>
                <a:srgbClr val="2151D1"/>
              </a:solidFill>
              <a:latin typeface="微软雅黑" panose="020B0503020204020204" charset="-122"/>
              <a:ea typeface="微软雅黑" panose="020B0503020204020204" charset="-122"/>
            </a:endParaRPr>
          </a:p>
        </p:txBody>
      </p:sp>
      <p:sp>
        <p:nvSpPr>
          <p:cNvPr id="242" name="矩形 571"/>
          <p:cNvSpPr/>
          <p:nvPr/>
        </p:nvSpPr>
        <p:spPr>
          <a:xfrm>
            <a:off x="197485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分类</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推荐</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43" name="矩形 571"/>
          <p:cNvSpPr/>
          <p:nvPr/>
        </p:nvSpPr>
        <p:spPr>
          <a:xfrm>
            <a:off x="248602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发起</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邀约</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44" name="矩形 571"/>
          <p:cNvSpPr/>
          <p:nvPr/>
        </p:nvSpPr>
        <p:spPr>
          <a:xfrm>
            <a:off x="351028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完成</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入库</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45" name="矩形 571"/>
          <p:cNvSpPr/>
          <p:nvPr/>
        </p:nvSpPr>
        <p:spPr>
          <a:xfrm>
            <a:off x="299910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信息</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采集</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3" name="等腰三角形 12"/>
          <p:cNvSpPr/>
          <p:nvPr/>
        </p:nvSpPr>
        <p:spPr>
          <a:xfrm>
            <a:off x="1440815" y="1735455"/>
            <a:ext cx="9713595" cy="642620"/>
          </a:xfrm>
          <a:prstGeom prst="triangle">
            <a:avLst/>
          </a:prstGeom>
          <a:solidFill>
            <a:srgbClr val="2151D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200" b="1" i="0" u="none" strike="noStrike" kern="0" cap="none" spc="0" normalizeH="0" baseline="0" noProof="0" dirty="0">
              <a:ln>
                <a:noFill/>
              </a:ln>
              <a:solidFill>
                <a:srgbClr val="FFFFFF"/>
              </a:solidFill>
              <a:effectLst/>
              <a:uLnTx/>
              <a:uFillTx/>
              <a:latin typeface="宋体" panose="02010600030101010101" pitchFamily="2" charset="-122"/>
              <a:ea typeface="宋体" panose="02010600030101010101" pitchFamily="2" charset="-122"/>
              <a:cs typeface="+mn-cs"/>
            </a:endParaRPr>
          </a:p>
        </p:txBody>
      </p:sp>
      <p:sp>
        <p:nvSpPr>
          <p:cNvPr id="241670" name="文本框 11"/>
          <p:cNvSpPr txBox="1"/>
          <p:nvPr/>
        </p:nvSpPr>
        <p:spPr>
          <a:xfrm>
            <a:off x="2657158" y="2003425"/>
            <a:ext cx="7061200" cy="306705"/>
          </a:xfrm>
          <a:prstGeom prst="rect">
            <a:avLst/>
          </a:prstGeom>
          <a:noFill/>
          <a:ln w="9525">
            <a:noFill/>
          </a:ln>
        </p:spPr>
        <p:txBody>
          <a:bodyPr anchor="t" anchorCtr="0">
            <a:spAutoFit/>
          </a:bodyPr>
          <a:p>
            <a:pPr algn="ctr" defTabSz="1219200" fontAlgn="base">
              <a:spcBef>
                <a:spcPct val="0"/>
              </a:spcBef>
              <a:spcAft>
                <a:spcPct val="0"/>
              </a:spcAft>
              <a:defRPr/>
            </a:pPr>
            <a:r>
              <a:rPr lang="zh-CN" altLang="en-US" sz="1400" b="1" spc="200" noProof="0" dirty="0">
                <a:ln>
                  <a:noFill/>
                </a:ln>
                <a:solidFill>
                  <a:srgbClr val="FFFFFF"/>
                </a:solidFill>
                <a:effectLst/>
                <a:uLnTx/>
                <a:uFillTx/>
                <a:latin typeface="微软雅黑" panose="020B0503020204020204" charset="-122"/>
                <a:ea typeface="微软雅黑" panose="020B0503020204020204" charset="-122"/>
                <a:sym typeface="+mn-ea"/>
              </a:rPr>
              <a:t>构建完整、先进、安全的新智汽车产业链</a:t>
            </a:r>
            <a:endParaRPr lang="zh-CN" altLang="en-US" sz="1400" b="1" i="1" dirty="0">
              <a:solidFill>
                <a:srgbClr val="FFC000"/>
              </a:solidFill>
              <a:latin typeface="微软雅黑" panose="020B0503020204020204" charset="-122"/>
              <a:ea typeface="微软雅黑" panose="020B0503020204020204" charset="-122"/>
            </a:endParaRPr>
          </a:p>
        </p:txBody>
      </p:sp>
      <p:sp>
        <p:nvSpPr>
          <p:cNvPr id="73" name="文本框 137"/>
          <p:cNvSpPr txBox="1"/>
          <p:nvPr/>
        </p:nvSpPr>
        <p:spPr>
          <a:xfrm>
            <a:off x="2117090" y="2606040"/>
            <a:ext cx="2739390" cy="320675"/>
          </a:xfrm>
          <a:prstGeom prst="rect">
            <a:avLst/>
          </a:prstGeom>
          <a:solidFill>
            <a:srgbClr val="2151D1"/>
          </a:solidFill>
          <a:ln>
            <a:noFill/>
            <a:prstDash val="sysDot"/>
          </a:ln>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rPr>
              <a:t>集团公司</a:t>
            </a:r>
            <a:endParaRPr kumimoji="0" lang="zh-CN" altLang="en-US" sz="12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80" name="iconfont-1000-785054"/>
          <p:cNvSpPr/>
          <p:nvPr/>
        </p:nvSpPr>
        <p:spPr>
          <a:xfrm>
            <a:off x="2142006" y="2671083"/>
            <a:ext cx="235585" cy="233045"/>
          </a:xfrm>
          <a:custGeom>
            <a:avLst/>
            <a:gdLst>
              <a:gd name="T0" fmla="*/ 6296 w 10244"/>
              <a:gd name="T1" fmla="*/ 59 h 8868"/>
              <a:gd name="T2" fmla="*/ 3630 w 10244"/>
              <a:gd name="T3" fmla="*/ 2408 h 8868"/>
              <a:gd name="T4" fmla="*/ 4464 w 10244"/>
              <a:gd name="T5" fmla="*/ 4619 h 8868"/>
              <a:gd name="T6" fmla="*/ 4414 w 10244"/>
              <a:gd name="T7" fmla="*/ 4722 h 8868"/>
              <a:gd name="T8" fmla="*/ 4130 w 10244"/>
              <a:gd name="T9" fmla="*/ 4907 h 8868"/>
              <a:gd name="T10" fmla="*/ 2225 w 10244"/>
              <a:gd name="T11" fmla="*/ 7791 h 8868"/>
              <a:gd name="T12" fmla="*/ 2197 w 10244"/>
              <a:gd name="T13" fmla="*/ 8355 h 8868"/>
              <a:gd name="T14" fmla="*/ 2705 w 10244"/>
              <a:gd name="T15" fmla="*/ 8864 h 8868"/>
              <a:gd name="T16" fmla="*/ 3193 w 10244"/>
              <a:gd name="T17" fmla="*/ 8394 h 8868"/>
              <a:gd name="T18" fmla="*/ 3216 w 10244"/>
              <a:gd name="T19" fmla="*/ 7998 h 8868"/>
              <a:gd name="T20" fmla="*/ 5583 w 10244"/>
              <a:gd name="T21" fmla="*/ 5354 h 8868"/>
              <a:gd name="T22" fmla="*/ 6426 w 10244"/>
              <a:gd name="T23" fmla="*/ 5262 h 8868"/>
              <a:gd name="T24" fmla="*/ 8805 w 10244"/>
              <a:gd name="T25" fmla="*/ 2632 h 8868"/>
              <a:gd name="T26" fmla="*/ 6296 w 10244"/>
              <a:gd name="T27" fmla="*/ 59 h 8868"/>
              <a:gd name="T28" fmla="*/ 6185 w 10244"/>
              <a:gd name="T29" fmla="*/ 4324 h 8868"/>
              <a:gd name="T30" fmla="*/ 4565 w 10244"/>
              <a:gd name="T31" fmla="*/ 2626 h 8868"/>
              <a:gd name="T32" fmla="*/ 6211 w 10244"/>
              <a:gd name="T33" fmla="*/ 1024 h 8868"/>
              <a:gd name="T34" fmla="*/ 7863 w 10244"/>
              <a:gd name="T35" fmla="*/ 2680 h 8868"/>
              <a:gd name="T36" fmla="*/ 6185 w 10244"/>
              <a:gd name="T37" fmla="*/ 4324 h 8868"/>
              <a:gd name="T38" fmla="*/ 3225 w 10244"/>
              <a:gd name="T39" fmla="*/ 4601 h 8868"/>
              <a:gd name="T40" fmla="*/ 2851 w 10244"/>
              <a:gd name="T41" fmla="*/ 3839 h 8868"/>
              <a:gd name="T42" fmla="*/ 2665 w 10244"/>
              <a:gd name="T43" fmla="*/ 3710 h 8868"/>
              <a:gd name="T44" fmla="*/ 2783 w 10244"/>
              <a:gd name="T45" fmla="*/ 1632 h 8868"/>
              <a:gd name="T46" fmla="*/ 3084 w 10244"/>
              <a:gd name="T47" fmla="*/ 1473 h 8868"/>
              <a:gd name="T48" fmla="*/ 3215 w 10244"/>
              <a:gd name="T49" fmla="*/ 979 h 8868"/>
              <a:gd name="T50" fmla="*/ 2839 w 10244"/>
              <a:gd name="T51" fmla="*/ 710 h 8868"/>
              <a:gd name="T52" fmla="*/ 2364 w 10244"/>
              <a:gd name="T53" fmla="*/ 851 h 8868"/>
              <a:gd name="T54" fmla="*/ 1692 w 10244"/>
              <a:gd name="T55" fmla="*/ 3947 h 8868"/>
              <a:gd name="T56" fmla="*/ 2045 w 10244"/>
              <a:gd name="T57" fmla="*/ 4381 h 8868"/>
              <a:gd name="T58" fmla="*/ 2014 w 10244"/>
              <a:gd name="T59" fmla="*/ 4436 h 8868"/>
              <a:gd name="T60" fmla="*/ 1584 w 10244"/>
              <a:gd name="T61" fmla="*/ 4707 h 8868"/>
              <a:gd name="T62" fmla="*/ 11 w 10244"/>
              <a:gd name="T63" fmla="*/ 7505 h 8868"/>
              <a:gd name="T64" fmla="*/ 417 w 10244"/>
              <a:gd name="T65" fmla="*/ 8083 h 8868"/>
              <a:gd name="T66" fmla="*/ 900 w 10244"/>
              <a:gd name="T67" fmla="*/ 7568 h 8868"/>
              <a:gd name="T68" fmla="*/ 1014 w 10244"/>
              <a:gd name="T69" fmla="*/ 6900 h 8868"/>
              <a:gd name="T70" fmla="*/ 2688 w 10244"/>
              <a:gd name="T71" fmla="*/ 5177 h 8868"/>
              <a:gd name="T72" fmla="*/ 3225 w 10244"/>
              <a:gd name="T73" fmla="*/ 4601 h 8868"/>
              <a:gd name="T74" fmla="*/ 9135 w 10244"/>
              <a:gd name="T75" fmla="*/ 5590 h 8868"/>
              <a:gd name="T76" fmla="*/ 8388 w 10244"/>
              <a:gd name="T77" fmla="*/ 5504 h 8868"/>
              <a:gd name="T78" fmla="*/ 8395 w 10244"/>
              <a:gd name="T79" fmla="*/ 6209 h 8868"/>
              <a:gd name="T80" fmla="*/ 9232 w 10244"/>
              <a:gd name="T81" fmla="*/ 8326 h 8868"/>
              <a:gd name="T82" fmla="*/ 9711 w 10244"/>
              <a:gd name="T83" fmla="*/ 8859 h 8868"/>
              <a:gd name="T84" fmla="*/ 10213 w 10244"/>
              <a:gd name="T85" fmla="*/ 8478 h 8868"/>
              <a:gd name="T86" fmla="*/ 10244 w 10244"/>
              <a:gd name="T87" fmla="*/ 8212 h 8868"/>
              <a:gd name="T88" fmla="*/ 9135 w 10244"/>
              <a:gd name="T89" fmla="*/ 5590 h 8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44" h="8868">
                <a:moveTo>
                  <a:pt x="6296" y="59"/>
                </a:moveTo>
                <a:cubicBezTo>
                  <a:pt x="4951" y="0"/>
                  <a:pt x="3759" y="1053"/>
                  <a:pt x="3630" y="2408"/>
                </a:cubicBezTo>
                <a:cubicBezTo>
                  <a:pt x="3547" y="3278"/>
                  <a:pt x="3851" y="4001"/>
                  <a:pt x="4464" y="4619"/>
                </a:cubicBezTo>
                <a:cubicBezTo>
                  <a:pt x="4430" y="4690"/>
                  <a:pt x="4427" y="4714"/>
                  <a:pt x="4414" y="4722"/>
                </a:cubicBezTo>
                <a:cubicBezTo>
                  <a:pt x="4320" y="4786"/>
                  <a:pt x="4225" y="4847"/>
                  <a:pt x="4130" y="4907"/>
                </a:cubicBezTo>
                <a:cubicBezTo>
                  <a:pt x="3054" y="5577"/>
                  <a:pt x="2428" y="6546"/>
                  <a:pt x="2225" y="7791"/>
                </a:cubicBezTo>
                <a:cubicBezTo>
                  <a:pt x="2195" y="7976"/>
                  <a:pt x="2182" y="8168"/>
                  <a:pt x="2197" y="8355"/>
                </a:cubicBezTo>
                <a:cubicBezTo>
                  <a:pt x="2221" y="8658"/>
                  <a:pt x="2447" y="8868"/>
                  <a:pt x="2705" y="8864"/>
                </a:cubicBezTo>
                <a:cubicBezTo>
                  <a:pt x="2943" y="8859"/>
                  <a:pt x="3148" y="8669"/>
                  <a:pt x="3193" y="8394"/>
                </a:cubicBezTo>
                <a:cubicBezTo>
                  <a:pt x="3215" y="8264"/>
                  <a:pt x="3203" y="8130"/>
                  <a:pt x="3216" y="7998"/>
                </a:cubicBezTo>
                <a:cubicBezTo>
                  <a:pt x="3344" y="6702"/>
                  <a:pt x="4306" y="5620"/>
                  <a:pt x="5583" y="5354"/>
                </a:cubicBezTo>
                <a:cubicBezTo>
                  <a:pt x="5858" y="5296"/>
                  <a:pt x="6144" y="5284"/>
                  <a:pt x="6426" y="5262"/>
                </a:cubicBezTo>
                <a:cubicBezTo>
                  <a:pt x="7783" y="5160"/>
                  <a:pt x="8820" y="4016"/>
                  <a:pt x="8805" y="2632"/>
                </a:cubicBezTo>
                <a:cubicBezTo>
                  <a:pt x="8790" y="1242"/>
                  <a:pt x="7696" y="120"/>
                  <a:pt x="6296" y="59"/>
                </a:cubicBezTo>
                <a:close/>
                <a:moveTo>
                  <a:pt x="6185" y="4324"/>
                </a:moveTo>
                <a:cubicBezTo>
                  <a:pt x="5272" y="4307"/>
                  <a:pt x="4547" y="3547"/>
                  <a:pt x="4565" y="2626"/>
                </a:cubicBezTo>
                <a:cubicBezTo>
                  <a:pt x="4582" y="1728"/>
                  <a:pt x="5306" y="1024"/>
                  <a:pt x="6211" y="1024"/>
                </a:cubicBezTo>
                <a:cubicBezTo>
                  <a:pt x="7138" y="1024"/>
                  <a:pt x="7869" y="1758"/>
                  <a:pt x="7863" y="2680"/>
                </a:cubicBezTo>
                <a:cubicBezTo>
                  <a:pt x="7856" y="3593"/>
                  <a:pt x="7093" y="4341"/>
                  <a:pt x="6185" y="4324"/>
                </a:cubicBezTo>
                <a:close/>
                <a:moveTo>
                  <a:pt x="3225" y="4601"/>
                </a:moveTo>
                <a:cubicBezTo>
                  <a:pt x="3256" y="4267"/>
                  <a:pt x="3151" y="4008"/>
                  <a:pt x="2851" y="3839"/>
                </a:cubicBezTo>
                <a:cubicBezTo>
                  <a:pt x="2785" y="3802"/>
                  <a:pt x="2722" y="3758"/>
                  <a:pt x="2665" y="3710"/>
                </a:cubicBezTo>
                <a:cubicBezTo>
                  <a:pt x="1971" y="3132"/>
                  <a:pt x="2027" y="2126"/>
                  <a:pt x="2783" y="1632"/>
                </a:cubicBezTo>
                <a:cubicBezTo>
                  <a:pt x="2878" y="1570"/>
                  <a:pt x="2990" y="1536"/>
                  <a:pt x="3084" y="1473"/>
                </a:cubicBezTo>
                <a:cubicBezTo>
                  <a:pt x="3269" y="1350"/>
                  <a:pt x="3320" y="1152"/>
                  <a:pt x="3215" y="979"/>
                </a:cubicBezTo>
                <a:cubicBezTo>
                  <a:pt x="3140" y="854"/>
                  <a:pt x="2977" y="728"/>
                  <a:pt x="2839" y="710"/>
                </a:cubicBezTo>
                <a:cubicBezTo>
                  <a:pt x="2688" y="691"/>
                  <a:pt x="2507" y="771"/>
                  <a:pt x="2364" y="851"/>
                </a:cubicBezTo>
                <a:cubicBezTo>
                  <a:pt x="1267" y="1471"/>
                  <a:pt x="955" y="2917"/>
                  <a:pt x="1692" y="3947"/>
                </a:cubicBezTo>
                <a:cubicBezTo>
                  <a:pt x="1802" y="4099"/>
                  <a:pt x="1929" y="4239"/>
                  <a:pt x="2045" y="4381"/>
                </a:cubicBezTo>
                <a:cubicBezTo>
                  <a:pt x="2031" y="4407"/>
                  <a:pt x="2027" y="4428"/>
                  <a:pt x="2014" y="4436"/>
                </a:cubicBezTo>
                <a:cubicBezTo>
                  <a:pt x="1872" y="4527"/>
                  <a:pt x="1725" y="4612"/>
                  <a:pt x="1584" y="4707"/>
                </a:cubicBezTo>
                <a:cubicBezTo>
                  <a:pt x="589" y="5374"/>
                  <a:pt x="48" y="6302"/>
                  <a:pt x="11" y="7505"/>
                </a:cubicBezTo>
                <a:cubicBezTo>
                  <a:pt x="0" y="7862"/>
                  <a:pt x="159" y="8065"/>
                  <a:pt x="417" y="8083"/>
                </a:cubicBezTo>
                <a:cubicBezTo>
                  <a:pt x="673" y="8102"/>
                  <a:pt x="846" y="7916"/>
                  <a:pt x="900" y="7568"/>
                </a:cubicBezTo>
                <a:cubicBezTo>
                  <a:pt x="935" y="7344"/>
                  <a:pt x="948" y="7114"/>
                  <a:pt x="1014" y="6900"/>
                </a:cubicBezTo>
                <a:cubicBezTo>
                  <a:pt x="1280" y="6047"/>
                  <a:pt x="1856" y="5477"/>
                  <a:pt x="2688" y="5177"/>
                </a:cubicBezTo>
                <a:cubicBezTo>
                  <a:pt x="2981" y="5072"/>
                  <a:pt x="3194" y="4937"/>
                  <a:pt x="3225" y="4601"/>
                </a:cubicBezTo>
                <a:close/>
                <a:moveTo>
                  <a:pt x="9135" y="5590"/>
                </a:moveTo>
                <a:cubicBezTo>
                  <a:pt x="8878" y="5322"/>
                  <a:pt x="8601" y="5303"/>
                  <a:pt x="8388" y="5504"/>
                </a:cubicBezTo>
                <a:cubicBezTo>
                  <a:pt x="8183" y="5698"/>
                  <a:pt x="8162" y="5939"/>
                  <a:pt x="8395" y="6209"/>
                </a:cubicBezTo>
                <a:cubicBezTo>
                  <a:pt x="8924" y="6821"/>
                  <a:pt x="9206" y="7515"/>
                  <a:pt x="9232" y="8326"/>
                </a:cubicBezTo>
                <a:cubicBezTo>
                  <a:pt x="9243" y="8655"/>
                  <a:pt x="9447" y="8859"/>
                  <a:pt x="9711" y="8859"/>
                </a:cubicBezTo>
                <a:cubicBezTo>
                  <a:pt x="9967" y="8860"/>
                  <a:pt x="10137" y="8718"/>
                  <a:pt x="10213" y="8478"/>
                </a:cubicBezTo>
                <a:cubicBezTo>
                  <a:pt x="10241" y="8390"/>
                  <a:pt x="10235" y="8291"/>
                  <a:pt x="10244" y="8212"/>
                </a:cubicBezTo>
                <a:cubicBezTo>
                  <a:pt x="10174" y="7199"/>
                  <a:pt x="9831" y="6317"/>
                  <a:pt x="9135" y="5590"/>
                </a:cubicBezTo>
                <a:close/>
              </a:path>
            </a:pathLst>
          </a:custGeom>
          <a:solidFill>
            <a:srgbClr val="FFFFFF"/>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
        <p:nvSpPr>
          <p:cNvPr id="86" name="文本框 133"/>
          <p:cNvSpPr txBox="1"/>
          <p:nvPr/>
        </p:nvSpPr>
        <p:spPr>
          <a:xfrm>
            <a:off x="2117090" y="2964815"/>
            <a:ext cx="2739390" cy="288290"/>
          </a:xfrm>
          <a:prstGeom prst="rect">
            <a:avLst/>
          </a:prstGeom>
          <a:solidFill>
            <a:srgbClr val="00B0F0"/>
          </a:solidFill>
          <a:ln>
            <a:noFill/>
            <a:prstDash val="sysDot"/>
          </a:ln>
        </p:spPr>
        <p:txBody>
          <a:bodyPr wrap="square" lIns="0" tIns="0" rIns="0" bIns="0" rtlCol="0" anchor="ctr">
            <a:noAutofit/>
          </a:bodyPr>
          <a:lstStyle>
            <a:defPPr>
              <a:defRPr lang="zh-CN"/>
            </a:defPPr>
            <a:lvl1pPr marR="0" lvl="0" indent="0" algn="ctr" fontAlgn="auto">
              <a:lnSpc>
                <a:spcPct val="100000"/>
              </a:lnSpc>
              <a:spcBef>
                <a:spcPts val="0"/>
              </a:spcBef>
              <a:spcAft>
                <a:spcPts val="0"/>
              </a:spcAft>
              <a:buClrTx/>
              <a:buSzTx/>
              <a:buFontTx/>
              <a:buNone/>
              <a:defRPr kumimoji="0" sz="1000" b="1" i="0" u="none" strike="noStrike" kern="0" cap="none" spc="0" normalizeH="0" baseline="0">
                <a:ln>
                  <a:noFill/>
                </a:ln>
                <a:solidFill>
                  <a:srgbClr val="FFFFFF"/>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lt"/>
              </a:rPr>
              <a:t>战略协同</a:t>
            </a:r>
            <a:endParaRPr kumimoji="0" lang="zh-CN" altLang="en-US"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lt"/>
            </a:endParaRPr>
          </a:p>
        </p:txBody>
      </p:sp>
      <p:sp>
        <p:nvSpPr>
          <p:cNvPr id="2" name="文本框 137"/>
          <p:cNvSpPr txBox="1"/>
          <p:nvPr/>
        </p:nvSpPr>
        <p:spPr>
          <a:xfrm>
            <a:off x="5092065" y="2606040"/>
            <a:ext cx="2739390" cy="320675"/>
          </a:xfrm>
          <a:prstGeom prst="rect">
            <a:avLst/>
          </a:prstGeom>
          <a:solidFill>
            <a:srgbClr val="2151D1"/>
          </a:solidFill>
          <a:ln>
            <a:noFill/>
            <a:prstDash val="sysDot"/>
          </a:ln>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rPr>
              <a:t>被投</a:t>
            </a:r>
            <a:r>
              <a:rPr kumimoji="0" lang="zh-CN" altLang="en-US" sz="12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rPr>
              <a:t>企业</a:t>
            </a:r>
            <a:endParaRPr kumimoji="0" lang="zh-CN" altLang="en-US" sz="12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3" name="iconfont-1000-785054"/>
          <p:cNvSpPr/>
          <p:nvPr/>
        </p:nvSpPr>
        <p:spPr>
          <a:xfrm>
            <a:off x="5116981" y="2671083"/>
            <a:ext cx="235585" cy="233045"/>
          </a:xfrm>
          <a:custGeom>
            <a:avLst/>
            <a:gdLst>
              <a:gd name="T0" fmla="*/ 6296 w 10244"/>
              <a:gd name="T1" fmla="*/ 59 h 8868"/>
              <a:gd name="T2" fmla="*/ 3630 w 10244"/>
              <a:gd name="T3" fmla="*/ 2408 h 8868"/>
              <a:gd name="T4" fmla="*/ 4464 w 10244"/>
              <a:gd name="T5" fmla="*/ 4619 h 8868"/>
              <a:gd name="T6" fmla="*/ 4414 w 10244"/>
              <a:gd name="T7" fmla="*/ 4722 h 8868"/>
              <a:gd name="T8" fmla="*/ 4130 w 10244"/>
              <a:gd name="T9" fmla="*/ 4907 h 8868"/>
              <a:gd name="T10" fmla="*/ 2225 w 10244"/>
              <a:gd name="T11" fmla="*/ 7791 h 8868"/>
              <a:gd name="T12" fmla="*/ 2197 w 10244"/>
              <a:gd name="T13" fmla="*/ 8355 h 8868"/>
              <a:gd name="T14" fmla="*/ 2705 w 10244"/>
              <a:gd name="T15" fmla="*/ 8864 h 8868"/>
              <a:gd name="T16" fmla="*/ 3193 w 10244"/>
              <a:gd name="T17" fmla="*/ 8394 h 8868"/>
              <a:gd name="T18" fmla="*/ 3216 w 10244"/>
              <a:gd name="T19" fmla="*/ 7998 h 8868"/>
              <a:gd name="T20" fmla="*/ 5583 w 10244"/>
              <a:gd name="T21" fmla="*/ 5354 h 8868"/>
              <a:gd name="T22" fmla="*/ 6426 w 10244"/>
              <a:gd name="T23" fmla="*/ 5262 h 8868"/>
              <a:gd name="T24" fmla="*/ 8805 w 10244"/>
              <a:gd name="T25" fmla="*/ 2632 h 8868"/>
              <a:gd name="T26" fmla="*/ 6296 w 10244"/>
              <a:gd name="T27" fmla="*/ 59 h 8868"/>
              <a:gd name="T28" fmla="*/ 6185 w 10244"/>
              <a:gd name="T29" fmla="*/ 4324 h 8868"/>
              <a:gd name="T30" fmla="*/ 4565 w 10244"/>
              <a:gd name="T31" fmla="*/ 2626 h 8868"/>
              <a:gd name="T32" fmla="*/ 6211 w 10244"/>
              <a:gd name="T33" fmla="*/ 1024 h 8868"/>
              <a:gd name="T34" fmla="*/ 7863 w 10244"/>
              <a:gd name="T35" fmla="*/ 2680 h 8868"/>
              <a:gd name="T36" fmla="*/ 6185 w 10244"/>
              <a:gd name="T37" fmla="*/ 4324 h 8868"/>
              <a:gd name="T38" fmla="*/ 3225 w 10244"/>
              <a:gd name="T39" fmla="*/ 4601 h 8868"/>
              <a:gd name="T40" fmla="*/ 2851 w 10244"/>
              <a:gd name="T41" fmla="*/ 3839 h 8868"/>
              <a:gd name="T42" fmla="*/ 2665 w 10244"/>
              <a:gd name="T43" fmla="*/ 3710 h 8868"/>
              <a:gd name="T44" fmla="*/ 2783 w 10244"/>
              <a:gd name="T45" fmla="*/ 1632 h 8868"/>
              <a:gd name="T46" fmla="*/ 3084 w 10244"/>
              <a:gd name="T47" fmla="*/ 1473 h 8868"/>
              <a:gd name="T48" fmla="*/ 3215 w 10244"/>
              <a:gd name="T49" fmla="*/ 979 h 8868"/>
              <a:gd name="T50" fmla="*/ 2839 w 10244"/>
              <a:gd name="T51" fmla="*/ 710 h 8868"/>
              <a:gd name="T52" fmla="*/ 2364 w 10244"/>
              <a:gd name="T53" fmla="*/ 851 h 8868"/>
              <a:gd name="T54" fmla="*/ 1692 w 10244"/>
              <a:gd name="T55" fmla="*/ 3947 h 8868"/>
              <a:gd name="T56" fmla="*/ 2045 w 10244"/>
              <a:gd name="T57" fmla="*/ 4381 h 8868"/>
              <a:gd name="T58" fmla="*/ 2014 w 10244"/>
              <a:gd name="T59" fmla="*/ 4436 h 8868"/>
              <a:gd name="T60" fmla="*/ 1584 w 10244"/>
              <a:gd name="T61" fmla="*/ 4707 h 8868"/>
              <a:gd name="T62" fmla="*/ 11 w 10244"/>
              <a:gd name="T63" fmla="*/ 7505 h 8868"/>
              <a:gd name="T64" fmla="*/ 417 w 10244"/>
              <a:gd name="T65" fmla="*/ 8083 h 8868"/>
              <a:gd name="T66" fmla="*/ 900 w 10244"/>
              <a:gd name="T67" fmla="*/ 7568 h 8868"/>
              <a:gd name="T68" fmla="*/ 1014 w 10244"/>
              <a:gd name="T69" fmla="*/ 6900 h 8868"/>
              <a:gd name="T70" fmla="*/ 2688 w 10244"/>
              <a:gd name="T71" fmla="*/ 5177 h 8868"/>
              <a:gd name="T72" fmla="*/ 3225 w 10244"/>
              <a:gd name="T73" fmla="*/ 4601 h 8868"/>
              <a:gd name="T74" fmla="*/ 9135 w 10244"/>
              <a:gd name="T75" fmla="*/ 5590 h 8868"/>
              <a:gd name="T76" fmla="*/ 8388 w 10244"/>
              <a:gd name="T77" fmla="*/ 5504 h 8868"/>
              <a:gd name="T78" fmla="*/ 8395 w 10244"/>
              <a:gd name="T79" fmla="*/ 6209 h 8868"/>
              <a:gd name="T80" fmla="*/ 9232 w 10244"/>
              <a:gd name="T81" fmla="*/ 8326 h 8868"/>
              <a:gd name="T82" fmla="*/ 9711 w 10244"/>
              <a:gd name="T83" fmla="*/ 8859 h 8868"/>
              <a:gd name="T84" fmla="*/ 10213 w 10244"/>
              <a:gd name="T85" fmla="*/ 8478 h 8868"/>
              <a:gd name="T86" fmla="*/ 10244 w 10244"/>
              <a:gd name="T87" fmla="*/ 8212 h 8868"/>
              <a:gd name="T88" fmla="*/ 9135 w 10244"/>
              <a:gd name="T89" fmla="*/ 5590 h 8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44" h="8868">
                <a:moveTo>
                  <a:pt x="6296" y="59"/>
                </a:moveTo>
                <a:cubicBezTo>
                  <a:pt x="4951" y="0"/>
                  <a:pt x="3759" y="1053"/>
                  <a:pt x="3630" y="2408"/>
                </a:cubicBezTo>
                <a:cubicBezTo>
                  <a:pt x="3547" y="3278"/>
                  <a:pt x="3851" y="4001"/>
                  <a:pt x="4464" y="4619"/>
                </a:cubicBezTo>
                <a:cubicBezTo>
                  <a:pt x="4430" y="4690"/>
                  <a:pt x="4427" y="4714"/>
                  <a:pt x="4414" y="4722"/>
                </a:cubicBezTo>
                <a:cubicBezTo>
                  <a:pt x="4320" y="4786"/>
                  <a:pt x="4225" y="4847"/>
                  <a:pt x="4130" y="4907"/>
                </a:cubicBezTo>
                <a:cubicBezTo>
                  <a:pt x="3054" y="5577"/>
                  <a:pt x="2428" y="6546"/>
                  <a:pt x="2225" y="7791"/>
                </a:cubicBezTo>
                <a:cubicBezTo>
                  <a:pt x="2195" y="7976"/>
                  <a:pt x="2182" y="8168"/>
                  <a:pt x="2197" y="8355"/>
                </a:cubicBezTo>
                <a:cubicBezTo>
                  <a:pt x="2221" y="8658"/>
                  <a:pt x="2447" y="8868"/>
                  <a:pt x="2705" y="8864"/>
                </a:cubicBezTo>
                <a:cubicBezTo>
                  <a:pt x="2943" y="8859"/>
                  <a:pt x="3148" y="8669"/>
                  <a:pt x="3193" y="8394"/>
                </a:cubicBezTo>
                <a:cubicBezTo>
                  <a:pt x="3215" y="8264"/>
                  <a:pt x="3203" y="8130"/>
                  <a:pt x="3216" y="7998"/>
                </a:cubicBezTo>
                <a:cubicBezTo>
                  <a:pt x="3344" y="6702"/>
                  <a:pt x="4306" y="5620"/>
                  <a:pt x="5583" y="5354"/>
                </a:cubicBezTo>
                <a:cubicBezTo>
                  <a:pt x="5858" y="5296"/>
                  <a:pt x="6144" y="5284"/>
                  <a:pt x="6426" y="5262"/>
                </a:cubicBezTo>
                <a:cubicBezTo>
                  <a:pt x="7783" y="5160"/>
                  <a:pt x="8820" y="4016"/>
                  <a:pt x="8805" y="2632"/>
                </a:cubicBezTo>
                <a:cubicBezTo>
                  <a:pt x="8790" y="1242"/>
                  <a:pt x="7696" y="120"/>
                  <a:pt x="6296" y="59"/>
                </a:cubicBezTo>
                <a:close/>
                <a:moveTo>
                  <a:pt x="6185" y="4324"/>
                </a:moveTo>
                <a:cubicBezTo>
                  <a:pt x="5272" y="4307"/>
                  <a:pt x="4547" y="3547"/>
                  <a:pt x="4565" y="2626"/>
                </a:cubicBezTo>
                <a:cubicBezTo>
                  <a:pt x="4582" y="1728"/>
                  <a:pt x="5306" y="1024"/>
                  <a:pt x="6211" y="1024"/>
                </a:cubicBezTo>
                <a:cubicBezTo>
                  <a:pt x="7138" y="1024"/>
                  <a:pt x="7869" y="1758"/>
                  <a:pt x="7863" y="2680"/>
                </a:cubicBezTo>
                <a:cubicBezTo>
                  <a:pt x="7856" y="3593"/>
                  <a:pt x="7093" y="4341"/>
                  <a:pt x="6185" y="4324"/>
                </a:cubicBezTo>
                <a:close/>
                <a:moveTo>
                  <a:pt x="3225" y="4601"/>
                </a:moveTo>
                <a:cubicBezTo>
                  <a:pt x="3256" y="4267"/>
                  <a:pt x="3151" y="4008"/>
                  <a:pt x="2851" y="3839"/>
                </a:cubicBezTo>
                <a:cubicBezTo>
                  <a:pt x="2785" y="3802"/>
                  <a:pt x="2722" y="3758"/>
                  <a:pt x="2665" y="3710"/>
                </a:cubicBezTo>
                <a:cubicBezTo>
                  <a:pt x="1971" y="3132"/>
                  <a:pt x="2027" y="2126"/>
                  <a:pt x="2783" y="1632"/>
                </a:cubicBezTo>
                <a:cubicBezTo>
                  <a:pt x="2878" y="1570"/>
                  <a:pt x="2990" y="1536"/>
                  <a:pt x="3084" y="1473"/>
                </a:cubicBezTo>
                <a:cubicBezTo>
                  <a:pt x="3269" y="1350"/>
                  <a:pt x="3320" y="1152"/>
                  <a:pt x="3215" y="979"/>
                </a:cubicBezTo>
                <a:cubicBezTo>
                  <a:pt x="3140" y="854"/>
                  <a:pt x="2977" y="728"/>
                  <a:pt x="2839" y="710"/>
                </a:cubicBezTo>
                <a:cubicBezTo>
                  <a:pt x="2688" y="691"/>
                  <a:pt x="2507" y="771"/>
                  <a:pt x="2364" y="851"/>
                </a:cubicBezTo>
                <a:cubicBezTo>
                  <a:pt x="1267" y="1471"/>
                  <a:pt x="955" y="2917"/>
                  <a:pt x="1692" y="3947"/>
                </a:cubicBezTo>
                <a:cubicBezTo>
                  <a:pt x="1802" y="4099"/>
                  <a:pt x="1929" y="4239"/>
                  <a:pt x="2045" y="4381"/>
                </a:cubicBezTo>
                <a:cubicBezTo>
                  <a:pt x="2031" y="4407"/>
                  <a:pt x="2027" y="4428"/>
                  <a:pt x="2014" y="4436"/>
                </a:cubicBezTo>
                <a:cubicBezTo>
                  <a:pt x="1872" y="4527"/>
                  <a:pt x="1725" y="4612"/>
                  <a:pt x="1584" y="4707"/>
                </a:cubicBezTo>
                <a:cubicBezTo>
                  <a:pt x="589" y="5374"/>
                  <a:pt x="48" y="6302"/>
                  <a:pt x="11" y="7505"/>
                </a:cubicBezTo>
                <a:cubicBezTo>
                  <a:pt x="0" y="7862"/>
                  <a:pt x="159" y="8065"/>
                  <a:pt x="417" y="8083"/>
                </a:cubicBezTo>
                <a:cubicBezTo>
                  <a:pt x="673" y="8102"/>
                  <a:pt x="846" y="7916"/>
                  <a:pt x="900" y="7568"/>
                </a:cubicBezTo>
                <a:cubicBezTo>
                  <a:pt x="935" y="7344"/>
                  <a:pt x="948" y="7114"/>
                  <a:pt x="1014" y="6900"/>
                </a:cubicBezTo>
                <a:cubicBezTo>
                  <a:pt x="1280" y="6047"/>
                  <a:pt x="1856" y="5477"/>
                  <a:pt x="2688" y="5177"/>
                </a:cubicBezTo>
                <a:cubicBezTo>
                  <a:pt x="2981" y="5072"/>
                  <a:pt x="3194" y="4937"/>
                  <a:pt x="3225" y="4601"/>
                </a:cubicBezTo>
                <a:close/>
                <a:moveTo>
                  <a:pt x="9135" y="5590"/>
                </a:moveTo>
                <a:cubicBezTo>
                  <a:pt x="8878" y="5322"/>
                  <a:pt x="8601" y="5303"/>
                  <a:pt x="8388" y="5504"/>
                </a:cubicBezTo>
                <a:cubicBezTo>
                  <a:pt x="8183" y="5698"/>
                  <a:pt x="8162" y="5939"/>
                  <a:pt x="8395" y="6209"/>
                </a:cubicBezTo>
                <a:cubicBezTo>
                  <a:pt x="8924" y="6821"/>
                  <a:pt x="9206" y="7515"/>
                  <a:pt x="9232" y="8326"/>
                </a:cubicBezTo>
                <a:cubicBezTo>
                  <a:pt x="9243" y="8655"/>
                  <a:pt x="9447" y="8859"/>
                  <a:pt x="9711" y="8859"/>
                </a:cubicBezTo>
                <a:cubicBezTo>
                  <a:pt x="9967" y="8860"/>
                  <a:pt x="10137" y="8718"/>
                  <a:pt x="10213" y="8478"/>
                </a:cubicBezTo>
                <a:cubicBezTo>
                  <a:pt x="10241" y="8390"/>
                  <a:pt x="10235" y="8291"/>
                  <a:pt x="10244" y="8212"/>
                </a:cubicBezTo>
                <a:cubicBezTo>
                  <a:pt x="10174" y="7199"/>
                  <a:pt x="9831" y="6317"/>
                  <a:pt x="9135" y="5590"/>
                </a:cubicBezTo>
                <a:close/>
              </a:path>
            </a:pathLst>
          </a:custGeom>
          <a:solidFill>
            <a:srgbClr val="FFFFFF"/>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
        <p:nvSpPr>
          <p:cNvPr id="4" name="文本框 133"/>
          <p:cNvSpPr txBox="1"/>
          <p:nvPr/>
        </p:nvSpPr>
        <p:spPr>
          <a:xfrm>
            <a:off x="5092065" y="2964815"/>
            <a:ext cx="2739390" cy="288290"/>
          </a:xfrm>
          <a:prstGeom prst="rect">
            <a:avLst/>
          </a:prstGeom>
          <a:solidFill>
            <a:srgbClr val="00B0F0"/>
          </a:solidFill>
          <a:ln>
            <a:noFill/>
            <a:prstDash val="sysDot"/>
          </a:ln>
        </p:spPr>
        <p:txBody>
          <a:bodyPr wrap="square" lIns="0" tIns="0" rIns="0" bIns="0" rtlCol="0" anchor="ctr">
            <a:noAutofit/>
          </a:bodyPr>
          <a:lstStyle>
            <a:defPPr>
              <a:defRPr lang="zh-CN"/>
            </a:defPPr>
            <a:lvl1pPr marR="0" lvl="0" indent="0" algn="ctr" fontAlgn="auto">
              <a:lnSpc>
                <a:spcPct val="100000"/>
              </a:lnSpc>
              <a:spcBef>
                <a:spcPts val="0"/>
              </a:spcBef>
              <a:spcAft>
                <a:spcPts val="0"/>
              </a:spcAft>
              <a:buClrTx/>
              <a:buSzTx/>
              <a:buFontTx/>
              <a:buNone/>
              <a:defRPr kumimoji="0" sz="1000" b="1" i="0" u="none" strike="noStrike" kern="0" cap="none" spc="0" normalizeH="0" baseline="0">
                <a:ln>
                  <a:noFill/>
                </a:ln>
                <a:solidFill>
                  <a:srgbClr val="FFFFFF"/>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lt"/>
              </a:rPr>
              <a:t>经营提升</a:t>
            </a:r>
            <a:endParaRPr kumimoji="0" lang="zh-CN" altLang="en-US"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lt"/>
            </a:endParaRPr>
          </a:p>
        </p:txBody>
      </p:sp>
      <p:sp>
        <p:nvSpPr>
          <p:cNvPr id="5" name="文本框 137"/>
          <p:cNvSpPr txBox="1"/>
          <p:nvPr/>
        </p:nvSpPr>
        <p:spPr>
          <a:xfrm>
            <a:off x="8143240" y="2606040"/>
            <a:ext cx="2739390" cy="320675"/>
          </a:xfrm>
          <a:prstGeom prst="rect">
            <a:avLst/>
          </a:prstGeom>
          <a:solidFill>
            <a:srgbClr val="2151D1"/>
          </a:solidFill>
          <a:ln>
            <a:noFill/>
            <a:prstDash val="sysDot"/>
          </a:ln>
        </p:spPr>
        <p:txBody>
          <a:bodyPr wrap="square" lIns="0" tIns="0" rIns="0" bIns="0" rtlCol="0" anchor="ctr">
            <a:noAutofit/>
          </a:bodyPr>
          <a:lstStyle>
            <a:defPPr>
              <a:defRPr lang="zh-CN"/>
            </a:defPPr>
            <a:lvl1pPr marR="0" lvl="0" indent="0" algn="ctr" defTabSz="914400" fontAlgn="auto">
              <a:lnSpc>
                <a:spcPct val="100000"/>
              </a:lnSpc>
              <a:spcBef>
                <a:spcPts val="0"/>
              </a:spcBef>
              <a:spcAft>
                <a:spcPts val="0"/>
              </a:spcAft>
              <a:buClrTx/>
              <a:buSzTx/>
              <a:buFontTx/>
              <a:buNone/>
              <a:defRPr kumimoji="0" sz="1100" b="1" i="0" u="none" strike="noStrike" kern="0" cap="none" spc="0" normalizeH="0" baseline="0">
                <a:ln>
                  <a:noFill/>
                </a:ln>
                <a:solidFill>
                  <a:srgbClr val="3B7AB2"/>
                </a:solidFill>
                <a:effectLst/>
                <a:uLnTx/>
                <a:uFillTx/>
                <a:latin typeface="微软雅黑" panose="020B0503020204020204" charset="-122"/>
                <a:ea typeface="微软雅黑" panose="020B0503020204020204"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rPr>
              <a:t>一汽股权</a:t>
            </a:r>
            <a:endParaRPr kumimoji="0" lang="zh-CN" altLang="en-US" sz="120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lt"/>
            </a:endParaRPr>
          </a:p>
        </p:txBody>
      </p:sp>
      <p:sp>
        <p:nvSpPr>
          <p:cNvPr id="6" name="iconfont-1000-785054"/>
          <p:cNvSpPr/>
          <p:nvPr/>
        </p:nvSpPr>
        <p:spPr>
          <a:xfrm>
            <a:off x="8168156" y="2671083"/>
            <a:ext cx="235585" cy="233045"/>
          </a:xfrm>
          <a:custGeom>
            <a:avLst/>
            <a:gdLst>
              <a:gd name="T0" fmla="*/ 6296 w 10244"/>
              <a:gd name="T1" fmla="*/ 59 h 8868"/>
              <a:gd name="T2" fmla="*/ 3630 w 10244"/>
              <a:gd name="T3" fmla="*/ 2408 h 8868"/>
              <a:gd name="T4" fmla="*/ 4464 w 10244"/>
              <a:gd name="T5" fmla="*/ 4619 h 8868"/>
              <a:gd name="T6" fmla="*/ 4414 w 10244"/>
              <a:gd name="T7" fmla="*/ 4722 h 8868"/>
              <a:gd name="T8" fmla="*/ 4130 w 10244"/>
              <a:gd name="T9" fmla="*/ 4907 h 8868"/>
              <a:gd name="T10" fmla="*/ 2225 w 10244"/>
              <a:gd name="T11" fmla="*/ 7791 h 8868"/>
              <a:gd name="T12" fmla="*/ 2197 w 10244"/>
              <a:gd name="T13" fmla="*/ 8355 h 8868"/>
              <a:gd name="T14" fmla="*/ 2705 w 10244"/>
              <a:gd name="T15" fmla="*/ 8864 h 8868"/>
              <a:gd name="T16" fmla="*/ 3193 w 10244"/>
              <a:gd name="T17" fmla="*/ 8394 h 8868"/>
              <a:gd name="T18" fmla="*/ 3216 w 10244"/>
              <a:gd name="T19" fmla="*/ 7998 h 8868"/>
              <a:gd name="T20" fmla="*/ 5583 w 10244"/>
              <a:gd name="T21" fmla="*/ 5354 h 8868"/>
              <a:gd name="T22" fmla="*/ 6426 w 10244"/>
              <a:gd name="T23" fmla="*/ 5262 h 8868"/>
              <a:gd name="T24" fmla="*/ 8805 w 10244"/>
              <a:gd name="T25" fmla="*/ 2632 h 8868"/>
              <a:gd name="T26" fmla="*/ 6296 w 10244"/>
              <a:gd name="T27" fmla="*/ 59 h 8868"/>
              <a:gd name="T28" fmla="*/ 6185 w 10244"/>
              <a:gd name="T29" fmla="*/ 4324 h 8868"/>
              <a:gd name="T30" fmla="*/ 4565 w 10244"/>
              <a:gd name="T31" fmla="*/ 2626 h 8868"/>
              <a:gd name="T32" fmla="*/ 6211 w 10244"/>
              <a:gd name="T33" fmla="*/ 1024 h 8868"/>
              <a:gd name="T34" fmla="*/ 7863 w 10244"/>
              <a:gd name="T35" fmla="*/ 2680 h 8868"/>
              <a:gd name="T36" fmla="*/ 6185 w 10244"/>
              <a:gd name="T37" fmla="*/ 4324 h 8868"/>
              <a:gd name="T38" fmla="*/ 3225 w 10244"/>
              <a:gd name="T39" fmla="*/ 4601 h 8868"/>
              <a:gd name="T40" fmla="*/ 2851 w 10244"/>
              <a:gd name="T41" fmla="*/ 3839 h 8868"/>
              <a:gd name="T42" fmla="*/ 2665 w 10244"/>
              <a:gd name="T43" fmla="*/ 3710 h 8868"/>
              <a:gd name="T44" fmla="*/ 2783 w 10244"/>
              <a:gd name="T45" fmla="*/ 1632 h 8868"/>
              <a:gd name="T46" fmla="*/ 3084 w 10244"/>
              <a:gd name="T47" fmla="*/ 1473 h 8868"/>
              <a:gd name="T48" fmla="*/ 3215 w 10244"/>
              <a:gd name="T49" fmla="*/ 979 h 8868"/>
              <a:gd name="T50" fmla="*/ 2839 w 10244"/>
              <a:gd name="T51" fmla="*/ 710 h 8868"/>
              <a:gd name="T52" fmla="*/ 2364 w 10244"/>
              <a:gd name="T53" fmla="*/ 851 h 8868"/>
              <a:gd name="T54" fmla="*/ 1692 w 10244"/>
              <a:gd name="T55" fmla="*/ 3947 h 8868"/>
              <a:gd name="T56" fmla="*/ 2045 w 10244"/>
              <a:gd name="T57" fmla="*/ 4381 h 8868"/>
              <a:gd name="T58" fmla="*/ 2014 w 10244"/>
              <a:gd name="T59" fmla="*/ 4436 h 8868"/>
              <a:gd name="T60" fmla="*/ 1584 w 10244"/>
              <a:gd name="T61" fmla="*/ 4707 h 8868"/>
              <a:gd name="T62" fmla="*/ 11 w 10244"/>
              <a:gd name="T63" fmla="*/ 7505 h 8868"/>
              <a:gd name="T64" fmla="*/ 417 w 10244"/>
              <a:gd name="T65" fmla="*/ 8083 h 8868"/>
              <a:gd name="T66" fmla="*/ 900 w 10244"/>
              <a:gd name="T67" fmla="*/ 7568 h 8868"/>
              <a:gd name="T68" fmla="*/ 1014 w 10244"/>
              <a:gd name="T69" fmla="*/ 6900 h 8868"/>
              <a:gd name="T70" fmla="*/ 2688 w 10244"/>
              <a:gd name="T71" fmla="*/ 5177 h 8868"/>
              <a:gd name="T72" fmla="*/ 3225 w 10244"/>
              <a:gd name="T73" fmla="*/ 4601 h 8868"/>
              <a:gd name="T74" fmla="*/ 9135 w 10244"/>
              <a:gd name="T75" fmla="*/ 5590 h 8868"/>
              <a:gd name="T76" fmla="*/ 8388 w 10244"/>
              <a:gd name="T77" fmla="*/ 5504 h 8868"/>
              <a:gd name="T78" fmla="*/ 8395 w 10244"/>
              <a:gd name="T79" fmla="*/ 6209 h 8868"/>
              <a:gd name="T80" fmla="*/ 9232 w 10244"/>
              <a:gd name="T81" fmla="*/ 8326 h 8868"/>
              <a:gd name="T82" fmla="*/ 9711 w 10244"/>
              <a:gd name="T83" fmla="*/ 8859 h 8868"/>
              <a:gd name="T84" fmla="*/ 10213 w 10244"/>
              <a:gd name="T85" fmla="*/ 8478 h 8868"/>
              <a:gd name="T86" fmla="*/ 10244 w 10244"/>
              <a:gd name="T87" fmla="*/ 8212 h 8868"/>
              <a:gd name="T88" fmla="*/ 9135 w 10244"/>
              <a:gd name="T89" fmla="*/ 5590 h 8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244" h="8868">
                <a:moveTo>
                  <a:pt x="6296" y="59"/>
                </a:moveTo>
                <a:cubicBezTo>
                  <a:pt x="4951" y="0"/>
                  <a:pt x="3759" y="1053"/>
                  <a:pt x="3630" y="2408"/>
                </a:cubicBezTo>
                <a:cubicBezTo>
                  <a:pt x="3547" y="3278"/>
                  <a:pt x="3851" y="4001"/>
                  <a:pt x="4464" y="4619"/>
                </a:cubicBezTo>
                <a:cubicBezTo>
                  <a:pt x="4430" y="4690"/>
                  <a:pt x="4427" y="4714"/>
                  <a:pt x="4414" y="4722"/>
                </a:cubicBezTo>
                <a:cubicBezTo>
                  <a:pt x="4320" y="4786"/>
                  <a:pt x="4225" y="4847"/>
                  <a:pt x="4130" y="4907"/>
                </a:cubicBezTo>
                <a:cubicBezTo>
                  <a:pt x="3054" y="5577"/>
                  <a:pt x="2428" y="6546"/>
                  <a:pt x="2225" y="7791"/>
                </a:cubicBezTo>
                <a:cubicBezTo>
                  <a:pt x="2195" y="7976"/>
                  <a:pt x="2182" y="8168"/>
                  <a:pt x="2197" y="8355"/>
                </a:cubicBezTo>
                <a:cubicBezTo>
                  <a:pt x="2221" y="8658"/>
                  <a:pt x="2447" y="8868"/>
                  <a:pt x="2705" y="8864"/>
                </a:cubicBezTo>
                <a:cubicBezTo>
                  <a:pt x="2943" y="8859"/>
                  <a:pt x="3148" y="8669"/>
                  <a:pt x="3193" y="8394"/>
                </a:cubicBezTo>
                <a:cubicBezTo>
                  <a:pt x="3215" y="8264"/>
                  <a:pt x="3203" y="8130"/>
                  <a:pt x="3216" y="7998"/>
                </a:cubicBezTo>
                <a:cubicBezTo>
                  <a:pt x="3344" y="6702"/>
                  <a:pt x="4306" y="5620"/>
                  <a:pt x="5583" y="5354"/>
                </a:cubicBezTo>
                <a:cubicBezTo>
                  <a:pt x="5858" y="5296"/>
                  <a:pt x="6144" y="5284"/>
                  <a:pt x="6426" y="5262"/>
                </a:cubicBezTo>
                <a:cubicBezTo>
                  <a:pt x="7783" y="5160"/>
                  <a:pt x="8820" y="4016"/>
                  <a:pt x="8805" y="2632"/>
                </a:cubicBezTo>
                <a:cubicBezTo>
                  <a:pt x="8790" y="1242"/>
                  <a:pt x="7696" y="120"/>
                  <a:pt x="6296" y="59"/>
                </a:cubicBezTo>
                <a:close/>
                <a:moveTo>
                  <a:pt x="6185" y="4324"/>
                </a:moveTo>
                <a:cubicBezTo>
                  <a:pt x="5272" y="4307"/>
                  <a:pt x="4547" y="3547"/>
                  <a:pt x="4565" y="2626"/>
                </a:cubicBezTo>
                <a:cubicBezTo>
                  <a:pt x="4582" y="1728"/>
                  <a:pt x="5306" y="1024"/>
                  <a:pt x="6211" y="1024"/>
                </a:cubicBezTo>
                <a:cubicBezTo>
                  <a:pt x="7138" y="1024"/>
                  <a:pt x="7869" y="1758"/>
                  <a:pt x="7863" y="2680"/>
                </a:cubicBezTo>
                <a:cubicBezTo>
                  <a:pt x="7856" y="3593"/>
                  <a:pt x="7093" y="4341"/>
                  <a:pt x="6185" y="4324"/>
                </a:cubicBezTo>
                <a:close/>
                <a:moveTo>
                  <a:pt x="3225" y="4601"/>
                </a:moveTo>
                <a:cubicBezTo>
                  <a:pt x="3256" y="4267"/>
                  <a:pt x="3151" y="4008"/>
                  <a:pt x="2851" y="3839"/>
                </a:cubicBezTo>
                <a:cubicBezTo>
                  <a:pt x="2785" y="3802"/>
                  <a:pt x="2722" y="3758"/>
                  <a:pt x="2665" y="3710"/>
                </a:cubicBezTo>
                <a:cubicBezTo>
                  <a:pt x="1971" y="3132"/>
                  <a:pt x="2027" y="2126"/>
                  <a:pt x="2783" y="1632"/>
                </a:cubicBezTo>
                <a:cubicBezTo>
                  <a:pt x="2878" y="1570"/>
                  <a:pt x="2990" y="1536"/>
                  <a:pt x="3084" y="1473"/>
                </a:cubicBezTo>
                <a:cubicBezTo>
                  <a:pt x="3269" y="1350"/>
                  <a:pt x="3320" y="1152"/>
                  <a:pt x="3215" y="979"/>
                </a:cubicBezTo>
                <a:cubicBezTo>
                  <a:pt x="3140" y="854"/>
                  <a:pt x="2977" y="728"/>
                  <a:pt x="2839" y="710"/>
                </a:cubicBezTo>
                <a:cubicBezTo>
                  <a:pt x="2688" y="691"/>
                  <a:pt x="2507" y="771"/>
                  <a:pt x="2364" y="851"/>
                </a:cubicBezTo>
                <a:cubicBezTo>
                  <a:pt x="1267" y="1471"/>
                  <a:pt x="955" y="2917"/>
                  <a:pt x="1692" y="3947"/>
                </a:cubicBezTo>
                <a:cubicBezTo>
                  <a:pt x="1802" y="4099"/>
                  <a:pt x="1929" y="4239"/>
                  <a:pt x="2045" y="4381"/>
                </a:cubicBezTo>
                <a:cubicBezTo>
                  <a:pt x="2031" y="4407"/>
                  <a:pt x="2027" y="4428"/>
                  <a:pt x="2014" y="4436"/>
                </a:cubicBezTo>
                <a:cubicBezTo>
                  <a:pt x="1872" y="4527"/>
                  <a:pt x="1725" y="4612"/>
                  <a:pt x="1584" y="4707"/>
                </a:cubicBezTo>
                <a:cubicBezTo>
                  <a:pt x="589" y="5374"/>
                  <a:pt x="48" y="6302"/>
                  <a:pt x="11" y="7505"/>
                </a:cubicBezTo>
                <a:cubicBezTo>
                  <a:pt x="0" y="7862"/>
                  <a:pt x="159" y="8065"/>
                  <a:pt x="417" y="8083"/>
                </a:cubicBezTo>
                <a:cubicBezTo>
                  <a:pt x="673" y="8102"/>
                  <a:pt x="846" y="7916"/>
                  <a:pt x="900" y="7568"/>
                </a:cubicBezTo>
                <a:cubicBezTo>
                  <a:pt x="935" y="7344"/>
                  <a:pt x="948" y="7114"/>
                  <a:pt x="1014" y="6900"/>
                </a:cubicBezTo>
                <a:cubicBezTo>
                  <a:pt x="1280" y="6047"/>
                  <a:pt x="1856" y="5477"/>
                  <a:pt x="2688" y="5177"/>
                </a:cubicBezTo>
                <a:cubicBezTo>
                  <a:pt x="2981" y="5072"/>
                  <a:pt x="3194" y="4937"/>
                  <a:pt x="3225" y="4601"/>
                </a:cubicBezTo>
                <a:close/>
                <a:moveTo>
                  <a:pt x="9135" y="5590"/>
                </a:moveTo>
                <a:cubicBezTo>
                  <a:pt x="8878" y="5322"/>
                  <a:pt x="8601" y="5303"/>
                  <a:pt x="8388" y="5504"/>
                </a:cubicBezTo>
                <a:cubicBezTo>
                  <a:pt x="8183" y="5698"/>
                  <a:pt x="8162" y="5939"/>
                  <a:pt x="8395" y="6209"/>
                </a:cubicBezTo>
                <a:cubicBezTo>
                  <a:pt x="8924" y="6821"/>
                  <a:pt x="9206" y="7515"/>
                  <a:pt x="9232" y="8326"/>
                </a:cubicBezTo>
                <a:cubicBezTo>
                  <a:pt x="9243" y="8655"/>
                  <a:pt x="9447" y="8859"/>
                  <a:pt x="9711" y="8859"/>
                </a:cubicBezTo>
                <a:cubicBezTo>
                  <a:pt x="9967" y="8860"/>
                  <a:pt x="10137" y="8718"/>
                  <a:pt x="10213" y="8478"/>
                </a:cubicBezTo>
                <a:cubicBezTo>
                  <a:pt x="10241" y="8390"/>
                  <a:pt x="10235" y="8291"/>
                  <a:pt x="10244" y="8212"/>
                </a:cubicBezTo>
                <a:cubicBezTo>
                  <a:pt x="10174" y="7199"/>
                  <a:pt x="9831" y="6317"/>
                  <a:pt x="9135" y="5590"/>
                </a:cubicBezTo>
                <a:close/>
              </a:path>
            </a:pathLst>
          </a:custGeom>
          <a:solidFill>
            <a:srgbClr val="FFFFFF"/>
          </a:solidFill>
          <a:ln w="25400"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endParaRPr>
          </a:p>
        </p:txBody>
      </p:sp>
      <p:sp>
        <p:nvSpPr>
          <p:cNvPr id="7" name="文本框 133"/>
          <p:cNvSpPr txBox="1"/>
          <p:nvPr/>
        </p:nvSpPr>
        <p:spPr>
          <a:xfrm>
            <a:off x="8143240" y="2964815"/>
            <a:ext cx="2739390" cy="288290"/>
          </a:xfrm>
          <a:prstGeom prst="rect">
            <a:avLst/>
          </a:prstGeom>
          <a:solidFill>
            <a:srgbClr val="00B0F0"/>
          </a:solidFill>
          <a:ln>
            <a:noFill/>
            <a:prstDash val="sysDot"/>
          </a:ln>
        </p:spPr>
        <p:txBody>
          <a:bodyPr wrap="square" lIns="0" tIns="0" rIns="0" bIns="0" rtlCol="0" anchor="ctr">
            <a:noAutofit/>
          </a:bodyPr>
          <a:lstStyle>
            <a:defPPr>
              <a:defRPr lang="zh-CN"/>
            </a:defPPr>
            <a:lvl1pPr marR="0" lvl="0" indent="0" algn="ctr" fontAlgn="auto">
              <a:lnSpc>
                <a:spcPct val="100000"/>
              </a:lnSpc>
              <a:spcBef>
                <a:spcPts val="0"/>
              </a:spcBef>
              <a:spcAft>
                <a:spcPts val="0"/>
              </a:spcAft>
              <a:buClrTx/>
              <a:buSzTx/>
              <a:buFontTx/>
              <a:buNone/>
              <a:defRPr kumimoji="0" sz="1000" b="1" i="0" u="none" strike="noStrike" kern="0" cap="none" spc="0" normalizeH="0" baseline="0">
                <a:ln>
                  <a:noFill/>
                </a:ln>
                <a:solidFill>
                  <a:srgbClr val="FFFFFF"/>
                </a:solidFill>
                <a:effectLst/>
                <a:uLnTx/>
                <a:uFillTx/>
                <a:latin typeface="微软雅黑" panose="020B0503020204020204" charset="-122"/>
                <a:ea typeface="微软雅黑" panose="020B0503020204020204" charset="-122"/>
              </a:defRPr>
            </a:lvl1pPr>
          </a:lstStyle>
          <a:p>
            <a:pPr algn="ctr"/>
            <a:r>
              <a:rPr lang="zh-CN" altLang="en-US" dirty="0">
                <a:sym typeface="Calibri" panose="020F0502020204030204" pitchFamily="34" charset="0"/>
              </a:rPr>
              <a:t>战略协同</a:t>
            </a:r>
            <a:r>
              <a:rPr lang="en-US" altLang="zh-CN" dirty="0">
                <a:sym typeface="Calibri" panose="020F0502020204030204" pitchFamily="34" charset="0"/>
              </a:rPr>
              <a:t>  </a:t>
            </a:r>
            <a:r>
              <a:rPr lang="zh-CN" altLang="en-US" dirty="0">
                <a:sym typeface="Calibri" panose="020F0502020204030204" pitchFamily="34" charset="0"/>
              </a:rPr>
              <a:t>经营提升</a:t>
            </a:r>
            <a:r>
              <a:rPr lang="en-US" altLang="zh-CN" dirty="0">
                <a:sym typeface="Calibri" panose="020F0502020204030204" pitchFamily="34" charset="0"/>
              </a:rPr>
              <a:t> </a:t>
            </a:r>
            <a:r>
              <a:rPr lang="zh-CN" altLang="en-US" dirty="0">
                <a:sym typeface="Calibri" panose="020F0502020204030204" pitchFamily="34" charset="0"/>
              </a:rPr>
              <a:t>风险可控</a:t>
            </a:r>
            <a:endParaRPr kumimoji="0" lang="zh-CN" altLang="en-US"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sym typeface="+mn-lt"/>
            </a:endParaRPr>
          </a:p>
        </p:txBody>
      </p:sp>
      <p:sp>
        <p:nvSpPr>
          <p:cNvPr id="8" name="圆角矩形 187"/>
          <p:cNvSpPr/>
          <p:nvPr/>
        </p:nvSpPr>
        <p:spPr>
          <a:xfrm>
            <a:off x="1744980" y="3444240"/>
            <a:ext cx="9293225" cy="1176655"/>
          </a:xfrm>
          <a:prstGeom prst="roundRect">
            <a:avLst>
              <a:gd name="adj" fmla="val 5713"/>
            </a:avLst>
          </a:prstGeom>
          <a:noFill/>
          <a:ln w="19050" cap="flat" cmpd="sng">
            <a:solidFill>
              <a:srgbClr val="2151D1"/>
            </a:solidFill>
            <a:prstDash val="solid"/>
            <a:round/>
            <a:headEnd type="none" w="med" len="med"/>
            <a:tailEnd type="none" w="med" len="med"/>
          </a:ln>
        </p:spPr>
        <p:txBody>
          <a:bodyPr anchor="ctr" anchorCtr="0"/>
          <a:p>
            <a:pPr algn="ctr" defTabSz="1219200"/>
            <a:endParaRPr lang="zh-CN" altLang="en-US" sz="2400" dirty="0">
              <a:solidFill>
                <a:srgbClr val="C00000"/>
              </a:solidFill>
              <a:latin typeface="微软雅黑" panose="020B0503020204020204" charset="-122"/>
              <a:ea typeface="微软雅黑" panose="020B0503020204020204" charset="-122"/>
            </a:endParaRPr>
          </a:p>
        </p:txBody>
      </p:sp>
      <p:sp>
        <p:nvSpPr>
          <p:cNvPr id="9" name="文本框 8"/>
          <p:cNvSpPr txBox="1"/>
          <p:nvPr/>
        </p:nvSpPr>
        <p:spPr>
          <a:xfrm>
            <a:off x="2425700" y="3517900"/>
            <a:ext cx="1043305" cy="230505"/>
          </a:xfrm>
          <a:prstGeom prst="rect">
            <a:avLst/>
          </a:prstGeom>
          <a:solidFill>
            <a:schemeClr val="bg1"/>
          </a:solidFill>
          <a:ln>
            <a:solidFill>
              <a:schemeClr val="bg1"/>
            </a:solidFill>
          </a:ln>
        </p:spPr>
        <p:txBody>
          <a:bodyPr wrap="square" rtlCol="0" anchor="t" anchorCtr="0">
            <a:noAutofit/>
          </a:bodyPr>
          <a:p>
            <a:pPr algn="ctr"/>
            <a:r>
              <a:rPr lang="zh-CN" altLang="en-US" sz="1200" b="1" dirty="0" smtClean="0">
                <a:solidFill>
                  <a:srgbClr val="2151D1"/>
                </a:solidFill>
                <a:latin typeface="微软雅黑" panose="020B0503020204020204" charset="-122"/>
                <a:ea typeface="微软雅黑" panose="020B0503020204020204" charset="-122"/>
                <a:sym typeface="+mn-ea"/>
              </a:rPr>
              <a:t>①入库</a:t>
            </a:r>
            <a:endParaRPr lang="zh-CN" altLang="en-US" sz="1200" b="1" dirty="0" smtClean="0">
              <a:solidFill>
                <a:srgbClr val="2151D1"/>
              </a:solidFill>
              <a:latin typeface="微软雅黑" panose="020B0503020204020204" charset="-122"/>
              <a:ea typeface="微软雅黑" panose="020B0503020204020204" charset="-122"/>
              <a:sym typeface="+mn-ea"/>
            </a:endParaRPr>
          </a:p>
        </p:txBody>
      </p:sp>
      <p:sp>
        <p:nvSpPr>
          <p:cNvPr id="14" name="圆角矩形 240"/>
          <p:cNvSpPr/>
          <p:nvPr/>
        </p:nvSpPr>
        <p:spPr>
          <a:xfrm>
            <a:off x="4180205" y="3620135"/>
            <a:ext cx="2114550" cy="805815"/>
          </a:xfrm>
          <a:prstGeom prst="roundRect">
            <a:avLst>
              <a:gd name="adj" fmla="val 8218"/>
            </a:avLst>
          </a:prstGeom>
          <a:noFill/>
          <a:ln w="19050" cap="flat" cmpd="sng">
            <a:solidFill>
              <a:schemeClr val="accent1">
                <a:lumMod val="60000"/>
                <a:lumOff val="40000"/>
              </a:schemeClr>
            </a:solidFill>
            <a:prstDash val="solid"/>
            <a:miter/>
            <a:headEnd type="none" w="med" len="med"/>
            <a:tailEnd type="none" w="med" len="med"/>
          </a:ln>
        </p:spPr>
        <p:txBody>
          <a:bodyPr tIns="36000" anchor="t" anchorCtr="0"/>
          <a:p>
            <a:pPr algn="ctr"/>
            <a:endParaRPr lang="zh-CN" altLang="en-US" sz="1200" b="1" dirty="0">
              <a:solidFill>
                <a:srgbClr val="2151D1"/>
              </a:solidFill>
              <a:latin typeface="微软雅黑" panose="020B0503020204020204" charset="-122"/>
              <a:ea typeface="微软雅黑" panose="020B0503020204020204" charset="-122"/>
            </a:endParaRPr>
          </a:p>
        </p:txBody>
      </p:sp>
      <p:sp>
        <p:nvSpPr>
          <p:cNvPr id="15" name="矩形 571"/>
          <p:cNvSpPr/>
          <p:nvPr/>
        </p:nvSpPr>
        <p:spPr>
          <a:xfrm>
            <a:off x="422910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需求</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提报</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6" name="矩形 571"/>
          <p:cNvSpPr/>
          <p:nvPr/>
        </p:nvSpPr>
        <p:spPr>
          <a:xfrm>
            <a:off x="474027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智能</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匹配</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7" name="矩形 571"/>
          <p:cNvSpPr/>
          <p:nvPr/>
        </p:nvSpPr>
        <p:spPr>
          <a:xfrm>
            <a:off x="576453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费用</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结算</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8" name="矩形 571"/>
          <p:cNvSpPr/>
          <p:nvPr/>
        </p:nvSpPr>
        <p:spPr>
          <a:xfrm>
            <a:off x="525335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交付</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办结</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9" name="文本框 18"/>
          <p:cNvSpPr txBox="1"/>
          <p:nvPr/>
        </p:nvSpPr>
        <p:spPr>
          <a:xfrm>
            <a:off x="4679950" y="3517900"/>
            <a:ext cx="1043305" cy="230505"/>
          </a:xfrm>
          <a:prstGeom prst="rect">
            <a:avLst/>
          </a:prstGeom>
          <a:solidFill>
            <a:schemeClr val="bg1"/>
          </a:solidFill>
          <a:ln>
            <a:solidFill>
              <a:schemeClr val="bg1"/>
            </a:solidFill>
          </a:ln>
        </p:spPr>
        <p:txBody>
          <a:bodyPr wrap="square" rtlCol="0" anchor="t" anchorCtr="0">
            <a:noAutofit/>
          </a:bodyPr>
          <a:p>
            <a:pPr algn="ctr"/>
            <a:r>
              <a:rPr lang="zh-CN" altLang="en-US" sz="1200" b="1" dirty="0">
                <a:solidFill>
                  <a:srgbClr val="2151D1"/>
                </a:solidFill>
                <a:latin typeface="微软雅黑" panose="020B0503020204020204" charset="-122"/>
                <a:ea typeface="微软雅黑" panose="020B0503020204020204" charset="-122"/>
                <a:sym typeface="+mn-ea"/>
              </a:rPr>
              <a:t>②调用</a:t>
            </a:r>
            <a:endParaRPr lang="zh-CN" altLang="en-US" sz="1200" b="1" dirty="0">
              <a:solidFill>
                <a:srgbClr val="2151D1"/>
              </a:solidFill>
              <a:latin typeface="微软雅黑" panose="020B0503020204020204" charset="-122"/>
              <a:ea typeface="微软雅黑" panose="020B0503020204020204" charset="-122"/>
              <a:sym typeface="+mn-ea"/>
            </a:endParaRPr>
          </a:p>
        </p:txBody>
      </p:sp>
      <p:sp>
        <p:nvSpPr>
          <p:cNvPr id="20" name="圆角矩形 240"/>
          <p:cNvSpPr/>
          <p:nvPr/>
        </p:nvSpPr>
        <p:spPr>
          <a:xfrm>
            <a:off x="6453505" y="3620135"/>
            <a:ext cx="2114550" cy="805815"/>
          </a:xfrm>
          <a:prstGeom prst="roundRect">
            <a:avLst>
              <a:gd name="adj" fmla="val 8218"/>
            </a:avLst>
          </a:prstGeom>
          <a:noFill/>
          <a:ln w="19050" cap="flat" cmpd="sng">
            <a:solidFill>
              <a:schemeClr val="accent1">
                <a:lumMod val="60000"/>
                <a:lumOff val="40000"/>
              </a:schemeClr>
            </a:solidFill>
            <a:prstDash val="solid"/>
            <a:miter/>
            <a:headEnd type="none" w="med" len="med"/>
            <a:tailEnd type="none" w="med" len="med"/>
          </a:ln>
        </p:spPr>
        <p:txBody>
          <a:bodyPr tIns="36000" anchor="t" anchorCtr="0"/>
          <a:p>
            <a:pPr algn="ctr"/>
            <a:endParaRPr lang="zh-CN" altLang="en-US" sz="1200" b="1" dirty="0">
              <a:solidFill>
                <a:srgbClr val="2151D1"/>
              </a:solidFill>
              <a:latin typeface="微软雅黑" panose="020B0503020204020204" charset="-122"/>
              <a:ea typeface="微软雅黑" panose="020B0503020204020204" charset="-122"/>
            </a:endParaRPr>
          </a:p>
        </p:txBody>
      </p:sp>
      <p:sp>
        <p:nvSpPr>
          <p:cNvPr id="21" name="矩形 571"/>
          <p:cNvSpPr/>
          <p:nvPr/>
        </p:nvSpPr>
        <p:spPr>
          <a:xfrm>
            <a:off x="880872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信息</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更新</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2" name="矩形 571"/>
          <p:cNvSpPr/>
          <p:nvPr/>
        </p:nvSpPr>
        <p:spPr>
          <a:xfrm>
            <a:off x="931989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均衡</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轮换</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3" name="矩形 571"/>
          <p:cNvSpPr/>
          <p:nvPr/>
        </p:nvSpPr>
        <p:spPr>
          <a:xfrm>
            <a:off x="1034415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出库</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调整</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4" name="矩形 571"/>
          <p:cNvSpPr/>
          <p:nvPr/>
        </p:nvSpPr>
        <p:spPr>
          <a:xfrm>
            <a:off x="983297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服务</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支撑</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5" name="文本框 24"/>
          <p:cNvSpPr txBox="1"/>
          <p:nvPr/>
        </p:nvSpPr>
        <p:spPr>
          <a:xfrm>
            <a:off x="6953250" y="3517900"/>
            <a:ext cx="1043305" cy="230505"/>
          </a:xfrm>
          <a:prstGeom prst="rect">
            <a:avLst/>
          </a:prstGeom>
          <a:solidFill>
            <a:schemeClr val="bg1"/>
          </a:solidFill>
          <a:ln>
            <a:solidFill>
              <a:schemeClr val="bg1"/>
            </a:solidFill>
          </a:ln>
        </p:spPr>
        <p:txBody>
          <a:bodyPr wrap="square" rtlCol="0" anchor="t" anchorCtr="0">
            <a:noAutofit/>
          </a:bodyPr>
          <a:p>
            <a:pPr algn="ctr"/>
            <a:r>
              <a:rPr lang="zh-CN" altLang="en-US" sz="1200" b="1" dirty="0">
                <a:solidFill>
                  <a:srgbClr val="2151D1"/>
                </a:solidFill>
                <a:latin typeface="微软雅黑" panose="020B0503020204020204" charset="-122"/>
                <a:ea typeface="微软雅黑" panose="020B0503020204020204" charset="-122"/>
                <a:sym typeface="+mn-ea"/>
              </a:rPr>
              <a:t>③</a:t>
            </a:r>
            <a:r>
              <a:rPr lang="zh-CN" altLang="en-US" sz="1200" b="1" dirty="0">
                <a:solidFill>
                  <a:srgbClr val="2151D1"/>
                </a:solidFill>
                <a:latin typeface="微软雅黑" panose="020B0503020204020204" charset="-122"/>
                <a:ea typeface="微软雅黑" panose="020B0503020204020204" charset="-122"/>
                <a:sym typeface="+mn-ea"/>
              </a:rPr>
              <a:t>评价</a:t>
            </a:r>
            <a:endParaRPr lang="zh-CN" altLang="en-US" sz="1200" b="1" dirty="0">
              <a:solidFill>
                <a:srgbClr val="2151D1"/>
              </a:solidFill>
              <a:latin typeface="微软雅黑" panose="020B0503020204020204" charset="-122"/>
              <a:ea typeface="微软雅黑" panose="020B0503020204020204" charset="-122"/>
              <a:sym typeface="+mn-ea"/>
            </a:endParaRPr>
          </a:p>
        </p:txBody>
      </p:sp>
      <p:sp>
        <p:nvSpPr>
          <p:cNvPr id="26" name="圆角矩形 240"/>
          <p:cNvSpPr/>
          <p:nvPr/>
        </p:nvSpPr>
        <p:spPr>
          <a:xfrm>
            <a:off x="8743315" y="3620135"/>
            <a:ext cx="2114550" cy="805815"/>
          </a:xfrm>
          <a:prstGeom prst="roundRect">
            <a:avLst>
              <a:gd name="adj" fmla="val 8218"/>
            </a:avLst>
          </a:prstGeom>
          <a:noFill/>
          <a:ln w="19050" cap="flat" cmpd="sng">
            <a:solidFill>
              <a:schemeClr val="accent1">
                <a:lumMod val="60000"/>
                <a:lumOff val="40000"/>
              </a:schemeClr>
            </a:solidFill>
            <a:prstDash val="solid"/>
            <a:miter/>
            <a:headEnd type="none" w="med" len="med"/>
            <a:tailEnd type="none" w="med" len="med"/>
          </a:ln>
        </p:spPr>
        <p:txBody>
          <a:bodyPr tIns="36000" anchor="t" anchorCtr="0"/>
          <a:p>
            <a:pPr algn="ctr"/>
            <a:endParaRPr lang="zh-CN" altLang="en-US" sz="1200" b="1" dirty="0">
              <a:solidFill>
                <a:srgbClr val="2151D1"/>
              </a:solidFill>
              <a:latin typeface="微软雅黑" panose="020B0503020204020204" charset="-122"/>
              <a:ea typeface="微软雅黑" panose="020B0503020204020204" charset="-122"/>
            </a:endParaRPr>
          </a:p>
        </p:txBody>
      </p:sp>
      <p:sp>
        <p:nvSpPr>
          <p:cNvPr id="27" name="矩形 571"/>
          <p:cNvSpPr/>
          <p:nvPr/>
        </p:nvSpPr>
        <p:spPr>
          <a:xfrm>
            <a:off x="651510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履约</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评价</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8" name="矩形 571"/>
          <p:cNvSpPr/>
          <p:nvPr/>
        </p:nvSpPr>
        <p:spPr>
          <a:xfrm>
            <a:off x="702627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标签</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迭代</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9" name="矩形 571"/>
          <p:cNvSpPr/>
          <p:nvPr/>
        </p:nvSpPr>
        <p:spPr>
          <a:xfrm>
            <a:off x="8050530"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知识</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沉淀</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0" name="矩形 571"/>
          <p:cNvSpPr/>
          <p:nvPr/>
        </p:nvSpPr>
        <p:spPr>
          <a:xfrm>
            <a:off x="7539355" y="3790950"/>
            <a:ext cx="469900" cy="530860"/>
          </a:xfrm>
          <a:prstGeom prst="rect">
            <a:avLst/>
          </a:prstGeom>
          <a:solidFill>
            <a:srgbClr val="2151D1"/>
          </a:solidFill>
          <a:ln w="3175" cap="flat" cmpd="sng" algn="ctr">
            <a:noFill/>
            <a:prstDash val="solid"/>
            <a:round/>
            <a:headEnd type="none" w="med" len="med"/>
            <a:tailEnd type="none" w="med" len="med"/>
          </a:ln>
          <a:effectLst>
            <a:outerShdw blurRad="236505" dist="38100" dir="2700000" algn="tl" rotWithShape="0">
              <a:srgbClr val="152A8C">
                <a:lumMod val="60000"/>
                <a:lumOff val="40000"/>
                <a:alpha val="16000"/>
              </a:srgbClr>
            </a:outerShdw>
          </a:effectLst>
        </p:spPr>
        <p:txBody>
          <a:bodyPr lIns="0" rIns="0" anchor="ct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项目</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rPr>
              <a:t>校验</a:t>
            </a:r>
            <a:endParaRPr kumimoji="0" lang="zh-CN" altLang="en-US" sz="1000" b="1" i="0" u="none" strike="noStrike" kern="0" cap="none" spc="0" normalizeH="0" baseline="0" noProof="1">
              <a:ln>
                <a:noFill/>
              </a:ln>
              <a:solidFill>
                <a:srgbClr val="FFFFFF"/>
              </a:solidFill>
              <a:effectLst/>
              <a:uLnTx/>
              <a:uFillTx/>
              <a:latin typeface="微软雅黑" panose="020B0503020204020204" charset="-122"/>
              <a:ea typeface="微软雅黑" panose="020B0503020204020204" charset="-122"/>
              <a:cs typeface="+mn-cs"/>
            </a:endParaRPr>
          </a:p>
        </p:txBody>
      </p:sp>
      <p:sp>
        <p:nvSpPr>
          <p:cNvPr id="31" name="文本框 30"/>
          <p:cNvSpPr txBox="1"/>
          <p:nvPr/>
        </p:nvSpPr>
        <p:spPr>
          <a:xfrm>
            <a:off x="9243060" y="3517900"/>
            <a:ext cx="1043305" cy="230505"/>
          </a:xfrm>
          <a:prstGeom prst="rect">
            <a:avLst/>
          </a:prstGeom>
          <a:solidFill>
            <a:schemeClr val="bg1"/>
          </a:solidFill>
          <a:ln>
            <a:solidFill>
              <a:schemeClr val="bg1"/>
            </a:solidFill>
          </a:ln>
        </p:spPr>
        <p:txBody>
          <a:bodyPr wrap="square" rtlCol="0" anchor="t" anchorCtr="0">
            <a:noAutofit/>
          </a:bodyPr>
          <a:p>
            <a:pPr algn="ctr"/>
            <a:r>
              <a:rPr lang="zh-CN" altLang="en-US" sz="1200" b="1" dirty="0">
                <a:solidFill>
                  <a:srgbClr val="2151D1"/>
                </a:solidFill>
                <a:latin typeface="微软雅黑" panose="020B0503020204020204" charset="-122"/>
                <a:ea typeface="微软雅黑" panose="020B0503020204020204" charset="-122"/>
                <a:sym typeface="+mn-ea"/>
              </a:rPr>
              <a:t>④</a:t>
            </a:r>
            <a:r>
              <a:rPr lang="zh-CN" altLang="en-US" sz="1200" b="1" dirty="0">
                <a:solidFill>
                  <a:srgbClr val="2151D1"/>
                </a:solidFill>
                <a:latin typeface="微软雅黑" panose="020B0503020204020204" charset="-122"/>
                <a:ea typeface="微软雅黑" panose="020B0503020204020204" charset="-122"/>
                <a:sym typeface="+mn-ea"/>
              </a:rPr>
              <a:t>管理</a:t>
            </a:r>
            <a:endParaRPr lang="zh-CN" altLang="en-US" sz="1200" b="1" dirty="0">
              <a:solidFill>
                <a:srgbClr val="2151D1"/>
              </a:solidFill>
              <a:latin typeface="微软雅黑" panose="020B0503020204020204" charset="-122"/>
              <a:ea typeface="微软雅黑" panose="020B0503020204020204" charset="-122"/>
              <a:sym typeface="+mn-ea"/>
            </a:endParaRPr>
          </a:p>
        </p:txBody>
      </p:sp>
      <p:cxnSp>
        <p:nvCxnSpPr>
          <p:cNvPr id="32" name="直接箭头连接符 31"/>
          <p:cNvCxnSpPr/>
          <p:nvPr/>
        </p:nvCxnSpPr>
        <p:spPr bwMode="auto">
          <a:xfrm>
            <a:off x="4040373" y="4023295"/>
            <a:ext cx="139700" cy="0"/>
          </a:xfrm>
          <a:prstGeom prst="straightConnector1">
            <a:avLst/>
          </a:prstGeom>
          <a:ln w="12700">
            <a:solidFill>
              <a:schemeClr val="bg1">
                <a:lumMod val="50000"/>
              </a:schemeClr>
            </a:solidFill>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4" name="直接箭头连接符 33"/>
          <p:cNvCxnSpPr/>
          <p:nvPr/>
        </p:nvCxnSpPr>
        <p:spPr bwMode="auto">
          <a:xfrm>
            <a:off x="6294623" y="4023295"/>
            <a:ext cx="139700" cy="0"/>
          </a:xfrm>
          <a:prstGeom prst="straightConnector1">
            <a:avLst/>
          </a:prstGeom>
          <a:ln w="12700">
            <a:solidFill>
              <a:schemeClr val="bg1">
                <a:lumMod val="50000"/>
              </a:schemeClr>
            </a:solidFill>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5" name="直接箭头连接符 34"/>
          <p:cNvCxnSpPr>
            <a:endCxn id="26" idx="1"/>
          </p:cNvCxnSpPr>
          <p:nvPr/>
        </p:nvCxnSpPr>
        <p:spPr bwMode="auto">
          <a:xfrm>
            <a:off x="8567923" y="4023295"/>
            <a:ext cx="175260" cy="0"/>
          </a:xfrm>
          <a:prstGeom prst="straightConnector1">
            <a:avLst/>
          </a:prstGeom>
          <a:ln w="12700">
            <a:solidFill>
              <a:schemeClr val="bg1">
                <a:lumMod val="50000"/>
              </a:schemeClr>
            </a:solidFill>
            <a:headEnd type="none" w="med" len="med"/>
            <a:tailEnd type="triangle"/>
          </a:ln>
        </p:spPr>
        <p:style>
          <a:lnRef idx="1">
            <a:schemeClr val="accent6"/>
          </a:lnRef>
          <a:fillRef idx="0">
            <a:schemeClr val="accent6"/>
          </a:fillRef>
          <a:effectRef idx="0">
            <a:schemeClr val="accent6"/>
          </a:effectRef>
          <a:fontRef idx="minor">
            <a:schemeClr val="tx1"/>
          </a:fontRef>
        </p:style>
      </p:cxnSp>
      <p:cxnSp>
        <p:nvCxnSpPr>
          <p:cNvPr id="37" name="肘形连接符 36"/>
          <p:cNvCxnSpPr/>
          <p:nvPr/>
        </p:nvCxnSpPr>
        <p:spPr bwMode="auto">
          <a:xfrm flipH="1">
            <a:off x="1925955" y="4023360"/>
            <a:ext cx="8931910" cy="3175"/>
          </a:xfrm>
          <a:prstGeom prst="bentConnector5">
            <a:avLst>
              <a:gd name="adj1" fmla="val -959"/>
              <a:gd name="adj2" fmla="val 15260000"/>
              <a:gd name="adj3" fmla="val 101428"/>
            </a:avLst>
          </a:prstGeom>
          <a:ln w="12700">
            <a:solidFill>
              <a:schemeClr val="bg1">
                <a:lumMod val="50000"/>
              </a:schemeClr>
            </a:solidFill>
            <a:headEnd type="none" w="med" len="med"/>
            <a:tailEnd type="triangle"/>
          </a:ln>
        </p:spPr>
        <p:style>
          <a:lnRef idx="1">
            <a:schemeClr val="accent6"/>
          </a:lnRef>
          <a:fillRef idx="0">
            <a:schemeClr val="accent6"/>
          </a:fillRef>
          <a:effectRef idx="0">
            <a:schemeClr val="accent6"/>
          </a:effectRef>
          <a:fontRef idx="minor">
            <a:schemeClr val="tx1"/>
          </a:fontRef>
        </p:style>
      </p:cxnSp>
      <p:sp>
        <p:nvSpPr>
          <p:cNvPr id="66" name="圆角矩形 200"/>
          <p:cNvSpPr/>
          <p:nvPr/>
        </p:nvSpPr>
        <p:spPr>
          <a:xfrm>
            <a:off x="4157345" y="4726940"/>
            <a:ext cx="2211070" cy="674370"/>
          </a:xfrm>
          <a:prstGeom prst="roundRect">
            <a:avLst>
              <a:gd name="adj" fmla="val 8218"/>
            </a:avLst>
          </a:prstGeom>
          <a:noFill/>
          <a:ln w="19050" cap="flat" cmpd="sng">
            <a:solidFill>
              <a:srgbClr val="2151D1"/>
            </a:solidFill>
            <a:prstDash val="solid"/>
            <a:miter/>
            <a:headEnd type="none" w="med" len="med"/>
            <a:tailEnd type="none" w="med" len="med"/>
          </a:ln>
        </p:spPr>
        <p:txBody>
          <a:bodyPr tIns="36000" anchor="t" anchorCtr="0"/>
          <a:p>
            <a:pPr algn="ctr"/>
            <a:endParaRPr lang="zh-CN" altLang="en-US" sz="800" b="1" i="1" dirty="0">
              <a:solidFill>
                <a:srgbClr val="2151D1"/>
              </a:solidFill>
              <a:latin typeface="微软雅黑" panose="020B0503020204020204" charset="-122"/>
              <a:ea typeface="微软雅黑" panose="020B0503020204020204" charset="-122"/>
            </a:endParaRPr>
          </a:p>
        </p:txBody>
      </p:sp>
      <p:sp>
        <p:nvSpPr>
          <p:cNvPr id="101" name="圆角矩形 200"/>
          <p:cNvSpPr/>
          <p:nvPr/>
        </p:nvSpPr>
        <p:spPr>
          <a:xfrm>
            <a:off x="6453505" y="4732020"/>
            <a:ext cx="2296160" cy="674370"/>
          </a:xfrm>
          <a:prstGeom prst="roundRect">
            <a:avLst>
              <a:gd name="adj" fmla="val 8218"/>
            </a:avLst>
          </a:prstGeom>
          <a:noFill/>
          <a:ln w="19050" cap="flat" cmpd="sng">
            <a:solidFill>
              <a:srgbClr val="2151D1"/>
            </a:solidFill>
            <a:prstDash val="solid"/>
            <a:miter/>
            <a:headEnd type="none" w="med" len="med"/>
            <a:tailEnd type="none" w="med" len="med"/>
          </a:ln>
        </p:spPr>
        <p:txBody>
          <a:bodyPr tIns="36000" anchor="t" anchorCtr="0"/>
          <a:p>
            <a:pPr algn="ctr"/>
            <a:endParaRPr lang="zh-CN" altLang="en-US" sz="800" b="1" i="1" dirty="0">
              <a:solidFill>
                <a:srgbClr val="2151D1"/>
              </a:solidFill>
              <a:latin typeface="微软雅黑" panose="020B0503020204020204" charset="-122"/>
              <a:ea typeface="微软雅黑" panose="020B0503020204020204" charset="-122"/>
            </a:endParaRPr>
          </a:p>
        </p:txBody>
      </p:sp>
      <p:sp>
        <p:nvSpPr>
          <p:cNvPr id="108" name="圆角矩形 200"/>
          <p:cNvSpPr/>
          <p:nvPr/>
        </p:nvSpPr>
        <p:spPr>
          <a:xfrm>
            <a:off x="8837295" y="4732020"/>
            <a:ext cx="2228850" cy="674370"/>
          </a:xfrm>
          <a:prstGeom prst="roundRect">
            <a:avLst>
              <a:gd name="adj" fmla="val 8218"/>
            </a:avLst>
          </a:prstGeom>
          <a:noFill/>
          <a:ln w="19050" cap="flat" cmpd="sng">
            <a:solidFill>
              <a:srgbClr val="2151D1"/>
            </a:solidFill>
            <a:prstDash val="solid"/>
            <a:miter/>
            <a:headEnd type="none" w="med" len="med"/>
            <a:tailEnd type="none" w="med" len="med"/>
          </a:ln>
        </p:spPr>
        <p:txBody>
          <a:bodyPr tIns="36000" anchor="t" anchorCtr="0"/>
          <a:p>
            <a:pPr algn="ctr"/>
            <a:endParaRPr lang="zh-CN" altLang="en-US" sz="800" b="1" i="1" dirty="0">
              <a:solidFill>
                <a:srgbClr val="2151D1"/>
              </a:solidFill>
              <a:latin typeface="微软雅黑" panose="020B0503020204020204" charset="-122"/>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5"/>
          <p:cNvSpPr txBox="1"/>
          <p:nvPr/>
        </p:nvSpPr>
        <p:spPr>
          <a:xfrm>
            <a:off x="536077" y="380846"/>
            <a:ext cx="10367010" cy="509905"/>
          </a:xfrm>
          <a:prstGeom prst="rect">
            <a:avLst/>
          </a:prstGeom>
        </p:spPr>
        <p:txBody>
          <a:bodyPr lIns="81750" tIns="40874" rIns="81750" bIns="40874"/>
          <a:lstStyle>
            <a:lvl1pPr algn="l" defTabSz="844550" rtl="0" eaLnBrk="1" fontAlgn="base" hangingPunct="1">
              <a:spcBef>
                <a:spcPct val="0"/>
              </a:spcBef>
              <a:spcAft>
                <a:spcPct val="0"/>
              </a:spcAft>
              <a:defRPr lang="zh-CN" altLang="en-US" sz="2400" b="1" kern="1200">
                <a:solidFill>
                  <a:srgbClr val="152A8C"/>
                </a:solidFill>
                <a:latin typeface="微软雅黑" panose="020B0503020204020204" charset="-122"/>
                <a:ea typeface="微软雅黑" panose="020B0503020204020204" charset="-122"/>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a:lstStyle>
          <a:p>
            <a:r>
              <a:rPr lang="zh-CN" altLang="en-US" smtClean="0"/>
              <a:t>目  录</a:t>
            </a:r>
            <a:endParaRPr lang="zh-CN" altLang="en-US" dirty="0"/>
          </a:p>
        </p:txBody>
      </p:sp>
      <p:sp>
        <p:nvSpPr>
          <p:cNvPr id="10" name="矩形 8"/>
          <p:cNvSpPr>
            <a:spLocks noChangeArrowheads="1"/>
          </p:cNvSpPr>
          <p:nvPr/>
        </p:nvSpPr>
        <p:spPr bwMode="auto">
          <a:xfrm>
            <a:off x="3282658" y="2087850"/>
            <a:ext cx="6205855" cy="621665"/>
          </a:xfrm>
          <a:prstGeom prst="rect">
            <a:avLst/>
          </a:prstGeom>
          <a:solidFill>
            <a:schemeClr val="bg1"/>
          </a:solidFill>
          <a:ln w="19050">
            <a:solidFill>
              <a:schemeClr val="bg1">
                <a:lumMod val="75000"/>
              </a:schemeClr>
            </a:solidFill>
            <a:miter lim="800000"/>
          </a:ln>
        </p:spPr>
        <p:txBody>
          <a:bodyPr anchor="ctr">
            <a:noAutofit/>
          </a:bodyPr>
          <a:lstStyle/>
          <a:p>
            <a:pPr lvl="0" algn="l" eaLnBrk="0" fontAlgn="base" hangingPunct="0">
              <a:buClrTx/>
              <a:buSzTx/>
              <a:buFontTx/>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建设</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背景</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15" name="矩形 41"/>
          <p:cNvSpPr>
            <a:spLocks noChangeArrowheads="1"/>
          </p:cNvSpPr>
          <p:nvPr/>
        </p:nvSpPr>
        <p:spPr bwMode="auto">
          <a:xfrm>
            <a:off x="2633689" y="2088484"/>
            <a:ext cx="600075" cy="615950"/>
          </a:xfrm>
          <a:prstGeom prst="rect">
            <a:avLst/>
          </a:prstGeom>
          <a:solidFill>
            <a:schemeClr val="bg1">
              <a:lumMod val="75000"/>
            </a:schemeClr>
          </a:solidFill>
          <a:ln>
            <a:noFill/>
          </a:ln>
        </p:spPr>
        <p:txBody>
          <a:bodyPr anchor="ctr">
            <a:noAutofit/>
          </a:bodyPr>
          <a:lstStyle/>
          <a:p>
            <a:pPr lvl="0" algn="ctr" eaLnBrk="0" fontAlgn="base" hangingPunct="0">
              <a:buClrTx/>
              <a:buSzTx/>
              <a:buFontTx/>
              <a:defRPr/>
            </a:pPr>
            <a:r>
              <a:rPr lang="zh-CN" altLang="en-US" sz="2000" b="1" noProof="0" dirty="0" smtClean="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rPr>
              <a:t>一</a:t>
            </a:r>
            <a:endParaRPr lang="zh-CN" altLang="en-US" sz="2000" b="1" noProof="0" dirty="0" smtClean="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6" name="矩形 41"/>
          <p:cNvSpPr>
            <a:spLocks noChangeArrowheads="1"/>
          </p:cNvSpPr>
          <p:nvPr/>
        </p:nvSpPr>
        <p:spPr bwMode="auto">
          <a:xfrm>
            <a:off x="2633689" y="2913362"/>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二</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7" name="矩形 8"/>
          <p:cNvSpPr>
            <a:spLocks noChangeArrowheads="1"/>
          </p:cNvSpPr>
          <p:nvPr/>
        </p:nvSpPr>
        <p:spPr bwMode="auto">
          <a:xfrm>
            <a:off x="3282658" y="2913363"/>
            <a:ext cx="6205855" cy="621665"/>
          </a:xfrm>
          <a:prstGeom prst="rect">
            <a:avLst/>
          </a:prstGeom>
          <a:solidFill>
            <a:schemeClr val="bg1"/>
          </a:solidFill>
          <a:ln w="19050">
            <a:solidFill>
              <a:schemeClr val="bg1">
                <a:lumMod val="75000"/>
              </a:schemeClr>
            </a:solidFill>
            <a:miter lim="800000"/>
          </a:ln>
        </p:spPr>
        <p:txBody>
          <a:bodyPr anchor="ctr">
            <a:noAutofit/>
          </a:bodyPr>
          <a:lstStyle/>
          <a:p>
            <a:pPr lvl="0" algn="l" eaLnBrk="0" fontAlgn="base" hangingPunct="0">
              <a:buClrTx/>
              <a:buSzTx/>
              <a:buFontTx/>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行业</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对标</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18" name="矩形 41"/>
          <p:cNvSpPr>
            <a:spLocks noChangeArrowheads="1"/>
          </p:cNvSpPr>
          <p:nvPr/>
        </p:nvSpPr>
        <p:spPr bwMode="auto">
          <a:xfrm>
            <a:off x="2633689" y="3738227"/>
            <a:ext cx="600075" cy="615950"/>
          </a:xfrm>
          <a:prstGeom prst="rect">
            <a:avLst/>
          </a:prstGeom>
          <a:solidFill>
            <a:srgbClr val="152A8C"/>
          </a:solidFill>
          <a:ln>
            <a:noFill/>
          </a:ln>
        </p:spPr>
        <p:txBody>
          <a:bodyPr anchor="ctr">
            <a:noAutofit/>
          </a:bodyPr>
          <a:lstStyle/>
          <a:p>
            <a:pPr lvl="0" algn="ctr" eaLnBrk="0" fontAlgn="base" hangingPunct="0">
              <a:buClrTx/>
              <a:buSzTx/>
              <a:buFontTx/>
            </a:pPr>
            <a:r>
              <a:rPr lang="zh-CN" altLang="en-US" sz="2000" b="1" dirty="0">
                <a:solidFill>
                  <a:srgbClr val="FFFFFF"/>
                </a:solidFill>
                <a:latin typeface="微软雅黑" panose="020B0503020204020204" charset="-122"/>
                <a:ea typeface="微软雅黑" panose="020B0503020204020204" charset="-122"/>
                <a:sym typeface="微软雅黑" panose="020B0503020204020204" charset="-122"/>
              </a:rPr>
              <a:t>三</a:t>
            </a:r>
            <a:endParaRPr lang="zh-CN" altLang="en-US" sz="2000" b="1"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19" name="矩形 41"/>
          <p:cNvSpPr>
            <a:spLocks noChangeArrowheads="1"/>
          </p:cNvSpPr>
          <p:nvPr/>
        </p:nvSpPr>
        <p:spPr bwMode="auto">
          <a:xfrm>
            <a:off x="2633689" y="4563092"/>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四</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20" name="矩形 8"/>
          <p:cNvSpPr>
            <a:spLocks noChangeArrowheads="1"/>
          </p:cNvSpPr>
          <p:nvPr/>
        </p:nvSpPr>
        <p:spPr bwMode="auto">
          <a:xfrm>
            <a:off x="3282658" y="3738228"/>
            <a:ext cx="6205855" cy="621665"/>
          </a:xfrm>
          <a:prstGeom prst="rect">
            <a:avLst/>
          </a:prstGeom>
          <a:solidFill>
            <a:schemeClr val="bg1"/>
          </a:solidFill>
          <a:ln w="19050">
            <a:solidFill>
              <a:srgbClr val="152A8C"/>
            </a:solidFill>
            <a:miter lim="800000"/>
          </a:ln>
        </p:spPr>
        <p:txBody>
          <a:bodyPr anchor="ctr">
            <a:noAutofit/>
          </a:bodyPr>
          <a:lstStyle/>
          <a:p>
            <a:pPr lvl="0" algn="l" eaLnBrk="0" fontAlgn="base" hangingPunct="0">
              <a:buClrTx/>
              <a:buSzTx/>
              <a:buFontTx/>
            </a:pPr>
            <a:r>
              <a:rPr lang="zh-CN" altLang="en-US" sz="2000" b="1" dirty="0">
                <a:solidFill>
                  <a:srgbClr val="152A8C"/>
                </a:solidFill>
                <a:latin typeface="微软雅黑" panose="020B0503020204020204" charset="-122"/>
                <a:ea typeface="微软雅黑" panose="020B0503020204020204" charset="-122"/>
                <a:sym typeface="微软雅黑" panose="020B0503020204020204" charset="-122"/>
              </a:rPr>
              <a:t>核心</a:t>
            </a:r>
            <a:r>
              <a:rPr lang="zh-CN" altLang="en-US" sz="2000" b="1" dirty="0">
                <a:solidFill>
                  <a:srgbClr val="152A8C"/>
                </a:solidFill>
                <a:latin typeface="微软雅黑" panose="020B0503020204020204" charset="-122"/>
                <a:ea typeface="微软雅黑" panose="020B0503020204020204" charset="-122"/>
                <a:sym typeface="微软雅黑" panose="020B0503020204020204" charset="-122"/>
              </a:rPr>
              <a:t>方案</a:t>
            </a:r>
            <a:endParaRPr lang="zh-CN" altLang="en-US" sz="2000" b="1" dirty="0">
              <a:solidFill>
                <a:srgbClr val="152A8C"/>
              </a:solidFill>
              <a:latin typeface="微软雅黑" panose="020B0503020204020204" charset="-122"/>
              <a:ea typeface="微软雅黑" panose="020B0503020204020204" charset="-122"/>
              <a:sym typeface="微软雅黑" panose="020B0503020204020204" charset="-122"/>
            </a:endParaRPr>
          </a:p>
        </p:txBody>
      </p:sp>
      <p:sp>
        <p:nvSpPr>
          <p:cNvPr id="21" name="矩形 8"/>
          <p:cNvSpPr>
            <a:spLocks noChangeArrowheads="1"/>
          </p:cNvSpPr>
          <p:nvPr/>
        </p:nvSpPr>
        <p:spPr bwMode="auto">
          <a:xfrm>
            <a:off x="3282658" y="4563093"/>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工作计划</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p:sp>
        <p:nvSpPr>
          <p:cNvPr id="241665" name="文本框 102"/>
          <p:cNvSpPr txBox="1"/>
          <p:nvPr/>
        </p:nvSpPr>
        <p:spPr>
          <a:xfrm>
            <a:off x="462280" y="862330"/>
            <a:ext cx="11078210" cy="527050"/>
          </a:xfrm>
          <a:prstGeom prst="rect">
            <a:avLst/>
          </a:prstGeom>
          <a:noFill/>
          <a:ln w="9525">
            <a:noFill/>
          </a:ln>
        </p:spPr>
        <p:txBody>
          <a:bodyPr anchor="t" anchorCtr="0"/>
          <a:p>
            <a:pPr marL="342900" indent="-342900">
              <a:lnSpc>
                <a:spcPct val="11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sym typeface="+mn-ea"/>
              </a:rPr>
              <a:t>建立分类推荐、发起邀约、信息采集、完成入库等标准化专家入库流程，充分运用</a:t>
            </a:r>
            <a:r>
              <a:rPr lang="en-US" altLang="zh-CN" sz="1600" b="1" dirty="0">
                <a:solidFill>
                  <a:srgbClr val="152A8C"/>
                </a:solidFill>
                <a:latin typeface="微软雅黑" panose="020B0503020204020204" charset="-122"/>
                <a:ea typeface="微软雅黑" panose="020B0503020204020204" charset="-122"/>
                <a:sym typeface="+mn-ea"/>
              </a:rPr>
              <a:t>AI</a:t>
            </a:r>
            <a:r>
              <a:rPr lang="zh-CN" altLang="en-US" sz="1600" b="1" dirty="0">
                <a:solidFill>
                  <a:srgbClr val="152A8C"/>
                </a:solidFill>
                <a:latin typeface="微软雅黑" panose="020B0503020204020204" charset="-122"/>
                <a:ea typeface="微软雅黑" panose="020B0503020204020204" charset="-122"/>
                <a:sym typeface="+mn-ea"/>
              </a:rPr>
              <a:t>对基础信息进行审核</a:t>
            </a:r>
            <a:r>
              <a:rPr lang="zh-CN" altLang="en-US" sz="1600" b="1" dirty="0">
                <a:solidFill>
                  <a:srgbClr val="152A8C"/>
                </a:solidFill>
                <a:latin typeface="微软雅黑" panose="020B0503020204020204" charset="-122"/>
                <a:ea typeface="微软雅黑" panose="020B0503020204020204" charset="-122"/>
                <a:sym typeface="+mn-ea"/>
              </a:rPr>
              <a:t>把关</a:t>
            </a:r>
            <a:endParaRPr lang="zh-CN" altLang="en-US" sz="1600" b="1" dirty="0">
              <a:solidFill>
                <a:srgbClr val="152A8C"/>
              </a:solidFill>
              <a:latin typeface="微软雅黑" panose="020B0503020204020204" charset="-122"/>
              <a:ea typeface="微软雅黑" panose="020B0503020204020204" charset="-122"/>
              <a:sym typeface="+mn-ea"/>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sym typeface="+mn-ea"/>
              </a:rPr>
              <a:t>四、核心方案</a:t>
            </a:r>
            <a:r>
              <a:rPr lang="en-US" altLang="zh-CN" sz="2400" b="1" dirty="0">
                <a:solidFill>
                  <a:srgbClr val="152A8C"/>
                </a:solidFill>
                <a:latin typeface="微软雅黑" panose="020B0503020204020204" charset="-122"/>
                <a:ea typeface="微软雅黑" panose="020B0503020204020204" charset="-122"/>
                <a:sym typeface="+mn-ea"/>
              </a:rPr>
              <a:t>-</a:t>
            </a:r>
            <a:r>
              <a:rPr lang="zh-CN" altLang="en-US" sz="1800" b="1" dirty="0">
                <a:solidFill>
                  <a:srgbClr val="152A8C"/>
                </a:solidFill>
                <a:latin typeface="微软雅黑" panose="020B0503020204020204" charset="-122"/>
                <a:ea typeface="微软雅黑" panose="020B0503020204020204" charset="-122"/>
                <a:sym typeface="+mn-ea"/>
              </a:rPr>
              <a:t>①</a:t>
            </a:r>
            <a:r>
              <a:rPr lang="zh-CN" altLang="en-US" b="1" dirty="0">
                <a:solidFill>
                  <a:srgbClr val="152A8C"/>
                </a:solidFill>
                <a:latin typeface="微软雅黑" panose="020B0503020204020204" charset="-122"/>
                <a:ea typeface="微软雅黑" panose="020B0503020204020204" charset="-122"/>
                <a:sym typeface="+mn-ea"/>
              </a:rPr>
              <a:t>入库</a:t>
            </a:r>
            <a:endParaRPr lang="zh-CN" altLang="en-US" b="1" dirty="0">
              <a:solidFill>
                <a:srgbClr val="152A8C"/>
              </a:solidFill>
              <a:latin typeface="微软雅黑" panose="020B0503020204020204" charset="-122"/>
              <a:ea typeface="微软雅黑" panose="020B0503020204020204" charset="-122"/>
              <a:sym typeface="+mn-ea"/>
            </a:endParaRPr>
          </a:p>
        </p:txBody>
      </p:sp>
      <p:sp>
        <p:nvSpPr>
          <p:cNvPr id="136" name="文本框 135"/>
          <p:cNvSpPr txBox="1"/>
          <p:nvPr/>
        </p:nvSpPr>
        <p:spPr>
          <a:xfrm>
            <a:off x="7393305" y="7204710"/>
            <a:ext cx="2501265" cy="244475"/>
          </a:xfrm>
          <a:prstGeom prst="rect">
            <a:avLst/>
          </a:prstGeom>
          <a:noFill/>
        </p:spPr>
        <p:txBody>
          <a:bodyPr wrap="square" rtlCol="0" anchor="t" anchorCtr="0">
            <a:noAutofit/>
          </a:bodyPr>
          <a:p>
            <a:pPr algn="l">
              <a:buClrTx/>
              <a:buSzTx/>
              <a:buFontTx/>
            </a:pPr>
            <a:endParaRPr lang="zh-CN" altLang="en-US" sz="1000" b="1" i="1" u="sng">
              <a:solidFill>
                <a:schemeClr val="tx2">
                  <a:lumMod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37" name="矩形 136"/>
          <p:cNvSpPr/>
          <p:nvPr/>
        </p:nvSpPr>
        <p:spPr>
          <a:xfrm>
            <a:off x="539115" y="1640840"/>
            <a:ext cx="2750185" cy="4860925"/>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38" name="文本框 137"/>
          <p:cNvSpPr txBox="1"/>
          <p:nvPr/>
        </p:nvSpPr>
        <p:spPr>
          <a:xfrm>
            <a:off x="1623695" y="1503045"/>
            <a:ext cx="680720" cy="351790"/>
          </a:xfrm>
          <a:prstGeom prst="rect">
            <a:avLst/>
          </a:prstGeom>
          <a:solidFill>
            <a:schemeClr val="bg1"/>
          </a:solidFill>
        </p:spPr>
        <p:txBody>
          <a:bodyPr wrap="square">
            <a:no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输入</a:t>
            </a:r>
            <a:endParaRPr lang="zh-CN" altLang="en-US" sz="1400" b="1" dirty="0">
              <a:solidFill>
                <a:srgbClr val="C00000"/>
              </a:solidFill>
              <a:latin typeface="+mj-ea"/>
              <a:ea typeface="+mj-ea"/>
            </a:endParaRPr>
          </a:p>
        </p:txBody>
      </p:sp>
      <p:sp>
        <p:nvSpPr>
          <p:cNvPr id="139" name="矩形 138"/>
          <p:cNvSpPr/>
          <p:nvPr/>
        </p:nvSpPr>
        <p:spPr>
          <a:xfrm>
            <a:off x="10233025" y="1635125"/>
            <a:ext cx="969010" cy="486918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40" name="文本框 139"/>
          <p:cNvSpPr txBox="1"/>
          <p:nvPr/>
        </p:nvSpPr>
        <p:spPr>
          <a:xfrm>
            <a:off x="10336530" y="1490345"/>
            <a:ext cx="600710" cy="351790"/>
          </a:xfrm>
          <a:prstGeom prst="rect">
            <a:avLst/>
          </a:prstGeom>
          <a:solidFill>
            <a:schemeClr val="bg1"/>
          </a:solidFill>
        </p:spPr>
        <p:txBody>
          <a:bodyPr wrap="square">
            <a:no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输出</a:t>
            </a:r>
            <a:endParaRPr lang="zh-CN" altLang="en-US" sz="1400" b="1" dirty="0">
              <a:solidFill>
                <a:srgbClr val="C00000"/>
              </a:solidFill>
              <a:latin typeface="+mj-ea"/>
              <a:ea typeface="+mj-ea"/>
            </a:endParaRPr>
          </a:p>
        </p:txBody>
      </p:sp>
      <p:sp>
        <p:nvSpPr>
          <p:cNvPr id="141" name="文本框 140"/>
          <p:cNvSpPr txBox="1"/>
          <p:nvPr/>
        </p:nvSpPr>
        <p:spPr>
          <a:xfrm>
            <a:off x="10146030" y="2636520"/>
            <a:ext cx="1077595" cy="457200"/>
          </a:xfrm>
          <a:prstGeom prst="rect">
            <a:avLst/>
          </a:prstGeom>
          <a:noFill/>
        </p:spPr>
        <p:txBody>
          <a:bodyPr wrap="square">
            <a:noAutofit/>
          </a:bodyPr>
          <a:lstStyle/>
          <a:p>
            <a:pPr indent="0" algn="ctr">
              <a:lnSpc>
                <a:spcPct val="100000"/>
              </a:lnSpc>
              <a:buClr>
                <a:srgbClr val="000000"/>
              </a:buClr>
              <a:buFont typeface="Arial" panose="020B0604020202020204" pitchFamily="34" charset="0"/>
              <a:buNone/>
            </a:pPr>
            <a:r>
              <a:rPr lang="zh-CN" altLang="en-US" sz="1200" b="1" dirty="0">
                <a:solidFill>
                  <a:srgbClr val="000000"/>
                </a:solidFill>
                <a:latin typeface="+mj-ea"/>
                <a:ea typeface="+mj-ea"/>
              </a:rPr>
              <a:t>《人才信息表》</a:t>
            </a:r>
            <a:endParaRPr lang="zh-CN" altLang="en-US" sz="1200" b="1" dirty="0">
              <a:solidFill>
                <a:srgbClr val="000000"/>
              </a:solidFill>
              <a:latin typeface="+mj-ea"/>
              <a:ea typeface="+mj-ea"/>
            </a:endParaRPr>
          </a:p>
        </p:txBody>
      </p:sp>
      <p:sp>
        <p:nvSpPr>
          <p:cNvPr id="142" name="Rounded Rectangle 69"/>
          <p:cNvSpPr/>
          <p:nvPr/>
        </p:nvSpPr>
        <p:spPr>
          <a:xfrm>
            <a:off x="11463655" y="3055620"/>
            <a:ext cx="549910" cy="608965"/>
          </a:xfrm>
          <a:prstGeom prst="rect">
            <a:avLst/>
          </a:prstGeom>
          <a:solidFill>
            <a:schemeClr val="bg1">
              <a:lumMod val="85000"/>
            </a:schemeClr>
          </a:solidFill>
          <a:ln w="9525">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200" b="1" kern="0" dirty="0">
                <a:solidFill>
                  <a:srgbClr val="152A8C"/>
                </a:solidFill>
                <a:latin typeface="微软雅黑" panose="020B0503020204020204" charset="-122"/>
                <a:ea typeface="微软雅黑" panose="020B0503020204020204" charset="-122"/>
                <a:sym typeface="+mn-ea"/>
              </a:rPr>
              <a:t>专家调用</a:t>
            </a:r>
            <a:endParaRPr lang="zh-CN" altLang="en-US" sz="1200" b="1" kern="0" dirty="0">
              <a:solidFill>
                <a:srgbClr val="152A8C"/>
              </a:solidFill>
              <a:latin typeface="微软雅黑" panose="020B0503020204020204" charset="-122"/>
              <a:ea typeface="微软雅黑" panose="020B0503020204020204" charset="-122"/>
              <a:sym typeface="+mn-ea"/>
            </a:endParaRPr>
          </a:p>
        </p:txBody>
      </p:sp>
      <p:sp>
        <p:nvSpPr>
          <p:cNvPr id="144" name="右箭头 143"/>
          <p:cNvSpPr/>
          <p:nvPr/>
        </p:nvSpPr>
        <p:spPr>
          <a:xfrm>
            <a:off x="11322050" y="3202305"/>
            <a:ext cx="186055" cy="2971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46" name="文本框 145"/>
          <p:cNvSpPr txBox="1"/>
          <p:nvPr/>
        </p:nvSpPr>
        <p:spPr>
          <a:xfrm>
            <a:off x="650875" y="2514600"/>
            <a:ext cx="2546985" cy="692785"/>
          </a:xfrm>
          <a:prstGeom prst="rect">
            <a:avLst/>
          </a:prstGeom>
          <a:solidFill>
            <a:schemeClr val="tx1">
              <a:lumMod val="95000"/>
            </a:schemeClr>
          </a:solidFill>
          <a:ln>
            <a:noFill/>
          </a:ln>
        </p:spPr>
        <p:txBody>
          <a:bodyPr wrap="square">
            <a:noAutofit/>
          </a:bodyPr>
          <a:lstStyle/>
          <a:p>
            <a:pPr marL="171450" lvl="0" indent="-171450" algn="l">
              <a:lnSpc>
                <a:spcPct val="22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业务需求</a:t>
            </a:r>
            <a:r>
              <a:rPr lang="zh-CN" altLang="en-US" sz="1200" b="1" dirty="0">
                <a:solidFill>
                  <a:srgbClr val="E7E6E6">
                    <a:lumMod val="10000"/>
                  </a:srgbClr>
                </a:solidFill>
                <a:latin typeface="+mj-ea"/>
                <a:ea typeface="+mj-ea"/>
                <a:sym typeface="+mn-ea"/>
              </a:rPr>
              <a:t>梳理</a:t>
            </a:r>
            <a:endParaRPr lang="zh-CN" altLang="en-US" sz="1200" b="1" dirty="0">
              <a:solidFill>
                <a:srgbClr val="E7E6E6">
                  <a:lumMod val="10000"/>
                </a:srgbClr>
              </a:solidFill>
              <a:latin typeface="+mj-ea"/>
              <a:ea typeface="+mj-ea"/>
              <a:sym typeface="+mn-ea"/>
            </a:endParaRPr>
          </a:p>
        </p:txBody>
      </p:sp>
      <p:sp>
        <p:nvSpPr>
          <p:cNvPr id="147" name="文本框 146"/>
          <p:cNvSpPr txBox="1"/>
          <p:nvPr/>
        </p:nvSpPr>
        <p:spPr>
          <a:xfrm>
            <a:off x="1541145" y="2180590"/>
            <a:ext cx="974725" cy="42735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indent="0" algn="ctr">
              <a:lnSpc>
                <a:spcPct val="150000"/>
              </a:lnSpc>
              <a:buClr>
                <a:srgbClr val="000000"/>
              </a:buClr>
              <a:buNone/>
            </a:pPr>
            <a:r>
              <a:rPr lang="zh-CN" altLang="en-US" sz="1200" b="1" dirty="0">
                <a:solidFill>
                  <a:srgbClr val="152A8C"/>
                </a:solidFill>
                <a:latin typeface="+mj-ea"/>
                <a:ea typeface="+mj-ea"/>
              </a:rPr>
              <a:t>附件内容</a:t>
            </a:r>
            <a:endParaRPr lang="zh-CN" altLang="en-US" sz="1200" b="1" dirty="0">
              <a:solidFill>
                <a:srgbClr val="152A8C"/>
              </a:solidFill>
              <a:latin typeface="+mj-ea"/>
              <a:ea typeface="+mj-ea"/>
            </a:endParaRPr>
          </a:p>
        </p:txBody>
      </p:sp>
      <p:sp>
        <p:nvSpPr>
          <p:cNvPr id="153" name="右箭头 152"/>
          <p:cNvSpPr/>
          <p:nvPr/>
        </p:nvSpPr>
        <p:spPr>
          <a:xfrm>
            <a:off x="3345180" y="2796540"/>
            <a:ext cx="186055" cy="2971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67" name="文本框 166"/>
          <p:cNvSpPr txBox="1"/>
          <p:nvPr/>
        </p:nvSpPr>
        <p:spPr>
          <a:xfrm>
            <a:off x="3723005" y="1713865"/>
            <a:ext cx="6167120" cy="83820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mj-ea"/>
                <a:ea typeface="+mj-ea"/>
              </a:rPr>
              <a:t>分类推荐：</a:t>
            </a:r>
            <a:endParaRPr lang="zh-CN" altLang="en-US" sz="1200" b="1" dirty="0">
              <a:solidFill>
                <a:srgbClr val="152A8C"/>
              </a:solidFill>
              <a:latin typeface="+mj-ea"/>
              <a:ea typeface="+mj-ea"/>
            </a:endParaRPr>
          </a:p>
          <a:p>
            <a:pPr indent="0">
              <a:lnSpc>
                <a:spcPct val="130000"/>
              </a:lnSpc>
              <a:buClr>
                <a:srgbClr val="152A8C"/>
              </a:buClr>
              <a:buFont typeface="Wingdings" panose="05000000000000000000" charset="0"/>
              <a:buNone/>
            </a:pPr>
            <a:r>
              <a:rPr lang="en-US" altLang="zh-CN" sz="1200" dirty="0">
                <a:solidFill>
                  <a:srgbClr val="152A8C"/>
                </a:solidFill>
                <a:latin typeface="+mj-ea"/>
                <a:ea typeface="+mj-ea"/>
              </a:rPr>
              <a:t>    1.</a:t>
            </a:r>
            <a:r>
              <a:rPr lang="zh-CN" altLang="en-US" sz="1200" dirty="0">
                <a:solidFill>
                  <a:srgbClr val="152A8C"/>
                </a:solidFill>
                <a:latin typeface="+mj-ea"/>
                <a:ea typeface="+mj-ea"/>
              </a:rPr>
              <a:t>股权运营部结合业务需求围绕集团</a:t>
            </a:r>
            <a:r>
              <a:rPr lang="en-US" altLang="zh-CN" sz="1200" dirty="0">
                <a:solidFill>
                  <a:srgbClr val="152A8C"/>
                </a:solidFill>
                <a:latin typeface="+mj-ea"/>
                <a:ea typeface="+mj-ea"/>
              </a:rPr>
              <a:t>“7+5”</a:t>
            </a:r>
            <a:r>
              <a:rPr lang="zh-CN" altLang="en-US" sz="1200" dirty="0">
                <a:solidFill>
                  <a:srgbClr val="152A8C"/>
                </a:solidFill>
                <a:latin typeface="+mj-ea"/>
                <a:ea typeface="+mj-ea"/>
              </a:rPr>
              <a:t>领域梳理形成初版专家</a:t>
            </a:r>
            <a:r>
              <a:rPr lang="zh-CN" altLang="en-US" sz="1200" dirty="0">
                <a:solidFill>
                  <a:srgbClr val="152A8C"/>
                </a:solidFill>
                <a:latin typeface="+mj-ea"/>
                <a:ea typeface="+mj-ea"/>
              </a:rPr>
              <a:t>名单（来源覆盖集团内部、参股企业、外部机构）</a:t>
            </a:r>
            <a:endParaRPr lang="zh-CN" altLang="en-US" sz="1200" dirty="0">
              <a:solidFill>
                <a:srgbClr val="152A8C"/>
              </a:solidFill>
              <a:latin typeface="+mj-ea"/>
              <a:ea typeface="+mj-ea"/>
            </a:endParaRPr>
          </a:p>
          <a:p>
            <a:pPr indent="0">
              <a:lnSpc>
                <a:spcPct val="130000"/>
              </a:lnSpc>
              <a:buClr>
                <a:srgbClr val="152A8C"/>
              </a:buClr>
              <a:buFont typeface="Wingdings" panose="05000000000000000000" charset="0"/>
              <a:buNone/>
            </a:pPr>
            <a:r>
              <a:rPr lang="zh-CN" altLang="en-US" sz="1200" dirty="0">
                <a:solidFill>
                  <a:srgbClr val="152A8C"/>
                </a:solidFill>
                <a:latin typeface="+mj-ea"/>
                <a:ea typeface="+mj-ea"/>
              </a:rPr>
              <a:t> </a:t>
            </a:r>
            <a:r>
              <a:rPr lang="en-US" altLang="zh-CN" sz="1200" dirty="0">
                <a:solidFill>
                  <a:srgbClr val="152A8C"/>
                </a:solidFill>
                <a:latin typeface="+mj-ea"/>
                <a:ea typeface="+mj-ea"/>
              </a:rPr>
              <a:t>   2.</a:t>
            </a:r>
            <a:r>
              <a:rPr lang="zh-CN" altLang="en-US" sz="1200" dirty="0">
                <a:solidFill>
                  <a:srgbClr val="152A8C"/>
                </a:solidFill>
                <a:latin typeface="+mj-ea"/>
                <a:ea typeface="+mj-ea"/>
                <a:sym typeface="+mn-ea"/>
              </a:rPr>
              <a:t>业务需求部门根据具体项目需求，推荐所需专家，形成</a:t>
            </a:r>
            <a:r>
              <a:rPr lang="zh-CN" altLang="en-US" sz="1200" dirty="0">
                <a:solidFill>
                  <a:srgbClr val="000000"/>
                </a:solidFill>
                <a:latin typeface="+mj-ea"/>
                <a:ea typeface="+mj-ea"/>
                <a:sym typeface="+mn-ea"/>
              </a:rPr>
              <a:t>《拟邀专家清单》</a:t>
            </a:r>
            <a:endParaRPr lang="zh-CN" altLang="en-US" sz="1200" dirty="0">
              <a:solidFill>
                <a:srgbClr val="000000"/>
              </a:solidFill>
              <a:latin typeface="+mj-ea"/>
              <a:ea typeface="+mj-ea"/>
              <a:sym typeface="+mn-ea"/>
            </a:endParaRPr>
          </a:p>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mj-ea"/>
                <a:ea typeface="+mj-ea"/>
                <a:sym typeface="+mn-ea"/>
              </a:rPr>
              <a:t>发起邀约：</a:t>
            </a:r>
            <a:r>
              <a:rPr lang="zh-CN" altLang="en-US" sz="1200" dirty="0">
                <a:solidFill>
                  <a:srgbClr val="152A8C"/>
                </a:solidFill>
                <a:latin typeface="+mj-ea"/>
                <a:ea typeface="+mj-ea"/>
                <a:sym typeface="+mn-ea"/>
              </a:rPr>
              <a:t>向拟邀约专家发送</a:t>
            </a:r>
            <a:r>
              <a:rPr lang="zh-CN" altLang="en-US" sz="1200" dirty="0">
                <a:solidFill>
                  <a:srgbClr val="000000"/>
                </a:solidFill>
                <a:latin typeface="+mj-ea"/>
                <a:ea typeface="+mj-ea"/>
                <a:sym typeface="+mn-ea"/>
              </a:rPr>
              <a:t>《合作邀请函》</a:t>
            </a:r>
            <a:endParaRPr lang="zh-CN" altLang="en-US" sz="1200" dirty="0">
              <a:solidFill>
                <a:srgbClr val="000000"/>
              </a:solidFill>
              <a:latin typeface="+mj-ea"/>
              <a:ea typeface="+mj-ea"/>
              <a:sym typeface="+mn-ea"/>
            </a:endParaRPr>
          </a:p>
          <a:p>
            <a:pPr indent="0">
              <a:lnSpc>
                <a:spcPct val="130000"/>
              </a:lnSpc>
              <a:buClr>
                <a:srgbClr val="152A8C"/>
              </a:buClr>
              <a:buFont typeface="Wingdings" panose="05000000000000000000" charset="0"/>
              <a:buNone/>
            </a:pPr>
            <a:r>
              <a:rPr lang="en-US" altLang="zh-CN" sz="1200" dirty="0">
                <a:solidFill>
                  <a:srgbClr val="152A8C"/>
                </a:solidFill>
                <a:latin typeface="+mj-ea"/>
                <a:ea typeface="+mj-ea"/>
                <a:sym typeface="+mn-ea"/>
              </a:rPr>
              <a:t>    1.</a:t>
            </a:r>
            <a:r>
              <a:rPr lang="zh-CN" altLang="en-US" sz="1200" dirty="0">
                <a:solidFill>
                  <a:srgbClr val="152A8C"/>
                </a:solidFill>
                <a:latin typeface="+mj-ea"/>
                <a:ea typeface="+mj-ea"/>
                <a:sym typeface="+mn-ea"/>
              </a:rPr>
              <a:t>已投企业及外部机构专家由推荐方</a:t>
            </a:r>
            <a:r>
              <a:rPr lang="zh-CN" altLang="en-US" sz="1200" dirty="0">
                <a:solidFill>
                  <a:srgbClr val="152A8C"/>
                </a:solidFill>
                <a:latin typeface="+mj-ea"/>
                <a:ea typeface="+mj-ea"/>
                <a:sym typeface="+mn-ea"/>
              </a:rPr>
              <a:t>邀约</a:t>
            </a:r>
            <a:endParaRPr lang="zh-CN" altLang="en-US" sz="1200" dirty="0">
              <a:solidFill>
                <a:srgbClr val="152A8C"/>
              </a:solidFill>
              <a:latin typeface="+mj-ea"/>
              <a:ea typeface="+mj-ea"/>
              <a:sym typeface="+mn-ea"/>
            </a:endParaRPr>
          </a:p>
          <a:p>
            <a:pPr indent="0">
              <a:lnSpc>
                <a:spcPct val="130000"/>
              </a:lnSpc>
              <a:buClr>
                <a:srgbClr val="152A8C"/>
              </a:buClr>
              <a:buFont typeface="Wingdings" panose="05000000000000000000" charset="0"/>
              <a:buNone/>
            </a:pPr>
            <a:r>
              <a:rPr lang="zh-CN" altLang="en-US" sz="1200" dirty="0">
                <a:solidFill>
                  <a:srgbClr val="152A8C"/>
                </a:solidFill>
                <a:latin typeface="+mj-ea"/>
                <a:ea typeface="+mj-ea"/>
                <a:sym typeface="+mn-ea"/>
              </a:rPr>
              <a:t> </a:t>
            </a:r>
            <a:r>
              <a:rPr lang="en-US" altLang="zh-CN" sz="1200" dirty="0">
                <a:solidFill>
                  <a:srgbClr val="152A8C"/>
                </a:solidFill>
                <a:latin typeface="+mj-ea"/>
                <a:ea typeface="+mj-ea"/>
                <a:sym typeface="+mn-ea"/>
              </a:rPr>
              <a:t>   2.</a:t>
            </a:r>
            <a:r>
              <a:rPr lang="zh-CN" altLang="en-US" sz="1200" dirty="0">
                <a:solidFill>
                  <a:srgbClr val="152A8C"/>
                </a:solidFill>
                <a:latin typeface="+mj-ea"/>
                <a:ea typeface="+mj-ea"/>
                <a:sym typeface="+mn-ea"/>
              </a:rPr>
              <a:t>集团内部专家由一汽股权</a:t>
            </a:r>
            <a:r>
              <a:rPr lang="en-US" altLang="zh-CN" sz="1200" dirty="0">
                <a:solidFill>
                  <a:srgbClr val="152A8C"/>
                </a:solidFill>
                <a:latin typeface="+mj-ea"/>
                <a:ea typeface="+mj-ea"/>
                <a:sym typeface="+mn-ea"/>
              </a:rPr>
              <a:t>M1/M2/M3</a:t>
            </a:r>
            <a:r>
              <a:rPr lang="zh-CN" altLang="en-US" sz="1200" dirty="0">
                <a:solidFill>
                  <a:srgbClr val="152A8C"/>
                </a:solidFill>
                <a:latin typeface="+mj-ea"/>
                <a:ea typeface="+mj-ea"/>
                <a:sym typeface="+mn-ea"/>
              </a:rPr>
              <a:t>级管理人员按对应层级发送</a:t>
            </a:r>
            <a:endParaRPr lang="zh-CN" altLang="en-US" sz="1200" dirty="0">
              <a:solidFill>
                <a:srgbClr val="152A8C"/>
              </a:solidFill>
              <a:latin typeface="+mj-ea"/>
              <a:ea typeface="+mj-ea"/>
              <a:sym typeface="+mn-ea"/>
            </a:endParaRPr>
          </a:p>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mj-ea"/>
                <a:ea typeface="+mj-ea"/>
                <a:sym typeface="+mn-ea"/>
              </a:rPr>
              <a:t>信息采集：</a:t>
            </a:r>
            <a:r>
              <a:rPr lang="zh-CN" altLang="en-US" sz="1200" dirty="0">
                <a:solidFill>
                  <a:srgbClr val="152A8C"/>
                </a:solidFill>
                <a:latin typeface="+mj-ea"/>
                <a:ea typeface="+mj-ea"/>
                <a:sym typeface="+mn-ea"/>
              </a:rPr>
              <a:t>征得专家同意后，由推荐方根据专家信息填报</a:t>
            </a:r>
            <a:r>
              <a:rPr lang="zh-CN" altLang="en-US" sz="1200" dirty="0">
                <a:solidFill>
                  <a:srgbClr val="000000"/>
                </a:solidFill>
                <a:latin typeface="+mj-ea"/>
                <a:ea typeface="+mj-ea"/>
                <a:sym typeface="+mn-ea"/>
              </a:rPr>
              <a:t>《专家入库申请表》</a:t>
            </a:r>
            <a:r>
              <a:rPr lang="zh-CN" altLang="en-US" sz="1200" b="1" dirty="0">
                <a:solidFill>
                  <a:srgbClr val="000000"/>
                </a:solidFill>
                <a:latin typeface="+mj-ea"/>
                <a:ea typeface="+mj-ea"/>
                <a:sym typeface="+mn-ea"/>
              </a:rPr>
              <a:t>（分管副总审批）</a:t>
            </a:r>
            <a:endParaRPr lang="zh-CN" altLang="en-US" sz="1200" b="1" dirty="0">
              <a:solidFill>
                <a:srgbClr val="000000"/>
              </a:solidFill>
              <a:latin typeface="+mj-ea"/>
              <a:ea typeface="+mj-ea"/>
              <a:sym typeface="+mn-ea"/>
            </a:endParaRPr>
          </a:p>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mj-ea"/>
                <a:ea typeface="+mj-ea"/>
                <a:sym typeface="+mn-ea"/>
              </a:rPr>
              <a:t>完成入库：</a:t>
            </a:r>
            <a:r>
              <a:rPr lang="zh-CN" altLang="en-US" sz="1200" dirty="0">
                <a:solidFill>
                  <a:srgbClr val="152A8C"/>
                </a:solidFill>
                <a:latin typeface="+mj-ea"/>
                <a:ea typeface="+mj-ea"/>
                <a:sym typeface="+mn-ea"/>
              </a:rPr>
              <a:t>通过</a:t>
            </a:r>
            <a:r>
              <a:rPr lang="zh-CN" altLang="en-US" sz="1200" dirty="0">
                <a:solidFill>
                  <a:srgbClr val="152A8C"/>
                </a:solidFill>
                <a:latin typeface="+mj-ea"/>
                <a:ea typeface="+mj-ea"/>
                <a:sym typeface="+mn-ea"/>
              </a:rPr>
              <a:t>入库审核规则，完成入库、签发</a:t>
            </a:r>
            <a:r>
              <a:rPr lang="zh-CN" altLang="en-US" sz="1200" dirty="0">
                <a:solidFill>
                  <a:srgbClr val="152A8C"/>
                </a:solidFill>
                <a:latin typeface="+mj-ea"/>
                <a:ea typeface="+mj-ea"/>
                <a:sym typeface="+mn-ea"/>
              </a:rPr>
              <a:t>聘书</a:t>
            </a:r>
            <a:endParaRPr lang="zh-CN" altLang="en-US" sz="1200" dirty="0">
              <a:solidFill>
                <a:srgbClr val="152A8C"/>
              </a:solidFill>
              <a:latin typeface="+mj-ea"/>
              <a:ea typeface="+mj-ea"/>
              <a:sym typeface="+mn-ea"/>
            </a:endParaRPr>
          </a:p>
          <a:p>
            <a:pPr indent="0">
              <a:lnSpc>
                <a:spcPct val="130000"/>
              </a:lnSpc>
              <a:buClr>
                <a:srgbClr val="152A8C"/>
              </a:buClr>
              <a:buFont typeface="Arial" panose="020B0604020202020204" pitchFamily="34" charset="0"/>
              <a:buNone/>
            </a:pPr>
            <a:endParaRPr lang="zh-CN" altLang="en-US" sz="1200" b="1" dirty="0">
              <a:solidFill>
                <a:srgbClr val="152A8C"/>
              </a:solidFill>
              <a:latin typeface="+mj-ea"/>
              <a:ea typeface="+mj-ea"/>
              <a:sym typeface="+mn-ea"/>
            </a:endParaRPr>
          </a:p>
          <a:p>
            <a:pPr marL="171450" indent="-171450">
              <a:lnSpc>
                <a:spcPct val="130000"/>
              </a:lnSpc>
              <a:buClr>
                <a:srgbClr val="152A8C"/>
              </a:buClr>
              <a:buFont typeface="Wingdings" panose="05000000000000000000" charset="0"/>
              <a:buChar char="Ø"/>
            </a:pPr>
            <a:endParaRPr lang="zh-CN" altLang="en-US" sz="1200" b="1" dirty="0">
              <a:solidFill>
                <a:srgbClr val="152A8C"/>
              </a:solidFill>
              <a:latin typeface="+mj-ea"/>
              <a:ea typeface="+mj-ea"/>
              <a:sym typeface="+mn-ea"/>
            </a:endParaRPr>
          </a:p>
          <a:p>
            <a:pPr indent="0">
              <a:lnSpc>
                <a:spcPct val="150000"/>
              </a:lnSpc>
              <a:buClr>
                <a:srgbClr val="152A8C"/>
              </a:buClr>
              <a:buFont typeface="Wingdings" panose="05000000000000000000" charset="0"/>
              <a:buNone/>
            </a:pPr>
            <a:endParaRPr lang="zh-CN" altLang="en-US" sz="1000" b="1" dirty="0">
              <a:solidFill>
                <a:srgbClr val="152A8C"/>
              </a:solidFill>
              <a:latin typeface="+mj-ea"/>
              <a:ea typeface="+mj-ea"/>
            </a:endParaRPr>
          </a:p>
        </p:txBody>
      </p:sp>
      <p:sp>
        <p:nvSpPr>
          <p:cNvPr id="169" name="右箭头 168"/>
          <p:cNvSpPr/>
          <p:nvPr/>
        </p:nvSpPr>
        <p:spPr>
          <a:xfrm>
            <a:off x="9894570" y="2796540"/>
            <a:ext cx="186055" cy="2971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70" name="矩形 169"/>
          <p:cNvSpPr/>
          <p:nvPr/>
        </p:nvSpPr>
        <p:spPr>
          <a:xfrm>
            <a:off x="3566795" y="1650365"/>
            <a:ext cx="6301740" cy="4860925"/>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71" name="文本框 170"/>
          <p:cNvSpPr txBox="1"/>
          <p:nvPr/>
        </p:nvSpPr>
        <p:spPr>
          <a:xfrm>
            <a:off x="6242685" y="1483360"/>
            <a:ext cx="1516380" cy="351790"/>
          </a:xfrm>
          <a:prstGeom prst="rect">
            <a:avLst/>
          </a:prstGeom>
          <a:solidFill>
            <a:schemeClr val="bg1"/>
          </a:solidFill>
        </p:spPr>
        <p:txBody>
          <a:bodyPr wrap="square">
            <a:no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动作</a:t>
            </a:r>
            <a:r>
              <a:rPr lang="en-US" altLang="zh-CN" sz="1400" b="1" dirty="0">
                <a:solidFill>
                  <a:srgbClr val="C00000"/>
                </a:solidFill>
                <a:latin typeface="+mj-ea"/>
                <a:ea typeface="+mj-ea"/>
              </a:rPr>
              <a:t>/</a:t>
            </a:r>
            <a:r>
              <a:rPr lang="zh-CN" altLang="en-US" sz="1400" b="1" dirty="0">
                <a:solidFill>
                  <a:srgbClr val="C00000"/>
                </a:solidFill>
                <a:latin typeface="+mj-ea"/>
                <a:ea typeface="+mj-ea"/>
              </a:rPr>
              <a:t>规则</a:t>
            </a:r>
            <a:r>
              <a:rPr lang="en-US" altLang="zh-CN" sz="1400" b="1" dirty="0">
                <a:solidFill>
                  <a:srgbClr val="C00000"/>
                </a:solidFill>
                <a:latin typeface="+mj-ea"/>
                <a:ea typeface="+mj-ea"/>
              </a:rPr>
              <a:t>/</a:t>
            </a:r>
            <a:r>
              <a:rPr lang="zh-CN" altLang="en-US" sz="1400" b="1" dirty="0">
                <a:solidFill>
                  <a:srgbClr val="C00000"/>
                </a:solidFill>
                <a:latin typeface="+mj-ea"/>
                <a:ea typeface="+mj-ea"/>
              </a:rPr>
              <a:t>模型</a:t>
            </a:r>
            <a:endParaRPr lang="zh-CN" altLang="en-US" sz="1400" b="1" dirty="0">
              <a:solidFill>
                <a:srgbClr val="C00000"/>
              </a:solidFill>
              <a:latin typeface="+mj-ea"/>
              <a:ea typeface="+mj-ea"/>
            </a:endParaRPr>
          </a:p>
        </p:txBody>
      </p:sp>
      <p:sp>
        <p:nvSpPr>
          <p:cNvPr id="174" name="文本框 173"/>
          <p:cNvSpPr txBox="1"/>
          <p:nvPr/>
        </p:nvSpPr>
        <p:spPr>
          <a:xfrm>
            <a:off x="10259060" y="3312160"/>
            <a:ext cx="924560" cy="457200"/>
          </a:xfrm>
          <a:prstGeom prst="rect">
            <a:avLst/>
          </a:prstGeom>
          <a:noFill/>
        </p:spPr>
        <p:txBody>
          <a:bodyPr wrap="square">
            <a:noAutofit/>
          </a:bodyPr>
          <a:lstStyle/>
          <a:p>
            <a:pPr indent="0" algn="ctr">
              <a:lnSpc>
                <a:spcPct val="100000"/>
              </a:lnSpc>
              <a:buClr>
                <a:srgbClr val="000000"/>
              </a:buClr>
              <a:buFont typeface="Arial" panose="020B0604020202020204" pitchFamily="34" charset="0"/>
              <a:buNone/>
            </a:pPr>
            <a:r>
              <a:rPr lang="zh-CN" altLang="en-US" sz="1200" b="1" dirty="0">
                <a:solidFill>
                  <a:srgbClr val="000000"/>
                </a:solidFill>
                <a:latin typeface="+mj-ea"/>
                <a:ea typeface="+mj-ea"/>
              </a:rPr>
              <a:t>入库</a:t>
            </a:r>
            <a:endParaRPr lang="zh-CN" altLang="en-US" sz="1200" b="1"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en-US" altLang="zh-CN" sz="1200" b="1" dirty="0">
                <a:solidFill>
                  <a:srgbClr val="000000"/>
                </a:solidFill>
                <a:latin typeface="+mj-ea"/>
                <a:ea typeface="+mj-ea"/>
              </a:rPr>
              <a:t>/</a:t>
            </a:r>
            <a:r>
              <a:rPr lang="zh-CN" altLang="en-US" sz="1200" b="1" dirty="0">
                <a:solidFill>
                  <a:srgbClr val="000000"/>
                </a:solidFill>
                <a:latin typeface="+mj-ea"/>
                <a:ea typeface="+mj-ea"/>
              </a:rPr>
              <a:t>不予</a:t>
            </a:r>
            <a:r>
              <a:rPr lang="zh-CN" altLang="en-US" sz="1200" b="1" dirty="0">
                <a:solidFill>
                  <a:srgbClr val="000000"/>
                </a:solidFill>
                <a:latin typeface="+mj-ea"/>
                <a:ea typeface="+mj-ea"/>
              </a:rPr>
              <a:t>入库</a:t>
            </a:r>
            <a:endParaRPr lang="zh-CN" altLang="en-US" sz="1200" b="1" dirty="0">
              <a:solidFill>
                <a:srgbClr val="000000"/>
              </a:solidFill>
              <a:latin typeface="+mj-ea"/>
              <a:ea typeface="+mj-ea"/>
            </a:endParaRPr>
          </a:p>
        </p:txBody>
      </p:sp>
      <p:graphicFrame>
        <p:nvGraphicFramePr>
          <p:cNvPr id="3" name="表格 2"/>
          <p:cNvGraphicFramePr/>
          <p:nvPr>
            <p:custDataLst>
              <p:tags r:id="rId1"/>
            </p:custDataLst>
          </p:nvPr>
        </p:nvGraphicFramePr>
        <p:xfrm>
          <a:off x="3723640" y="4148455"/>
          <a:ext cx="6018530" cy="2171700"/>
        </p:xfrm>
        <a:graphic>
          <a:graphicData uri="http://schemas.openxmlformats.org/drawingml/2006/table">
            <a:tbl>
              <a:tblPr firstRow="1" bandRow="1">
                <a:tableStyleId>{5C22544A-7EE6-4342-B048-85BDC9FD1C3A}</a:tableStyleId>
              </a:tblPr>
              <a:tblGrid>
                <a:gridCol w="513715"/>
                <a:gridCol w="521335"/>
                <a:gridCol w="4983480"/>
              </a:tblGrid>
              <a:tr h="274320">
                <a:tc>
                  <a:txBody>
                    <a:bodyPr/>
                    <a:lstStyle/>
                    <a:p>
                      <a:pPr algn="ctr">
                        <a:buNone/>
                      </a:pPr>
                      <a:r>
                        <a:rPr lang="zh-CN" altLang="en-US" sz="1200" dirty="0">
                          <a:solidFill>
                            <a:srgbClr val="181717"/>
                          </a:solidFill>
                          <a:latin typeface="微软雅黑" panose="020B0503020204020204" charset="-122"/>
                          <a:ea typeface="微软雅黑" panose="020B0503020204020204" charset="-122"/>
                          <a:sym typeface="+mn-ea"/>
                        </a:rPr>
                        <a:t>序号</a:t>
                      </a:r>
                      <a:endParaRPr lang="zh-CN" altLang="en-US" sz="1200" dirty="0">
                        <a:solidFill>
                          <a:srgbClr val="181717"/>
                        </a:solidFill>
                        <a:latin typeface="微软雅黑" panose="020B0503020204020204" charset="-122"/>
                        <a:ea typeface="微软雅黑" panose="020B0503020204020204" charset="-122"/>
                        <a:sym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0F9"/>
                    </a:solidFill>
                  </a:tcPr>
                </a:tc>
                <a:tc>
                  <a:txBody>
                    <a:bodyPr/>
                    <a:lstStyle/>
                    <a:p>
                      <a:pPr algn="ctr">
                        <a:buNone/>
                      </a:pPr>
                      <a:r>
                        <a:rPr lang="zh-CN" altLang="en-US" sz="1200" dirty="0">
                          <a:solidFill>
                            <a:srgbClr val="181717"/>
                          </a:solidFill>
                          <a:latin typeface="微软雅黑" panose="020B0503020204020204" charset="-122"/>
                          <a:ea typeface="微软雅黑" panose="020B0503020204020204" charset="-122"/>
                        </a:rPr>
                        <a:t>步骤</a:t>
                      </a:r>
                      <a:endParaRPr lang="zh-CN" altLang="en-US" sz="1200" dirty="0">
                        <a:solidFill>
                          <a:srgbClr val="181717"/>
                        </a:solidFill>
                        <a:latin typeface="微软雅黑" panose="020B0503020204020204" charset="-122"/>
                        <a:ea typeface="微软雅黑" panose="020B0503020204020204" charset="-122"/>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0F9"/>
                    </a:solidFill>
                  </a:tcPr>
                </a:tc>
                <a:tc>
                  <a:txBody>
                    <a:bodyPr/>
                    <a:lstStyle/>
                    <a:p>
                      <a:pPr algn="ctr">
                        <a:buNone/>
                      </a:pPr>
                      <a:r>
                        <a:rPr lang="zh-CN" altLang="en-US" sz="1200" dirty="0">
                          <a:solidFill>
                            <a:srgbClr val="181717"/>
                          </a:solidFill>
                          <a:latin typeface="微软雅黑" panose="020B0503020204020204" charset="-122"/>
                          <a:ea typeface="微软雅黑" panose="020B0503020204020204" charset="-122"/>
                          <a:sym typeface="+mn-ea"/>
                        </a:rPr>
                        <a:t>入库审核</a:t>
                      </a:r>
                      <a:r>
                        <a:rPr lang="zh-CN" altLang="en-US" sz="1200" dirty="0">
                          <a:solidFill>
                            <a:srgbClr val="181717"/>
                          </a:solidFill>
                          <a:latin typeface="微软雅黑" panose="020B0503020204020204" charset="-122"/>
                          <a:ea typeface="微软雅黑" panose="020B0503020204020204" charset="-122"/>
                        </a:rPr>
                        <a:t>规则</a:t>
                      </a:r>
                      <a:endParaRPr lang="zh-CN" altLang="en-US" sz="1200" dirty="0">
                        <a:solidFill>
                          <a:srgbClr val="181717"/>
                        </a:solidFill>
                        <a:latin typeface="微软雅黑" panose="020B0503020204020204" charset="-122"/>
                        <a:ea typeface="微软雅黑" panose="020B0503020204020204" charset="-122"/>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solidFill>
                      <a:srgbClr val="E8F0F9"/>
                    </a:solidFill>
                  </a:tcPr>
                </a:tc>
              </a:tr>
              <a:tr h="889000">
                <a:tc>
                  <a:txBody>
                    <a:bodyPr/>
                    <a:lstStyle/>
                    <a:p>
                      <a:pPr algn="ctr">
                        <a:buNone/>
                      </a:pPr>
                      <a:r>
                        <a:rPr lang="en-US" altLang="zh-CN" sz="1000" dirty="0">
                          <a:solidFill>
                            <a:srgbClr val="181717"/>
                          </a:solidFill>
                          <a:latin typeface="微软雅黑" panose="020B0503020204020204" charset="-122"/>
                          <a:ea typeface="微软雅黑" panose="020B0503020204020204" charset="-122"/>
                        </a:rPr>
                        <a:t>1</a:t>
                      </a:r>
                      <a:endParaRPr lang="en-US" altLang="zh-CN" sz="1000" dirty="0">
                        <a:solidFill>
                          <a:srgbClr val="181717"/>
                        </a:solidFill>
                        <a:latin typeface="微软雅黑" panose="020B0503020204020204" charset="-122"/>
                        <a:ea typeface="微软雅黑" panose="020B0503020204020204" charset="-122"/>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ctr">
                        <a:buNone/>
                      </a:pPr>
                      <a:r>
                        <a:rPr lang="zh-CN" altLang="en-US" sz="1000" dirty="0">
                          <a:solidFill>
                            <a:srgbClr val="181717"/>
                          </a:solidFill>
                          <a:latin typeface="微软雅黑" panose="020B0503020204020204" charset="-122"/>
                          <a:ea typeface="微软雅黑" panose="020B0503020204020204" charset="-122"/>
                        </a:rPr>
                        <a:t>自动</a:t>
                      </a:r>
                      <a:endParaRPr lang="zh-CN" altLang="en-US" sz="1000" dirty="0">
                        <a:solidFill>
                          <a:srgbClr val="181717"/>
                        </a:solidFill>
                        <a:latin typeface="微软雅黑" panose="020B0503020204020204" charset="-122"/>
                        <a:ea typeface="微软雅黑" panose="020B0503020204020204" charset="-122"/>
                      </a:endParaRPr>
                    </a:p>
                    <a:p>
                      <a:pPr algn="ctr">
                        <a:buNone/>
                      </a:pPr>
                      <a:r>
                        <a:rPr lang="zh-CN" altLang="en-US" sz="1000" dirty="0">
                          <a:solidFill>
                            <a:srgbClr val="181717"/>
                          </a:solidFill>
                          <a:latin typeface="微软雅黑" panose="020B0503020204020204" charset="-122"/>
                          <a:ea typeface="微软雅黑" panose="020B0503020204020204" charset="-122"/>
                        </a:rPr>
                        <a:t>审核</a:t>
                      </a:r>
                      <a:endParaRPr lang="zh-CN" altLang="en-US" sz="1000" dirty="0">
                        <a:solidFill>
                          <a:srgbClr val="181717"/>
                        </a:solidFill>
                        <a:latin typeface="微软雅黑" panose="020B0503020204020204" charset="-122"/>
                        <a:ea typeface="微软雅黑" panose="020B0503020204020204" charset="-122"/>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altLang="zh-CN" sz="1000" b="1" dirty="0">
                          <a:solidFill>
                            <a:srgbClr val="181717"/>
                          </a:solidFill>
                          <a:latin typeface="微软雅黑" panose="020B0503020204020204" charset="-122"/>
                          <a:ea typeface="微软雅黑" panose="020B0503020204020204" charset="-122"/>
                          <a:sym typeface="+mn-ea"/>
                        </a:rPr>
                        <a:t>AI</a:t>
                      </a:r>
                      <a:r>
                        <a:rPr lang="zh-CN" altLang="en-US" sz="1000" b="1" dirty="0">
                          <a:solidFill>
                            <a:srgbClr val="181717"/>
                          </a:solidFill>
                          <a:latin typeface="微软雅黑" panose="020B0503020204020204" charset="-122"/>
                          <a:ea typeface="微软雅黑" panose="020B0503020204020204" charset="-122"/>
                        </a:rPr>
                        <a:t>校验</a:t>
                      </a:r>
                      <a:r>
                        <a:rPr lang="zh-CN" altLang="en-US" sz="1000" b="1" dirty="0">
                          <a:solidFill>
                            <a:srgbClr val="181717"/>
                          </a:solidFill>
                          <a:latin typeface="微软雅黑" panose="020B0503020204020204" charset="-122"/>
                          <a:ea typeface="微软雅黑" panose="020B0503020204020204" charset="-122"/>
                          <a:sym typeface="+mn-ea"/>
                        </a:rPr>
                        <a:t>完整性</a:t>
                      </a:r>
                      <a:r>
                        <a:rPr lang="zh-CN" altLang="en-US" sz="1000" dirty="0">
                          <a:solidFill>
                            <a:srgbClr val="181717"/>
                          </a:solidFill>
                          <a:latin typeface="微软雅黑" panose="020B0503020204020204" charset="-122"/>
                          <a:ea typeface="微软雅黑" panose="020B0503020204020204" charset="-122"/>
                        </a:rPr>
                        <a:t>。自动识别《</a:t>
                      </a:r>
                      <a:r>
                        <a:rPr lang="zh-CN" altLang="en-US" sz="1000" dirty="0">
                          <a:solidFill>
                            <a:srgbClr val="000000"/>
                          </a:solidFill>
                          <a:latin typeface="+mj-ea"/>
                          <a:ea typeface="+mj-ea"/>
                          <a:sym typeface="+mn-ea"/>
                        </a:rPr>
                        <a:t>专家入库申请表</a:t>
                      </a:r>
                      <a:r>
                        <a:rPr lang="zh-CN" altLang="en-US" sz="1000" dirty="0">
                          <a:solidFill>
                            <a:srgbClr val="181717"/>
                          </a:solidFill>
                          <a:latin typeface="微软雅黑" panose="020B0503020204020204" charset="-122"/>
                          <a:ea typeface="微软雅黑" panose="020B0503020204020204" charset="-122"/>
                        </a:rPr>
                        <a:t>》必填字段缺失、格式异常（手机号/</a:t>
                      </a:r>
                      <a:r>
                        <a:rPr lang="zh-CN" altLang="en-US" sz="1000" dirty="0">
                          <a:solidFill>
                            <a:srgbClr val="181717"/>
                          </a:solidFill>
                          <a:latin typeface="微软雅黑" panose="020B0503020204020204" charset="-122"/>
                          <a:ea typeface="微软雅黑" panose="020B0503020204020204" charset="-122"/>
                        </a:rPr>
                        <a:t>邮箱格式错误）、关键履历信息断层</a:t>
                      </a:r>
                      <a:endParaRPr lang="zh-CN" altLang="en-US" sz="1000" dirty="0">
                        <a:solidFill>
                          <a:srgbClr val="181717"/>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en-US" altLang="zh-CN" sz="1000" b="1" dirty="0">
                          <a:solidFill>
                            <a:srgbClr val="181717"/>
                          </a:solidFill>
                          <a:latin typeface="微软雅黑" panose="020B0503020204020204" charset="-122"/>
                          <a:ea typeface="微软雅黑" panose="020B0503020204020204" charset="-122"/>
                        </a:rPr>
                        <a:t>AI</a:t>
                      </a:r>
                      <a:r>
                        <a:rPr lang="zh-CN" altLang="en-US" sz="1000" b="1" dirty="0">
                          <a:solidFill>
                            <a:srgbClr val="181717"/>
                          </a:solidFill>
                          <a:latin typeface="微软雅黑" panose="020B0503020204020204" charset="-122"/>
                          <a:ea typeface="微软雅黑" panose="020B0503020204020204" charset="-122"/>
                        </a:rPr>
                        <a:t>识别</a:t>
                      </a:r>
                      <a:r>
                        <a:rPr lang="zh-CN" altLang="en-US" sz="1000" b="1" dirty="0">
                          <a:solidFill>
                            <a:srgbClr val="181717"/>
                          </a:solidFill>
                          <a:latin typeface="微软雅黑" panose="020B0503020204020204" charset="-122"/>
                          <a:ea typeface="微软雅黑" panose="020B0503020204020204" charset="-122"/>
                          <a:sym typeface="+mn-ea"/>
                        </a:rPr>
                        <a:t>异常履历</a:t>
                      </a:r>
                      <a:r>
                        <a:rPr lang="zh-CN" altLang="en-US" sz="1000" dirty="0">
                          <a:solidFill>
                            <a:srgbClr val="181717"/>
                          </a:solidFill>
                          <a:latin typeface="微软雅黑" panose="020B0503020204020204" charset="-122"/>
                          <a:ea typeface="微软雅黑" panose="020B0503020204020204" charset="-122"/>
                        </a:rPr>
                        <a:t>。自动标记履历时间线矛盾、重叠任职等离群点，触发人工复核</a:t>
                      </a:r>
                      <a:endParaRPr lang="zh-CN" altLang="en-US" sz="1000" dirty="0">
                        <a:solidFill>
                          <a:srgbClr val="181717"/>
                        </a:solidFill>
                        <a:latin typeface="微软雅黑" panose="020B0503020204020204" charset="-122"/>
                        <a:ea typeface="微软雅黑" panose="020B0503020204020204" charset="-122"/>
                      </a:endParaRPr>
                    </a:p>
                    <a:p>
                      <a:pPr marL="171450" indent="-171450">
                        <a:buFont typeface="Arial" panose="020B0604020202020204" pitchFamily="34" charset="0"/>
                        <a:buChar char="•"/>
                      </a:pPr>
                      <a:r>
                        <a:rPr lang="en-US" altLang="zh-CN" sz="1000" b="1" dirty="0">
                          <a:solidFill>
                            <a:srgbClr val="181717"/>
                          </a:solidFill>
                          <a:latin typeface="微软雅黑" panose="020B0503020204020204" charset="-122"/>
                          <a:ea typeface="微软雅黑" panose="020B0503020204020204" charset="-122"/>
                        </a:rPr>
                        <a:t>AI</a:t>
                      </a:r>
                      <a:r>
                        <a:rPr lang="zh-CN" altLang="en-US" sz="1000" b="1" dirty="0">
                          <a:solidFill>
                            <a:srgbClr val="181717"/>
                          </a:solidFill>
                          <a:latin typeface="微软雅黑" panose="020B0503020204020204" charset="-122"/>
                          <a:ea typeface="微软雅黑" panose="020B0503020204020204" charset="-122"/>
                          <a:sym typeface="+mn-ea"/>
                        </a:rPr>
                        <a:t>校验基本条件。</a:t>
                      </a:r>
                      <a:r>
                        <a:rPr lang="zh-CN" altLang="en-US" sz="1000" dirty="0">
                          <a:solidFill>
                            <a:srgbClr val="181717"/>
                          </a:solidFill>
                          <a:latin typeface="微软雅黑" panose="020B0503020204020204" charset="-122"/>
                          <a:ea typeface="微软雅黑" panose="020B0503020204020204" charset="-122"/>
                          <a:sym typeface="+mn-ea"/>
                        </a:rPr>
                        <a:t>审议完毕后关联关键信息入库形成</a:t>
                      </a:r>
                      <a:r>
                        <a:rPr lang="zh-CN" altLang="en-US" sz="1000" dirty="0">
                          <a:solidFill>
                            <a:srgbClr val="152A8C"/>
                          </a:solidFill>
                          <a:latin typeface="微软雅黑" panose="020B0503020204020204" charset="-122"/>
                          <a:ea typeface="微软雅黑" panose="020B0503020204020204" charset="-122"/>
                          <a:sym typeface="+mn-ea"/>
                        </a:rPr>
                        <a:t>《人才信息表》</a:t>
                      </a:r>
                      <a:endParaRPr lang="en-US" altLang="zh-CN" sz="1000" dirty="0">
                        <a:solidFill>
                          <a:srgbClr val="181717"/>
                        </a:solidFill>
                        <a:latin typeface="微软雅黑" panose="020B0503020204020204" charset="-122"/>
                        <a:ea typeface="微软雅黑" panose="020B0503020204020204" charset="-122"/>
                      </a:endParaRPr>
                    </a:p>
                    <a:p>
                      <a:pPr marL="171450" indent="-171450">
                        <a:buFont typeface="Wingdings" panose="05000000000000000000" charset="0"/>
                        <a:buChar char="ü"/>
                      </a:pPr>
                      <a:r>
                        <a:rPr lang="en-US" altLang="zh-CN" sz="1000" dirty="0">
                          <a:solidFill>
                            <a:srgbClr val="181717"/>
                          </a:solidFill>
                          <a:latin typeface="微软雅黑" panose="020B0503020204020204" charset="-122"/>
                          <a:ea typeface="微软雅黑" panose="020B0503020204020204" charset="-122"/>
                          <a:sym typeface="+mn-ea"/>
                        </a:rPr>
                        <a:t>  </a:t>
                      </a:r>
                      <a:r>
                        <a:rPr lang="en-US" altLang="zh-CN" sz="1000" dirty="0">
                          <a:solidFill>
                            <a:schemeClr val="tx2"/>
                          </a:solidFill>
                          <a:latin typeface="微软雅黑" panose="020B0503020204020204" charset="-122"/>
                          <a:ea typeface="微软雅黑" panose="020B0503020204020204" charset="-122"/>
                          <a:sym typeface="+mn-ea"/>
                        </a:rPr>
                        <a:t>  </a:t>
                      </a:r>
                      <a:r>
                        <a:rPr lang="zh-CN" altLang="en-US" sz="1000" i="1" dirty="0">
                          <a:solidFill>
                            <a:schemeClr val="tx2"/>
                          </a:solidFill>
                          <a:latin typeface="微软雅黑" panose="020B0503020204020204" charset="-122"/>
                          <a:ea typeface="微软雅黑" panose="020B0503020204020204" charset="-122"/>
                          <a:sym typeface="+mn-ea"/>
                        </a:rPr>
                        <a:t>年龄年龄≤65周岁（高层次≤70周岁）、具备时间精力与分析、表达能力</a:t>
                      </a:r>
                      <a:r>
                        <a:rPr lang="en-US" altLang="zh-CN" sz="1000" i="1" dirty="0">
                          <a:solidFill>
                            <a:schemeClr val="tx2"/>
                          </a:solidFill>
                          <a:latin typeface="微软雅黑" panose="020B0503020204020204" charset="-122"/>
                          <a:ea typeface="微软雅黑" panose="020B0503020204020204" charset="-122"/>
                          <a:sym typeface="+mn-ea"/>
                        </a:rPr>
                        <a:t>     </a:t>
                      </a:r>
                      <a:endParaRPr lang="en-US" altLang="zh-CN" sz="1000" i="1" dirty="0">
                        <a:solidFill>
                          <a:schemeClr val="tx2"/>
                        </a:solidFill>
                        <a:latin typeface="微软雅黑" panose="020B0503020204020204" charset="-122"/>
                        <a:ea typeface="微软雅黑" panose="020B0503020204020204" charset="-122"/>
                        <a:sym typeface="+mn-ea"/>
                      </a:endParaRPr>
                    </a:p>
                    <a:p>
                      <a:pPr marL="171450" indent="-171450">
                        <a:buFont typeface="Wingdings" panose="05000000000000000000" charset="0"/>
                        <a:buChar char="ü"/>
                      </a:pPr>
                      <a:r>
                        <a:rPr lang="en-US" altLang="zh-CN" sz="1000" i="1" dirty="0">
                          <a:solidFill>
                            <a:schemeClr val="tx2"/>
                          </a:solidFill>
                          <a:latin typeface="微软雅黑" panose="020B0503020204020204" charset="-122"/>
                          <a:ea typeface="微软雅黑" panose="020B0503020204020204" charset="-122"/>
                          <a:sym typeface="+mn-ea"/>
                        </a:rPr>
                        <a:t>     </a:t>
                      </a:r>
                      <a:r>
                        <a:rPr lang="zh-CN" altLang="en-US" sz="1000" i="1" dirty="0">
                          <a:solidFill>
                            <a:schemeClr val="tx2"/>
                          </a:solidFill>
                          <a:latin typeface="微软雅黑" panose="020B0503020204020204" charset="-122"/>
                          <a:ea typeface="微软雅黑" panose="020B0503020204020204" charset="-122"/>
                          <a:sym typeface="+mn-ea"/>
                        </a:rPr>
                        <a:t>诚信不存在学术道德问题/不良社会信用记录 / 科研诚信记录 / 违法犯罪记录（</a:t>
                      </a:r>
                      <a:r>
                        <a:rPr lang="zh-CN" altLang="en-US" sz="1000" b="1" i="1" u="sng">
                          <a:solidFill>
                            <a:schemeClr val="tx2"/>
                          </a:solidFill>
                          <a:latin typeface="微软雅黑" panose="020B0503020204020204" charset="-122"/>
                          <a:ea typeface="微软雅黑" panose="020B0503020204020204" charset="-122"/>
                          <a:cs typeface="微软雅黑" panose="020B0503020204020204" charset="-122"/>
                          <a:sym typeface="+mn-ea"/>
                        </a:rPr>
                        <a:t>关联天眼查 / 学信网 / 职称查询系统</a:t>
                      </a:r>
                      <a:r>
                        <a:rPr lang="zh-CN" altLang="en-US" sz="1000" i="1" dirty="0">
                          <a:solidFill>
                            <a:schemeClr val="tx2"/>
                          </a:solidFill>
                          <a:latin typeface="微软雅黑" panose="020B0503020204020204" charset="-122"/>
                          <a:ea typeface="微软雅黑" panose="020B0503020204020204" charset="-122"/>
                          <a:sym typeface="+mn-ea"/>
                        </a:rPr>
                        <a:t>）</a:t>
                      </a:r>
                      <a:endParaRPr lang="zh-CN" altLang="en-US" sz="1000" i="1" dirty="0">
                        <a:solidFill>
                          <a:schemeClr val="tx2"/>
                        </a:solidFill>
                        <a:latin typeface="微软雅黑" panose="020B0503020204020204" charset="-122"/>
                        <a:ea typeface="微软雅黑" panose="020B0503020204020204" charset="-122"/>
                        <a:sym typeface="+mn-ea"/>
                      </a:endParaRPr>
                    </a:p>
                    <a:p>
                      <a:pPr marL="171450" indent="-171450">
                        <a:buFont typeface="Wingdings" panose="05000000000000000000" charset="0"/>
                        <a:buChar char="ü"/>
                      </a:pPr>
                      <a:r>
                        <a:rPr lang="zh-CN" altLang="en-US" sz="1000" i="1" dirty="0">
                          <a:solidFill>
                            <a:schemeClr val="tx2"/>
                          </a:solidFill>
                          <a:latin typeface="微软雅黑" panose="020B0503020204020204" charset="-122"/>
                          <a:ea typeface="微软雅黑" panose="020B0503020204020204" charset="-122"/>
                          <a:sym typeface="+mn-ea"/>
                        </a:rPr>
                        <a:t> </a:t>
                      </a:r>
                      <a:r>
                        <a:rPr lang="en-US" altLang="zh-CN" sz="1000" i="1" dirty="0">
                          <a:solidFill>
                            <a:schemeClr val="tx2"/>
                          </a:solidFill>
                          <a:latin typeface="微软雅黑" panose="020B0503020204020204" charset="-122"/>
                          <a:ea typeface="微软雅黑" panose="020B0503020204020204" charset="-122"/>
                          <a:sym typeface="+mn-ea"/>
                        </a:rPr>
                        <a:t>    </a:t>
                      </a:r>
                      <a:r>
                        <a:rPr lang="zh-CN" altLang="en-US" sz="1000" i="1" dirty="0">
                          <a:solidFill>
                            <a:schemeClr val="tx2"/>
                          </a:solidFill>
                          <a:latin typeface="微软雅黑" panose="020B0503020204020204" charset="-122"/>
                          <a:ea typeface="微软雅黑" panose="020B0503020204020204" charset="-122"/>
                          <a:sym typeface="+mn-ea"/>
                        </a:rPr>
                        <a:t>与公司及被咨询项目不存在利益关联（含直接持股、任职、亲属关系等）</a:t>
                      </a:r>
                      <a:endParaRPr lang="zh-CN" altLang="en-US" sz="1000" i="1" dirty="0">
                        <a:solidFill>
                          <a:schemeClr val="tx2"/>
                        </a:solidFill>
                        <a:latin typeface="微软雅黑" panose="020B0503020204020204" charset="-122"/>
                        <a:ea typeface="微软雅黑" panose="020B0503020204020204" charset="-122"/>
                        <a:sym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r h="586740">
                <a:tc>
                  <a:txBody>
                    <a:bodyPr/>
                    <a:lstStyle/>
                    <a:p>
                      <a:pPr algn="ctr">
                        <a:buNone/>
                      </a:pPr>
                      <a:r>
                        <a:rPr lang="en-US" altLang="zh-CN" sz="1200" dirty="0">
                          <a:solidFill>
                            <a:srgbClr val="181717"/>
                          </a:solidFill>
                          <a:latin typeface="微软雅黑" panose="020B0503020204020204" charset="-122"/>
                          <a:ea typeface="微软雅黑" panose="020B0503020204020204" charset="-122"/>
                        </a:rPr>
                        <a:t>2</a:t>
                      </a:r>
                      <a:endParaRPr lang="zh-CN" altLang="en-US" sz="1200" dirty="0">
                        <a:solidFill>
                          <a:srgbClr val="181717"/>
                        </a:solidFill>
                        <a:latin typeface="微软雅黑" panose="020B0503020204020204" charset="-122"/>
                        <a:ea typeface="微软雅黑" panose="020B0503020204020204" charset="-122"/>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algn="l">
                        <a:buClrTx/>
                        <a:buSzTx/>
                        <a:buFontTx/>
                        <a:buNone/>
                      </a:pPr>
                      <a:r>
                        <a:rPr lang="zh-CN" altLang="en-US" sz="1000" dirty="0">
                          <a:solidFill>
                            <a:srgbClr val="181717"/>
                          </a:solidFill>
                          <a:latin typeface="微软雅黑" panose="020B0503020204020204" charset="-122"/>
                          <a:ea typeface="微软雅黑" panose="020B0503020204020204" charset="-122"/>
                        </a:rPr>
                        <a:t>审议入库</a:t>
                      </a:r>
                      <a:endParaRPr lang="zh-CN" altLang="en-US" sz="1000" dirty="0">
                        <a:solidFill>
                          <a:srgbClr val="181717"/>
                        </a:solidFill>
                        <a:latin typeface="微软雅黑" panose="020B0503020204020204" charset="-122"/>
                        <a:ea typeface="微软雅黑" panose="020B0503020204020204" charset="-122"/>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c>
                  <a:txBody>
                    <a:bodyPr/>
                    <a:lstStyle/>
                    <a:p>
                      <a:pPr marL="171450" indent="-171450" algn="l">
                        <a:buClrTx/>
                        <a:buSzTx/>
                        <a:buFont typeface="Arial" panose="020B0604020202020204" pitchFamily="34" charset="0"/>
                        <a:buChar char="•"/>
                      </a:pPr>
                      <a:r>
                        <a:rPr lang="zh-CN" altLang="en-US" sz="1000" b="1" dirty="0">
                          <a:solidFill>
                            <a:srgbClr val="181717"/>
                          </a:solidFill>
                          <a:latin typeface="微软雅黑" panose="020B0503020204020204" charset="-122"/>
                          <a:ea typeface="微软雅黑" panose="020B0503020204020204" charset="-122"/>
                          <a:sym typeface="+mn-ea"/>
                        </a:rPr>
                        <a:t>入库审批。股权运营部根据审核通过的专家名单向公司总办会</a:t>
                      </a:r>
                      <a:r>
                        <a:rPr lang="zh-CN" altLang="en-US" sz="1000" b="1" dirty="0">
                          <a:solidFill>
                            <a:srgbClr val="181717"/>
                          </a:solidFill>
                          <a:latin typeface="微软雅黑" panose="020B0503020204020204" charset="-122"/>
                          <a:ea typeface="微软雅黑" panose="020B0503020204020204" charset="-122"/>
                          <a:sym typeface="+mn-ea"/>
                        </a:rPr>
                        <a:t>通报</a:t>
                      </a:r>
                      <a:endParaRPr lang="zh-CN" altLang="en-US" sz="1000" b="1" dirty="0">
                        <a:solidFill>
                          <a:srgbClr val="181717"/>
                        </a:solidFill>
                        <a:latin typeface="微软雅黑" panose="020B0503020204020204" charset="-122"/>
                        <a:ea typeface="微软雅黑" panose="020B0503020204020204" charset="-122"/>
                        <a:sym typeface="+mn-ea"/>
                      </a:endParaRPr>
                    </a:p>
                    <a:p>
                      <a:pPr marL="171450" indent="-171450" algn="l">
                        <a:buClrTx/>
                        <a:buSzTx/>
                        <a:buFont typeface="Arial" panose="020B0604020202020204" pitchFamily="34" charset="0"/>
                        <a:buChar char="•"/>
                      </a:pPr>
                      <a:r>
                        <a:rPr lang="zh-CN" altLang="en-US" sz="1000" b="1" dirty="0">
                          <a:solidFill>
                            <a:srgbClr val="181717"/>
                          </a:solidFill>
                          <a:latin typeface="微软雅黑" panose="020B0503020204020204" charset="-122"/>
                          <a:ea typeface="微软雅黑" panose="020B0503020204020204" charset="-122"/>
                          <a:sym typeface="+mn-ea"/>
                        </a:rPr>
                        <a:t>签发聘书：</a:t>
                      </a:r>
                      <a:r>
                        <a:rPr lang="zh-CN" altLang="en-US" sz="1000" b="0" dirty="0">
                          <a:solidFill>
                            <a:srgbClr val="181717"/>
                          </a:solidFill>
                          <a:latin typeface="微软雅黑" panose="020B0503020204020204" charset="-122"/>
                          <a:ea typeface="微软雅黑" panose="020B0503020204020204" charset="-122"/>
                          <a:sym typeface="+mn-ea"/>
                        </a:rPr>
                        <a:t>公司向专家签发聘书，聘期3年，期满可续聘。聘书签订完成后，专家正式入库</a:t>
                      </a:r>
                      <a:endParaRPr lang="zh-CN" altLang="en-US" sz="1000" b="0" dirty="0">
                        <a:solidFill>
                          <a:srgbClr val="181717"/>
                        </a:solidFill>
                        <a:latin typeface="微软雅黑" panose="020B0503020204020204" charset="-122"/>
                        <a:ea typeface="微软雅黑" panose="020B0503020204020204" charset="-122"/>
                        <a:sym typeface="+mn-ea"/>
                      </a:endParaRPr>
                    </a:p>
                  </a:txBody>
                  <a:tcPr anchor="ct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noFill/>
                  </a:tcPr>
                </a:tc>
              </a:tr>
            </a:tbl>
          </a:graphicData>
        </a:graphic>
      </p:graphicFrame>
      <p:sp>
        <p:nvSpPr>
          <p:cNvPr id="11" name="文本框 10"/>
          <p:cNvSpPr txBox="1"/>
          <p:nvPr/>
        </p:nvSpPr>
        <p:spPr>
          <a:xfrm>
            <a:off x="10236835" y="4256405"/>
            <a:ext cx="990600" cy="875665"/>
          </a:xfrm>
          <a:prstGeom prst="rect">
            <a:avLst/>
          </a:prstGeom>
        </p:spPr>
        <p:txBody>
          <a:bodyPr wrap="square">
            <a:spAutoFit/>
          </a:bodyPr>
          <a:p>
            <a:pPr marL="0" algn="ctr">
              <a:buClr>
                <a:srgbClr val="000000"/>
              </a:buClr>
              <a:buSzTx/>
              <a:buFont typeface="Arial" panose="020B0604020202020204" pitchFamily="34" charset="0"/>
            </a:pPr>
            <a:r>
              <a:rPr lang="zh-CN" altLang="en-US" sz="1200" b="1" i="0" dirty="0">
                <a:solidFill>
                  <a:srgbClr val="000000"/>
                </a:solidFill>
                <a:latin typeface="+mj-ea"/>
                <a:ea typeface="+mj-ea"/>
              </a:rPr>
              <a:t>交互</a:t>
            </a:r>
            <a:r>
              <a:rPr lang="zh-CN" altLang="en-US" sz="1200" b="1" i="0" dirty="0">
                <a:solidFill>
                  <a:srgbClr val="000000"/>
                </a:solidFill>
                <a:latin typeface="+mj-ea"/>
                <a:ea typeface="+mj-ea"/>
              </a:rPr>
              <a:t>式自然语言问答</a:t>
            </a:r>
            <a:endParaRPr lang="zh-CN" altLang="en-US" sz="1200" b="1" i="0" dirty="0">
              <a:solidFill>
                <a:srgbClr val="000000"/>
              </a:solidFill>
              <a:latin typeface="+mj-ea"/>
              <a:ea typeface="+mj-ea"/>
            </a:endParaRPr>
          </a:p>
          <a:p>
            <a:pPr marL="0" algn="ctr">
              <a:buClr>
                <a:srgbClr val="000000"/>
              </a:buClr>
              <a:buSzTx/>
              <a:buFont typeface="Arial" panose="020B0604020202020204" pitchFamily="34" charset="0"/>
            </a:pPr>
            <a:r>
              <a:rPr lang="zh-CN" altLang="en-US" sz="900" i="0" dirty="0">
                <a:solidFill>
                  <a:srgbClr val="000000"/>
                </a:solidFill>
                <a:latin typeface="+mj-ea"/>
                <a:ea typeface="+mj-ea"/>
              </a:rPr>
              <a:t>例：某领域专家有哪些？</a:t>
            </a:r>
            <a:endParaRPr lang="zh-CN" altLang="en-US" sz="900" i="0" dirty="0">
              <a:solidFill>
                <a:srgbClr val="000000"/>
              </a:solidFill>
              <a:latin typeface="+mj-ea"/>
              <a:ea typeface="+mj-ea"/>
            </a:endParaRPr>
          </a:p>
          <a:p>
            <a:pPr marL="0" algn="ctr">
              <a:buClr>
                <a:srgbClr val="000000"/>
              </a:buClr>
              <a:buSzTx/>
              <a:buFont typeface="Arial" panose="020B0604020202020204" pitchFamily="34" charset="0"/>
            </a:pPr>
            <a:endParaRPr lang="zh-CN" altLang="en-US" sz="900" i="0" dirty="0">
              <a:solidFill>
                <a:srgbClr val="000000"/>
              </a:solidFill>
              <a:latin typeface="+mj-ea"/>
              <a:ea typeface="+mj-ea"/>
            </a:endParaRPr>
          </a:p>
        </p:txBody>
      </p:sp>
      <p:grpSp>
        <p:nvGrpSpPr>
          <p:cNvPr id="159" name="组合 158"/>
          <p:cNvGrpSpPr/>
          <p:nvPr/>
        </p:nvGrpSpPr>
        <p:grpSpPr>
          <a:xfrm>
            <a:off x="4311650" y="4419936"/>
            <a:ext cx="489585" cy="413049"/>
            <a:chOff x="7630" y="7243"/>
            <a:chExt cx="771" cy="567"/>
          </a:xfrm>
        </p:grpSpPr>
        <p:sp>
          <p:nvSpPr>
            <p:cNvPr id="160" name="椭圆 159"/>
            <p:cNvSpPr/>
            <p:nvPr/>
          </p:nvSpPr>
          <p:spPr>
            <a:xfrm>
              <a:off x="7688" y="7243"/>
              <a:ext cx="674" cy="567"/>
            </a:xfrm>
            <a:prstGeom prst="ellipse">
              <a:avLst/>
            </a:prstGeom>
            <a:solidFill>
              <a:schemeClr val="bg1"/>
            </a:solidFill>
            <a:ln w="12700">
              <a:solidFill>
                <a:srgbClr val="C00000"/>
              </a:solidFill>
              <a:tailEnd type="none" w="med" len="sm"/>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solidFill>
              </a:endParaRPr>
            </a:p>
          </p:txBody>
        </p:sp>
        <p:sp>
          <p:nvSpPr>
            <p:cNvPr id="161" name="文本框 160"/>
            <p:cNvSpPr txBox="1"/>
            <p:nvPr/>
          </p:nvSpPr>
          <p:spPr>
            <a:xfrm>
              <a:off x="7630" y="7317"/>
              <a:ext cx="771" cy="381"/>
            </a:xfrm>
            <a:prstGeom prst="rect">
              <a:avLst/>
            </a:prstGeom>
            <a:noFill/>
          </p:spPr>
          <p:txBody>
            <a:bodyPr wrap="square" rtlCol="0" anchor="ctr" anchorCtr="0">
              <a:noAutofit/>
            </a:bodyPr>
            <a:lstStyle/>
            <a:p>
              <a:pPr algn="ctr"/>
              <a:r>
                <a:rPr lang="en-US" altLang="zh-CN" sz="1000" b="1" dirty="0">
                  <a:solidFill>
                    <a:srgbClr val="C00000"/>
                  </a:solidFill>
                  <a:latin typeface="微软雅黑" panose="020B0503020204020204" charset="-122"/>
                  <a:ea typeface="微软雅黑" panose="020B0503020204020204" charset="-122"/>
                </a:rPr>
                <a:t>AI</a:t>
              </a:r>
              <a:endParaRPr lang="en-US" altLang="zh-CN" sz="1000" b="1" dirty="0">
                <a:solidFill>
                  <a:srgbClr val="C00000"/>
                </a:solidFill>
                <a:latin typeface="微软雅黑" panose="020B0503020204020204" charset="-122"/>
                <a:ea typeface="微软雅黑" panose="020B0503020204020204" charset="-122"/>
              </a:endParaRPr>
            </a:p>
            <a:p>
              <a:pPr algn="ctr"/>
              <a:r>
                <a:rPr lang="zh-CN" altLang="en-US" sz="1000" b="1" dirty="0">
                  <a:solidFill>
                    <a:srgbClr val="C00000"/>
                  </a:solidFill>
                  <a:latin typeface="微软雅黑" panose="020B0503020204020204" charset="-122"/>
                  <a:ea typeface="微软雅黑" panose="020B0503020204020204" charset="-122"/>
                </a:rPr>
                <a:t>解构</a:t>
              </a:r>
              <a:endParaRPr lang="zh-CN" altLang="en-US" sz="1000" b="1" dirty="0">
                <a:solidFill>
                  <a:srgbClr val="C00000"/>
                </a:solidFill>
                <a:latin typeface="微软雅黑" panose="020B0503020204020204" charset="-122"/>
                <a:ea typeface="微软雅黑" panose="020B0503020204020204" charset="-122"/>
              </a:endParaRPr>
            </a:p>
          </p:txBody>
        </p:sp>
      </p:gr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sym typeface="+mn-ea"/>
              </a:rPr>
              <a:t>四、核心方案</a:t>
            </a:r>
            <a:r>
              <a:rPr lang="en-US" altLang="zh-CN" sz="2400" b="1" dirty="0">
                <a:solidFill>
                  <a:srgbClr val="152A8C"/>
                </a:solidFill>
                <a:latin typeface="微软雅黑" panose="020B0503020204020204" charset="-122"/>
                <a:ea typeface="微软雅黑" panose="020B0503020204020204" charset="-122"/>
                <a:sym typeface="+mn-ea"/>
              </a:rPr>
              <a:t>-</a:t>
            </a:r>
            <a:r>
              <a:rPr lang="zh-CN" altLang="en-US" sz="1800" b="1" dirty="0">
                <a:solidFill>
                  <a:srgbClr val="152A8C"/>
                </a:solidFill>
                <a:latin typeface="微软雅黑" panose="020B0503020204020204" charset="-122"/>
                <a:ea typeface="微软雅黑" panose="020B0503020204020204" charset="-122"/>
                <a:sym typeface="+mn-ea"/>
              </a:rPr>
              <a:t>②调用</a:t>
            </a:r>
            <a:endParaRPr lang="zh-CN" altLang="en-US" sz="1800" b="1" dirty="0">
              <a:solidFill>
                <a:srgbClr val="152A8C"/>
              </a:solidFill>
              <a:latin typeface="微软雅黑" panose="020B0503020204020204" charset="-122"/>
              <a:ea typeface="微软雅黑" panose="020B0503020204020204" charset="-122"/>
              <a:sym typeface="+mn-ea"/>
            </a:endParaRPr>
          </a:p>
        </p:txBody>
      </p:sp>
      <p:sp>
        <p:nvSpPr>
          <p:cNvPr id="3" name="文本框 102"/>
          <p:cNvSpPr txBox="1"/>
          <p:nvPr/>
        </p:nvSpPr>
        <p:spPr>
          <a:xfrm>
            <a:off x="462280" y="900430"/>
            <a:ext cx="11304270" cy="619125"/>
          </a:xfrm>
          <a:prstGeom prst="rect">
            <a:avLst/>
          </a:prstGeom>
          <a:noFill/>
          <a:ln w="9525">
            <a:noFill/>
          </a:ln>
        </p:spPr>
        <p:txBody>
          <a:bodyPr anchor="t" anchorCtr="0"/>
          <a:p>
            <a:pPr marL="342900" indent="-342900">
              <a:lnSpc>
                <a:spcPct val="11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sym typeface="+mn-ea"/>
              </a:rPr>
              <a:t>通过需求提报、智能匹配、交付办结、费用结算构建专家调用流程，依托智能匹配模型实现专家自动推荐，兼顾实际业务需求，</a:t>
            </a:r>
            <a:r>
              <a:rPr lang="zh-CN" altLang="en-US" sz="1600" b="1" dirty="0">
                <a:solidFill>
                  <a:srgbClr val="152A8C"/>
                </a:solidFill>
                <a:latin typeface="微软雅黑" panose="020B0503020204020204" charset="-122"/>
                <a:ea typeface="微软雅黑" panose="020B0503020204020204" charset="-122"/>
                <a:sym typeface="+mn-ea"/>
              </a:rPr>
              <a:t>实现全链路规范化运转</a:t>
            </a:r>
            <a:endParaRPr lang="zh-CN" altLang="en-US" sz="1600" b="1" dirty="0">
              <a:solidFill>
                <a:srgbClr val="152A8C"/>
              </a:solidFill>
              <a:latin typeface="微软雅黑" panose="020B0503020204020204" charset="-122"/>
              <a:ea typeface="微软雅黑" panose="020B0503020204020204" charset="-122"/>
              <a:sym typeface="+mn-ea"/>
            </a:endParaRPr>
          </a:p>
        </p:txBody>
      </p:sp>
      <p:sp>
        <p:nvSpPr>
          <p:cNvPr id="8" name="矩形 7"/>
          <p:cNvSpPr/>
          <p:nvPr/>
        </p:nvSpPr>
        <p:spPr>
          <a:xfrm>
            <a:off x="539115" y="1629410"/>
            <a:ext cx="2750185" cy="4417695"/>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9" name="文本框 8"/>
          <p:cNvSpPr txBox="1"/>
          <p:nvPr/>
        </p:nvSpPr>
        <p:spPr>
          <a:xfrm>
            <a:off x="1623695" y="1491615"/>
            <a:ext cx="680720"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输入</a:t>
            </a:r>
            <a:endParaRPr lang="zh-CN" altLang="en-US" sz="1400" b="1" dirty="0">
              <a:solidFill>
                <a:srgbClr val="C00000"/>
              </a:solidFill>
              <a:latin typeface="+mj-ea"/>
              <a:ea typeface="+mj-ea"/>
            </a:endParaRPr>
          </a:p>
        </p:txBody>
      </p:sp>
      <p:sp>
        <p:nvSpPr>
          <p:cNvPr id="10" name="矩形 9"/>
          <p:cNvSpPr/>
          <p:nvPr/>
        </p:nvSpPr>
        <p:spPr>
          <a:xfrm>
            <a:off x="10233025" y="1623695"/>
            <a:ext cx="969010" cy="442468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1" name="文本框 10"/>
          <p:cNvSpPr txBox="1"/>
          <p:nvPr/>
        </p:nvSpPr>
        <p:spPr>
          <a:xfrm>
            <a:off x="10336530" y="1478915"/>
            <a:ext cx="600710"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输出</a:t>
            </a:r>
            <a:endParaRPr lang="zh-CN" altLang="en-US" sz="1400" b="1" dirty="0">
              <a:solidFill>
                <a:srgbClr val="C00000"/>
              </a:solidFill>
              <a:latin typeface="+mj-ea"/>
              <a:ea typeface="+mj-ea"/>
            </a:endParaRPr>
          </a:p>
        </p:txBody>
      </p:sp>
      <p:sp>
        <p:nvSpPr>
          <p:cNvPr id="12" name="文本框 11"/>
          <p:cNvSpPr txBox="1"/>
          <p:nvPr/>
        </p:nvSpPr>
        <p:spPr>
          <a:xfrm>
            <a:off x="10236835" y="2344420"/>
            <a:ext cx="982345" cy="768350"/>
          </a:xfrm>
          <a:prstGeom prst="rect">
            <a:avLst/>
          </a:prstGeom>
          <a:noFill/>
        </p:spPr>
        <p:txBody>
          <a:bodyPr wrap="square">
            <a:sp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专家服务任务通知单</a:t>
            </a:r>
            <a:endParaRPr lang="zh-CN" altLang="en-US" sz="1000" b="1"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800" dirty="0">
                <a:solidFill>
                  <a:srgbClr val="000000"/>
                </a:solidFill>
                <a:latin typeface="+mj-ea"/>
                <a:ea typeface="+mj-ea"/>
              </a:rPr>
              <a:t>明确服务内容、周期、权责</a:t>
            </a:r>
            <a:endParaRPr lang="zh-CN" altLang="en-US" sz="800"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800" dirty="0">
                <a:solidFill>
                  <a:srgbClr val="000000"/>
                </a:solidFill>
                <a:latin typeface="+mj-ea"/>
                <a:ea typeface="+mj-ea"/>
              </a:rPr>
              <a:t>锁定服务排期</a:t>
            </a:r>
            <a:endParaRPr lang="zh-CN" altLang="en-US" sz="800" dirty="0">
              <a:solidFill>
                <a:srgbClr val="000000"/>
              </a:solidFill>
              <a:latin typeface="+mj-ea"/>
              <a:ea typeface="+mj-ea"/>
            </a:endParaRPr>
          </a:p>
        </p:txBody>
      </p:sp>
      <p:sp>
        <p:nvSpPr>
          <p:cNvPr id="13" name="Rounded Rectangle 69"/>
          <p:cNvSpPr/>
          <p:nvPr/>
        </p:nvSpPr>
        <p:spPr>
          <a:xfrm>
            <a:off x="11463655" y="3044190"/>
            <a:ext cx="549910" cy="530860"/>
          </a:xfrm>
          <a:prstGeom prst="rect">
            <a:avLst/>
          </a:prstGeom>
          <a:solidFill>
            <a:schemeClr val="bg1">
              <a:lumMod val="85000"/>
            </a:schemeClr>
          </a:solidFill>
          <a:ln w="9525">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200" b="1" kern="0" dirty="0">
                <a:solidFill>
                  <a:srgbClr val="152A8C"/>
                </a:solidFill>
                <a:latin typeface="微软雅黑" panose="020B0503020204020204" charset="-122"/>
                <a:ea typeface="微软雅黑" panose="020B0503020204020204" charset="-122"/>
                <a:sym typeface="+mn-ea"/>
              </a:rPr>
              <a:t>专家</a:t>
            </a:r>
            <a:r>
              <a:rPr lang="zh-CN" altLang="en-US" sz="1200" b="1" kern="0" dirty="0">
                <a:solidFill>
                  <a:srgbClr val="152A8C"/>
                </a:solidFill>
                <a:latin typeface="微软雅黑" panose="020B0503020204020204" charset="-122"/>
                <a:ea typeface="微软雅黑" panose="020B0503020204020204" charset="-122"/>
                <a:sym typeface="+mn-ea"/>
              </a:rPr>
              <a:t>评价</a:t>
            </a:r>
            <a:endParaRPr lang="zh-CN" altLang="en-US" sz="1200" b="1" kern="0" dirty="0">
              <a:solidFill>
                <a:srgbClr val="152A8C"/>
              </a:solidFill>
              <a:latin typeface="微软雅黑" panose="020B0503020204020204" charset="-122"/>
              <a:ea typeface="微软雅黑" panose="020B0503020204020204" charset="-122"/>
              <a:sym typeface="+mn-ea"/>
            </a:endParaRPr>
          </a:p>
        </p:txBody>
      </p:sp>
      <p:sp>
        <p:nvSpPr>
          <p:cNvPr id="14" name="右箭头 13"/>
          <p:cNvSpPr/>
          <p:nvPr/>
        </p:nvSpPr>
        <p:spPr>
          <a:xfrm>
            <a:off x="11322050" y="3190875"/>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9" name="文本框 18"/>
          <p:cNvSpPr txBox="1"/>
          <p:nvPr/>
        </p:nvSpPr>
        <p:spPr>
          <a:xfrm>
            <a:off x="3708400" y="2530475"/>
            <a:ext cx="6184265" cy="42418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mj-ea"/>
                <a:ea typeface="+mj-ea"/>
              </a:rPr>
              <a:t>智能匹配</a:t>
            </a:r>
            <a:r>
              <a:rPr lang="en-US" altLang="zh-CN" sz="1200" b="1" dirty="0">
                <a:solidFill>
                  <a:srgbClr val="152A8C"/>
                </a:solidFill>
                <a:latin typeface="+mj-ea"/>
                <a:ea typeface="+mj-ea"/>
              </a:rPr>
              <a:t> </a:t>
            </a:r>
            <a:r>
              <a:rPr lang="zh-CN" altLang="en-US" sz="1200" b="1" dirty="0">
                <a:solidFill>
                  <a:srgbClr val="152A8C"/>
                </a:solidFill>
                <a:latin typeface="+mj-ea"/>
                <a:ea typeface="+mj-ea"/>
              </a:rPr>
              <a:t>：</a:t>
            </a:r>
            <a:r>
              <a:rPr lang="zh-CN" altLang="en-US" sz="1200" dirty="0">
                <a:solidFill>
                  <a:srgbClr val="152A8C"/>
                </a:solidFill>
                <a:latin typeface="+mj-ea"/>
                <a:ea typeface="+mj-ea"/>
              </a:rPr>
              <a:t>遵循公平公正公开原则，围绕业务场景、需求标签、历史履约评价等多维度要素，完成专家智能推荐，</a:t>
            </a:r>
            <a:r>
              <a:rPr lang="zh-CN" altLang="en-US" sz="1200" dirty="0">
                <a:solidFill>
                  <a:srgbClr val="152A8C"/>
                </a:solidFill>
                <a:latin typeface="微软雅黑" panose="020B0503020204020204" charset="-122"/>
                <a:ea typeface="微软雅黑" panose="020B0503020204020204" charset="-122"/>
                <a:sym typeface="+mn-ea"/>
              </a:rPr>
              <a:t>内外专家至少各1名</a:t>
            </a:r>
            <a:endParaRPr lang="zh-CN" altLang="en-US" sz="1200" dirty="0">
              <a:solidFill>
                <a:srgbClr val="152A8C"/>
              </a:solidFill>
              <a:latin typeface="+mj-ea"/>
              <a:ea typeface="+mj-ea"/>
            </a:endParaRPr>
          </a:p>
          <a:p>
            <a:pPr marL="628650" lvl="1" indent="-171450">
              <a:lnSpc>
                <a:spcPct val="130000"/>
              </a:lnSpc>
              <a:buClr>
                <a:srgbClr val="152A8C"/>
              </a:buClr>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合规调用：智能匹配时通过关联天眼查，回避关联关系（专家与项目主体存在股权、任职关联）</a:t>
            </a:r>
            <a:endParaRPr lang="zh-CN" altLang="en-US" sz="1200" dirty="0">
              <a:solidFill>
                <a:srgbClr val="152A8C"/>
              </a:solidFill>
              <a:latin typeface="微软雅黑" panose="020B0503020204020204" charset="-122"/>
              <a:ea typeface="微软雅黑" panose="020B0503020204020204" charset="-122"/>
              <a:sym typeface="+mn-ea"/>
            </a:endParaRPr>
          </a:p>
          <a:p>
            <a:pPr marL="628650" lvl="1" indent="-171450" algn="l">
              <a:lnSpc>
                <a:spcPct val="130000"/>
              </a:lnSpc>
              <a:buClr>
                <a:srgbClr val="152A8C"/>
              </a:buClr>
              <a:buSzTx/>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合理调整：智能匹配推荐后，需求方立足业务实际提出调整需求的，应经部门总监审批确认后，确定最终人选</a:t>
            </a:r>
            <a:endParaRPr lang="zh-CN" altLang="en-US" sz="1200" dirty="0">
              <a:solidFill>
                <a:srgbClr val="152A8C"/>
              </a:solidFill>
              <a:latin typeface="微软雅黑" panose="020B0503020204020204" charset="-122"/>
              <a:ea typeface="微软雅黑" panose="020B0503020204020204" charset="-122"/>
              <a:sym typeface="+mn-ea"/>
            </a:endParaRPr>
          </a:p>
          <a:p>
            <a:pPr marL="628650" lvl="1" indent="-171450" algn="l">
              <a:lnSpc>
                <a:spcPct val="130000"/>
              </a:lnSpc>
              <a:buClr>
                <a:srgbClr val="152A8C"/>
              </a:buClr>
              <a:buSzTx/>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服务排期：股权运营部对接专家时间及需交付事项，锁定服务排期，由专家</a:t>
            </a:r>
            <a:r>
              <a:rPr lang="zh-CN" altLang="en-US" sz="1200" dirty="0">
                <a:solidFill>
                  <a:srgbClr val="152A8C"/>
                </a:solidFill>
                <a:latin typeface="微软雅黑" panose="020B0503020204020204" charset="-122"/>
                <a:ea typeface="微软雅黑" panose="020B0503020204020204" charset="-122"/>
                <a:sym typeface="+mn-ea"/>
              </a:rPr>
              <a:t>签订《利害关系承诺表》</a:t>
            </a:r>
            <a:endParaRPr lang="zh-CN" altLang="en-US" sz="1200" b="0" dirty="0">
              <a:solidFill>
                <a:srgbClr val="152A8C"/>
              </a:solidFill>
              <a:latin typeface="微软雅黑" panose="020B0503020204020204" charset="-122"/>
              <a:ea typeface="微软雅黑" panose="020B0503020204020204" charset="-122"/>
              <a:sym typeface="+mn-ea"/>
            </a:endParaRPr>
          </a:p>
          <a:p>
            <a:pPr marL="628650" lvl="1" indent="-171450" algn="l">
              <a:lnSpc>
                <a:spcPct val="130000"/>
              </a:lnSpc>
              <a:buClr>
                <a:srgbClr val="152A8C"/>
              </a:buClr>
              <a:buSzTx/>
              <a:buFont typeface="Arial" panose="020B0604020202020204" pitchFamily="34" charset="0"/>
              <a:buChar char="•"/>
            </a:pPr>
            <a:endParaRPr lang="zh-CN" altLang="en-US" sz="1200" dirty="0">
              <a:solidFill>
                <a:srgbClr val="152A8C"/>
              </a:solidFill>
              <a:latin typeface="微软雅黑" panose="020B0503020204020204" charset="-122"/>
              <a:ea typeface="微软雅黑" panose="020B0503020204020204" charset="-122"/>
              <a:sym typeface="+mn-ea"/>
            </a:endParaRPr>
          </a:p>
          <a:p>
            <a:pPr marL="171450" indent="-171450">
              <a:lnSpc>
                <a:spcPct val="130000"/>
              </a:lnSpc>
              <a:buClr>
                <a:srgbClr val="152A8C"/>
              </a:buClr>
              <a:buFont typeface="Wingdings" panose="05000000000000000000" charset="0"/>
              <a:buChar char="Ø"/>
            </a:pPr>
            <a:endParaRPr lang="zh-CN" altLang="en-US" sz="1200" dirty="0">
              <a:solidFill>
                <a:srgbClr val="152A8C"/>
              </a:solidFill>
              <a:latin typeface="+mj-ea"/>
              <a:ea typeface="+mj-ea"/>
            </a:endParaRPr>
          </a:p>
          <a:p>
            <a:pPr marL="171450" indent="-171450">
              <a:lnSpc>
                <a:spcPct val="130000"/>
              </a:lnSpc>
              <a:buClr>
                <a:srgbClr val="152A8C"/>
              </a:buClr>
              <a:buFont typeface="Wingdings" panose="05000000000000000000" charset="0"/>
              <a:buChar char="Ø"/>
            </a:pPr>
            <a:endParaRPr lang="zh-CN" altLang="en-US" sz="1200" dirty="0">
              <a:solidFill>
                <a:srgbClr val="152A8C"/>
              </a:solidFill>
              <a:latin typeface="+mj-ea"/>
              <a:ea typeface="+mj-ea"/>
            </a:endParaRPr>
          </a:p>
          <a:p>
            <a:pPr marL="171450" indent="-171450">
              <a:lnSpc>
                <a:spcPct val="130000"/>
              </a:lnSpc>
              <a:buClr>
                <a:srgbClr val="152A8C"/>
              </a:buClr>
              <a:buFont typeface="Wingdings" panose="05000000000000000000" charset="0"/>
              <a:buChar char="Ø"/>
            </a:pPr>
            <a:endParaRPr lang="zh-CN" altLang="en-US" sz="1200" dirty="0">
              <a:solidFill>
                <a:srgbClr val="152A8C"/>
              </a:solidFill>
              <a:latin typeface="+mj-ea"/>
              <a:ea typeface="+mj-ea"/>
            </a:endParaRPr>
          </a:p>
        </p:txBody>
      </p:sp>
      <p:sp>
        <p:nvSpPr>
          <p:cNvPr id="22" name="右箭头 21"/>
          <p:cNvSpPr/>
          <p:nvPr/>
        </p:nvSpPr>
        <p:spPr>
          <a:xfrm>
            <a:off x="3345180" y="2785110"/>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31" name="右箭头 30"/>
          <p:cNvSpPr/>
          <p:nvPr/>
        </p:nvSpPr>
        <p:spPr>
          <a:xfrm>
            <a:off x="9894570" y="2785110"/>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32" name="矩形 31"/>
          <p:cNvSpPr/>
          <p:nvPr/>
        </p:nvSpPr>
        <p:spPr>
          <a:xfrm>
            <a:off x="3566795" y="1638935"/>
            <a:ext cx="6301740" cy="4417695"/>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33" name="文本框 32"/>
          <p:cNvSpPr txBox="1"/>
          <p:nvPr/>
        </p:nvSpPr>
        <p:spPr>
          <a:xfrm>
            <a:off x="6242685" y="1471930"/>
            <a:ext cx="1304925"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规则</a:t>
            </a:r>
            <a:r>
              <a:rPr lang="en-US" altLang="zh-CN" sz="1400" b="1" dirty="0">
                <a:solidFill>
                  <a:srgbClr val="C00000"/>
                </a:solidFill>
                <a:latin typeface="+mj-ea"/>
                <a:ea typeface="+mj-ea"/>
              </a:rPr>
              <a:t>/</a:t>
            </a:r>
            <a:r>
              <a:rPr lang="zh-CN" altLang="en-US" sz="1400" b="1" dirty="0">
                <a:solidFill>
                  <a:srgbClr val="C00000"/>
                </a:solidFill>
                <a:latin typeface="+mj-ea"/>
                <a:ea typeface="+mj-ea"/>
              </a:rPr>
              <a:t>模型</a:t>
            </a:r>
            <a:endParaRPr lang="zh-CN" altLang="en-US" sz="1400" b="1" dirty="0">
              <a:solidFill>
                <a:srgbClr val="C00000"/>
              </a:solidFill>
              <a:latin typeface="+mj-ea"/>
              <a:ea typeface="+mj-ea"/>
            </a:endParaRPr>
          </a:p>
        </p:txBody>
      </p:sp>
      <p:sp>
        <p:nvSpPr>
          <p:cNvPr id="34" name="文本框 33"/>
          <p:cNvSpPr txBox="1"/>
          <p:nvPr/>
        </p:nvSpPr>
        <p:spPr>
          <a:xfrm>
            <a:off x="10188575" y="3341370"/>
            <a:ext cx="1010920" cy="1112520"/>
          </a:xfrm>
          <a:prstGeom prst="rect">
            <a:avLst/>
          </a:prstGeom>
          <a:noFill/>
        </p:spPr>
        <p:txBody>
          <a:bodyPr wrap="square">
            <a:no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专家候选推荐清单</a:t>
            </a:r>
            <a:endParaRPr lang="zh-CN" altLang="en-US" sz="1000" b="1"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800" dirty="0">
                <a:solidFill>
                  <a:srgbClr val="000000"/>
                </a:solidFill>
                <a:latin typeface="+mj-ea"/>
                <a:ea typeface="+mj-ea"/>
              </a:rPr>
              <a:t>经智能匹配与回避过滤后的候选专家列表</a:t>
            </a:r>
            <a:endParaRPr lang="zh-CN" altLang="en-US" sz="800" dirty="0">
              <a:solidFill>
                <a:srgbClr val="000000"/>
              </a:solidFill>
              <a:latin typeface="+mj-ea"/>
              <a:ea typeface="+mj-ea"/>
            </a:endParaRPr>
          </a:p>
          <a:p>
            <a:pPr indent="0" algn="ctr">
              <a:lnSpc>
                <a:spcPct val="100000"/>
              </a:lnSpc>
              <a:buClr>
                <a:srgbClr val="000000"/>
              </a:buClr>
              <a:buFont typeface="Arial" panose="020B0604020202020204" pitchFamily="34" charset="0"/>
              <a:buNone/>
            </a:pPr>
            <a:endParaRPr lang="zh-CN" altLang="en-US" sz="800" dirty="0">
              <a:solidFill>
                <a:srgbClr val="000000"/>
              </a:solidFill>
              <a:latin typeface="+mj-ea"/>
              <a:ea typeface="+mj-ea"/>
            </a:endParaRPr>
          </a:p>
        </p:txBody>
      </p:sp>
      <p:sp>
        <p:nvSpPr>
          <p:cNvPr id="35" name="文本框 34"/>
          <p:cNvSpPr txBox="1"/>
          <p:nvPr/>
        </p:nvSpPr>
        <p:spPr>
          <a:xfrm>
            <a:off x="10236835" y="4166870"/>
            <a:ext cx="924560" cy="706755"/>
          </a:xfrm>
          <a:prstGeom prst="rect">
            <a:avLst/>
          </a:prstGeom>
          <a:noFill/>
        </p:spPr>
        <p:txBody>
          <a:bodyPr wrap="square">
            <a:sp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调用台账记录，平台留存调用全流程单据</a:t>
            </a:r>
            <a:endParaRPr lang="zh-CN" altLang="en-US" sz="1000" b="1" dirty="0">
              <a:solidFill>
                <a:srgbClr val="000000"/>
              </a:solidFill>
              <a:latin typeface="+mj-ea"/>
              <a:ea typeface="+mj-ea"/>
            </a:endParaRPr>
          </a:p>
        </p:txBody>
      </p:sp>
      <p:sp>
        <p:nvSpPr>
          <p:cNvPr id="41" name="文本框 40"/>
          <p:cNvSpPr txBox="1"/>
          <p:nvPr/>
        </p:nvSpPr>
        <p:spPr>
          <a:xfrm>
            <a:off x="10226040" y="5131435"/>
            <a:ext cx="924560" cy="245110"/>
          </a:xfrm>
          <a:prstGeom prst="rect">
            <a:avLst/>
          </a:prstGeom>
          <a:noFill/>
        </p:spPr>
        <p:txBody>
          <a:bodyPr wrap="square">
            <a:sp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a:t>
            </a:r>
            <a:r>
              <a:rPr lang="zh-CN" altLang="en-US" sz="1000" b="1" dirty="0">
                <a:solidFill>
                  <a:srgbClr val="000000"/>
                </a:solidFill>
                <a:latin typeface="+mj-ea"/>
                <a:ea typeface="+mj-ea"/>
              </a:rPr>
              <a:t>咨询记录》</a:t>
            </a:r>
            <a:endParaRPr lang="zh-CN" altLang="en-US" sz="1000" b="1" dirty="0">
              <a:solidFill>
                <a:srgbClr val="000000"/>
              </a:solidFill>
              <a:latin typeface="+mj-ea"/>
              <a:ea typeface="+mj-ea"/>
            </a:endParaRPr>
          </a:p>
        </p:txBody>
      </p:sp>
      <p:sp>
        <p:nvSpPr>
          <p:cNvPr id="146" name="文本框 145"/>
          <p:cNvSpPr txBox="1"/>
          <p:nvPr/>
        </p:nvSpPr>
        <p:spPr>
          <a:xfrm>
            <a:off x="650875" y="2656840"/>
            <a:ext cx="2546985" cy="692785"/>
          </a:xfrm>
          <a:prstGeom prst="rect">
            <a:avLst/>
          </a:prstGeom>
          <a:solidFill>
            <a:schemeClr val="tx1">
              <a:lumMod val="95000"/>
            </a:schemeClr>
          </a:solidFill>
          <a:ln>
            <a:noFill/>
          </a:ln>
        </p:spPr>
        <p:txBody>
          <a:bodyPr wrap="square">
            <a:noAutofit/>
          </a:bodyPr>
          <a:lstStyle/>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人才信息表</a:t>
            </a:r>
            <a:endParaRPr lang="zh-CN" altLang="en-US" sz="1200" b="1" dirty="0">
              <a:solidFill>
                <a:srgbClr val="E7E6E6">
                  <a:lumMod val="10000"/>
                </a:srgbClr>
              </a:solidFill>
              <a:latin typeface="+mj-ea"/>
              <a:ea typeface="+mj-ea"/>
              <a:sym typeface="+mn-ea"/>
            </a:endParaRPr>
          </a:p>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专家调用申请单（系统</a:t>
            </a:r>
            <a:r>
              <a:rPr lang="zh-CN" altLang="en-US" sz="1200" b="1" dirty="0">
                <a:solidFill>
                  <a:srgbClr val="E7E6E6">
                    <a:lumMod val="10000"/>
                  </a:srgbClr>
                </a:solidFill>
                <a:latin typeface="+mj-ea"/>
                <a:ea typeface="+mj-ea"/>
                <a:sym typeface="+mn-ea"/>
              </a:rPr>
              <a:t>发起）</a:t>
            </a:r>
            <a:endParaRPr lang="zh-CN" altLang="en-US" sz="1200" b="1" dirty="0">
              <a:solidFill>
                <a:srgbClr val="E7E6E6">
                  <a:lumMod val="10000"/>
                </a:srgbClr>
              </a:solidFill>
              <a:latin typeface="+mj-ea"/>
              <a:ea typeface="+mj-ea"/>
              <a:sym typeface="+mn-ea"/>
            </a:endParaRPr>
          </a:p>
          <a:p>
            <a:pPr marL="171450" lvl="0" indent="-171450" algn="l">
              <a:lnSpc>
                <a:spcPct val="150000"/>
              </a:lnSpc>
              <a:buClr>
                <a:srgbClr val="000000"/>
              </a:buClr>
              <a:buSzTx/>
              <a:buFont typeface="Wingdings" panose="05000000000000000000" charset="0"/>
              <a:buChar char="Ø"/>
            </a:pPr>
            <a:endParaRPr lang="zh-CN" altLang="en-US" sz="1200" b="1" dirty="0">
              <a:solidFill>
                <a:srgbClr val="E7E6E6">
                  <a:lumMod val="10000"/>
                </a:srgbClr>
              </a:solidFill>
              <a:latin typeface="+mj-ea"/>
              <a:ea typeface="+mj-ea"/>
              <a:sym typeface="+mn-ea"/>
            </a:endParaRPr>
          </a:p>
        </p:txBody>
      </p:sp>
      <p:sp>
        <p:nvSpPr>
          <p:cNvPr id="147" name="文本框 146"/>
          <p:cNvSpPr txBox="1"/>
          <p:nvPr/>
        </p:nvSpPr>
        <p:spPr>
          <a:xfrm>
            <a:off x="1541145" y="2322830"/>
            <a:ext cx="974725" cy="42735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indent="0" algn="ctr">
              <a:lnSpc>
                <a:spcPct val="150000"/>
              </a:lnSpc>
              <a:buClr>
                <a:srgbClr val="000000"/>
              </a:buClr>
              <a:buNone/>
            </a:pPr>
            <a:r>
              <a:rPr lang="zh-CN" altLang="en-US" sz="1200" b="1" dirty="0">
                <a:solidFill>
                  <a:srgbClr val="152A8C"/>
                </a:solidFill>
                <a:latin typeface="+mj-ea"/>
                <a:ea typeface="+mj-ea"/>
              </a:rPr>
              <a:t>附件内容</a:t>
            </a:r>
            <a:endParaRPr lang="zh-CN" altLang="en-US" sz="1200" b="1" dirty="0">
              <a:solidFill>
                <a:srgbClr val="152A8C"/>
              </a:solidFill>
              <a:latin typeface="+mj-ea"/>
              <a:ea typeface="+mj-ea"/>
            </a:endParaRPr>
          </a:p>
        </p:txBody>
      </p:sp>
      <p:sp>
        <p:nvSpPr>
          <p:cNvPr id="17" name="文本框 16"/>
          <p:cNvSpPr txBox="1"/>
          <p:nvPr/>
        </p:nvSpPr>
        <p:spPr>
          <a:xfrm>
            <a:off x="1528445" y="3531870"/>
            <a:ext cx="974725" cy="42735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indent="0" algn="ctr">
              <a:lnSpc>
                <a:spcPct val="150000"/>
              </a:lnSpc>
              <a:buClr>
                <a:srgbClr val="000000"/>
              </a:buClr>
              <a:buNone/>
            </a:pPr>
            <a:r>
              <a:rPr lang="zh-CN" altLang="en-US" sz="1200" b="1" dirty="0">
                <a:solidFill>
                  <a:srgbClr val="152A8C"/>
                </a:solidFill>
                <a:latin typeface="+mj-ea"/>
                <a:ea typeface="+mj-ea"/>
              </a:rPr>
              <a:t>数据提取</a:t>
            </a:r>
            <a:endParaRPr lang="zh-CN" altLang="en-US" sz="1200" b="1" dirty="0">
              <a:solidFill>
                <a:srgbClr val="152A8C"/>
              </a:solidFill>
              <a:latin typeface="+mj-ea"/>
              <a:ea typeface="+mj-ea"/>
            </a:endParaRPr>
          </a:p>
        </p:txBody>
      </p:sp>
      <p:sp>
        <p:nvSpPr>
          <p:cNvPr id="149" name="文本框 148"/>
          <p:cNvSpPr txBox="1"/>
          <p:nvPr/>
        </p:nvSpPr>
        <p:spPr>
          <a:xfrm>
            <a:off x="671195" y="3843655"/>
            <a:ext cx="2527300" cy="1340485"/>
          </a:xfrm>
          <a:prstGeom prst="rect">
            <a:avLst/>
          </a:prstGeom>
          <a:solidFill>
            <a:schemeClr val="accent1">
              <a:lumMod val="20000"/>
              <a:lumOff val="80000"/>
            </a:schemeClr>
          </a:solidFill>
          <a:ln>
            <a:noFill/>
          </a:ln>
        </p:spPr>
        <p:txBody>
          <a:bodyPr wrap="square">
            <a:noAutofit/>
          </a:bodyPr>
          <a:lstStyle/>
          <a:p>
            <a:pPr marL="171450" indent="-171450">
              <a:lnSpc>
                <a:spcPct val="150000"/>
              </a:lnSpc>
              <a:buClr>
                <a:srgbClr val="000000"/>
              </a:buClr>
              <a:buFont typeface="Wingdings" panose="05000000000000000000" charset="0"/>
              <a:buChar char="Ø"/>
            </a:pPr>
            <a:r>
              <a:rPr lang="zh-CN" altLang="en-US" sz="1200" b="1" dirty="0">
                <a:solidFill>
                  <a:srgbClr val="E7E6E6">
                    <a:lumMod val="10000"/>
                  </a:srgbClr>
                </a:solidFill>
                <a:latin typeface="+mj-ea"/>
                <a:ea typeface="+mj-ea"/>
              </a:rPr>
              <a:t>业务需求标签：</a:t>
            </a:r>
            <a:r>
              <a:rPr lang="zh-CN" altLang="en-US" sz="1200" dirty="0">
                <a:solidFill>
                  <a:srgbClr val="E7E6E6">
                    <a:lumMod val="10000"/>
                  </a:srgbClr>
                </a:solidFill>
                <a:latin typeface="+mj-ea"/>
                <a:ea typeface="+mj-ea"/>
              </a:rPr>
              <a:t>业务场景、所需专业领域、专家等级、服务周期</a:t>
            </a:r>
            <a:endParaRPr lang="zh-CN" altLang="en-US" sz="1200" b="1" dirty="0">
              <a:solidFill>
                <a:srgbClr val="E7E6E6">
                  <a:lumMod val="10000"/>
                </a:srgbClr>
              </a:solidFill>
              <a:latin typeface="+mj-ea"/>
              <a:ea typeface="+mj-ea"/>
            </a:endParaRPr>
          </a:p>
          <a:p>
            <a:pPr marL="171450" indent="-171450">
              <a:lnSpc>
                <a:spcPct val="150000"/>
              </a:lnSpc>
              <a:buClr>
                <a:srgbClr val="000000"/>
              </a:buClr>
              <a:buFont typeface="Wingdings" panose="05000000000000000000" charset="0"/>
              <a:buChar char="Ø"/>
            </a:pPr>
            <a:r>
              <a:rPr lang="zh-CN" altLang="en-US" sz="1200" b="1" dirty="0">
                <a:solidFill>
                  <a:srgbClr val="E7E6E6">
                    <a:lumMod val="10000"/>
                  </a:srgbClr>
                </a:solidFill>
                <a:latin typeface="+mj-ea"/>
                <a:ea typeface="+mj-ea"/>
              </a:rPr>
              <a:t>历史履约数据：</a:t>
            </a:r>
            <a:r>
              <a:rPr lang="zh-CN" altLang="en-US" sz="1200" dirty="0">
                <a:solidFill>
                  <a:srgbClr val="E7E6E6">
                    <a:lumMod val="10000"/>
                  </a:srgbClr>
                </a:solidFill>
                <a:latin typeface="+mj-ea"/>
                <a:ea typeface="+mj-ea"/>
              </a:rPr>
              <a:t>专家历史调用记录、历史评价</a:t>
            </a:r>
            <a:endParaRPr lang="zh-CN" altLang="en-US" sz="1200" dirty="0">
              <a:solidFill>
                <a:srgbClr val="E7E6E6">
                  <a:lumMod val="10000"/>
                </a:srgbClr>
              </a:solidFill>
              <a:latin typeface="+mj-ea"/>
              <a:ea typeface="+mj-ea"/>
            </a:endParaRPr>
          </a:p>
        </p:txBody>
      </p:sp>
      <p:sp>
        <p:nvSpPr>
          <p:cNvPr id="23" name="右箭头 22"/>
          <p:cNvSpPr/>
          <p:nvPr/>
        </p:nvSpPr>
        <p:spPr>
          <a:xfrm rot="5400000">
            <a:off x="1918970" y="3375660"/>
            <a:ext cx="213360"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67" name="文本框 166"/>
          <p:cNvSpPr txBox="1"/>
          <p:nvPr/>
        </p:nvSpPr>
        <p:spPr>
          <a:xfrm>
            <a:off x="3723005" y="1958975"/>
            <a:ext cx="6167120" cy="25781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mj-ea"/>
                <a:ea typeface="+mj-ea"/>
              </a:rPr>
              <a:t>需求提报：</a:t>
            </a:r>
            <a:r>
              <a:rPr lang="zh-CN" altLang="en-US" sz="1200" dirty="0">
                <a:solidFill>
                  <a:srgbClr val="152A8C"/>
                </a:solidFill>
                <a:latin typeface="+mj-ea"/>
                <a:ea typeface="+mj-ea"/>
              </a:rPr>
              <a:t>管户经理提报</a:t>
            </a:r>
            <a:r>
              <a:rPr lang="zh-CN" altLang="en-US" sz="1200" dirty="0">
                <a:solidFill>
                  <a:srgbClr val="152A8C"/>
                </a:solidFill>
                <a:latin typeface="微软雅黑" panose="020B0503020204020204" charset="-122"/>
                <a:ea typeface="微软雅黑" panose="020B0503020204020204" charset="-122"/>
                <a:sym typeface="+mn-ea"/>
              </a:rPr>
              <a:t>《专家调用申请单》，主要包含项目背景、核心诉求、服务时间</a:t>
            </a:r>
            <a:r>
              <a:rPr lang="zh-CN" altLang="en-US" sz="1200" dirty="0">
                <a:solidFill>
                  <a:srgbClr val="152A8C"/>
                </a:solidFill>
                <a:latin typeface="微软雅黑" panose="020B0503020204020204" charset="-122"/>
                <a:ea typeface="微软雅黑" panose="020B0503020204020204" charset="-122"/>
                <a:sym typeface="+mn-ea"/>
              </a:rPr>
              <a:t>及形式等内容</a:t>
            </a:r>
            <a:endParaRPr lang="zh-CN" altLang="en-US" sz="1200" dirty="0">
              <a:solidFill>
                <a:srgbClr val="152A8C"/>
              </a:solidFill>
              <a:latin typeface="微软雅黑" panose="020B0503020204020204" charset="-122"/>
              <a:ea typeface="微软雅黑" panose="020B0503020204020204" charset="-122"/>
              <a:sym typeface="+mn-ea"/>
            </a:endParaRPr>
          </a:p>
        </p:txBody>
      </p:sp>
      <p:sp>
        <p:nvSpPr>
          <p:cNvPr id="25" name="文本框 24"/>
          <p:cNvSpPr txBox="1"/>
          <p:nvPr/>
        </p:nvSpPr>
        <p:spPr>
          <a:xfrm>
            <a:off x="3655695" y="4544060"/>
            <a:ext cx="6167120" cy="60388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mj-ea"/>
                <a:ea typeface="+mj-ea"/>
              </a:rPr>
              <a:t>交付办结：</a:t>
            </a:r>
            <a:r>
              <a:rPr lang="zh-CN" altLang="en-US" sz="1200" dirty="0">
                <a:solidFill>
                  <a:srgbClr val="152A8C"/>
                </a:solidFill>
                <a:latin typeface="微软雅黑" panose="020B0503020204020204" charset="-122"/>
                <a:ea typeface="微软雅黑" panose="020B0503020204020204" charset="-122"/>
                <a:sym typeface="+mn-ea"/>
              </a:rPr>
              <a:t>需求方通过咨询获取专家意见，咨询方式包括会议形式、现场访谈、现场考察、通讯形式等，形成交付物《</a:t>
            </a:r>
            <a:r>
              <a:rPr lang="zh-CN" altLang="en-US" sz="1200" dirty="0">
                <a:solidFill>
                  <a:srgbClr val="152A8C"/>
                </a:solidFill>
                <a:latin typeface="微软雅黑" panose="020B0503020204020204" charset="-122"/>
                <a:ea typeface="微软雅黑" panose="020B0503020204020204" charset="-122"/>
                <a:sym typeface="+mn-ea"/>
              </a:rPr>
              <a:t>咨询记录》，上传交付物，完成归档</a:t>
            </a:r>
            <a:endParaRPr lang="zh-CN" altLang="en-US" sz="1200" dirty="0">
              <a:solidFill>
                <a:srgbClr val="152A8C"/>
              </a:solidFill>
              <a:latin typeface="微软雅黑" panose="020B0503020204020204" charset="-122"/>
              <a:ea typeface="微软雅黑" panose="020B0503020204020204" charset="-122"/>
              <a:sym typeface="+mn-ea"/>
            </a:endParaRPr>
          </a:p>
        </p:txBody>
      </p:sp>
      <p:sp>
        <p:nvSpPr>
          <p:cNvPr id="26" name="文本框 25"/>
          <p:cNvSpPr txBox="1"/>
          <p:nvPr/>
        </p:nvSpPr>
        <p:spPr>
          <a:xfrm>
            <a:off x="3655695" y="5148580"/>
            <a:ext cx="6167120" cy="59944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30000"/>
              </a:lnSpc>
              <a:buClr>
                <a:srgbClr val="152A8C"/>
              </a:buClr>
              <a:buFont typeface="Wingdings" panose="05000000000000000000" charset="0"/>
              <a:buChar char="Ø"/>
            </a:pPr>
            <a:r>
              <a:rPr lang="zh-CN" altLang="en-US" sz="1200" b="1" dirty="0">
                <a:solidFill>
                  <a:srgbClr val="152A8C"/>
                </a:solidFill>
                <a:latin typeface="微软雅黑" panose="020B0503020204020204" charset="-122"/>
                <a:ea typeface="微软雅黑" panose="020B0503020204020204" charset="-122"/>
                <a:sym typeface="+mn-ea"/>
              </a:rPr>
              <a:t>费用结算：</a:t>
            </a:r>
            <a:r>
              <a:rPr lang="zh-CN" altLang="en-US" sz="1200" dirty="0">
                <a:solidFill>
                  <a:srgbClr val="152A8C"/>
                </a:solidFill>
                <a:latin typeface="微软雅黑" panose="020B0503020204020204" charset="-122"/>
                <a:ea typeface="微软雅黑" panose="020B0503020204020204" charset="-122"/>
                <a:sym typeface="+mn-ea"/>
              </a:rPr>
              <a:t>需求部门提出付款申请，按照</a:t>
            </a:r>
            <a:r>
              <a:rPr lang="zh-CN" altLang="en-US" sz="1200" b="1" dirty="0">
                <a:solidFill>
                  <a:srgbClr val="000000"/>
                </a:solidFill>
                <a:latin typeface="微软雅黑" panose="020B0503020204020204" charset="-122"/>
                <a:ea typeface="微软雅黑" panose="020B0503020204020204" charset="-122"/>
                <a:sym typeface="+mn-ea"/>
              </a:rPr>
              <a:t>费用管理标准</a:t>
            </a:r>
            <a:r>
              <a:rPr lang="zh-CN" altLang="en-US" sz="1200" dirty="0">
                <a:solidFill>
                  <a:srgbClr val="152A8C"/>
                </a:solidFill>
                <a:latin typeface="微软雅黑" panose="020B0503020204020204" charset="-122"/>
                <a:ea typeface="微软雅黑" panose="020B0503020204020204" charset="-122"/>
                <a:sym typeface="+mn-ea"/>
              </a:rPr>
              <a:t>，完成津贴支付</a:t>
            </a:r>
            <a:endParaRPr lang="zh-CN" altLang="en-US" sz="1000" b="1" dirty="0">
              <a:solidFill>
                <a:srgbClr val="152A8C"/>
              </a:solidFill>
              <a:latin typeface="+mj-ea"/>
              <a:ea typeface="+mj-ea"/>
            </a:endParaRP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sym typeface="+mn-ea"/>
              </a:rPr>
              <a:t>四、核心方案</a:t>
            </a:r>
            <a:r>
              <a:rPr lang="en-US" altLang="zh-CN" sz="2400" b="1" dirty="0">
                <a:solidFill>
                  <a:srgbClr val="152A8C"/>
                </a:solidFill>
                <a:latin typeface="微软雅黑" panose="020B0503020204020204" charset="-122"/>
                <a:ea typeface="微软雅黑" panose="020B0503020204020204" charset="-122"/>
                <a:sym typeface="+mn-ea"/>
              </a:rPr>
              <a:t>-</a:t>
            </a:r>
            <a:r>
              <a:rPr lang="zh-CN" altLang="en-US" sz="1800" b="1" dirty="0">
                <a:solidFill>
                  <a:srgbClr val="152A8C"/>
                </a:solidFill>
                <a:latin typeface="微软雅黑" panose="020B0503020204020204" charset="-122"/>
                <a:ea typeface="微软雅黑" panose="020B0503020204020204" charset="-122"/>
                <a:sym typeface="+mn-ea"/>
              </a:rPr>
              <a:t>③评价</a:t>
            </a:r>
            <a:endParaRPr lang="zh-CN" altLang="en-US" sz="1800" b="1" dirty="0">
              <a:solidFill>
                <a:srgbClr val="152A8C"/>
              </a:solidFill>
              <a:latin typeface="微软雅黑" panose="020B0503020204020204" charset="-122"/>
              <a:ea typeface="微软雅黑" panose="020B0503020204020204" charset="-122"/>
              <a:sym typeface="+mn-ea"/>
            </a:endParaRPr>
          </a:p>
        </p:txBody>
      </p:sp>
      <p:sp>
        <p:nvSpPr>
          <p:cNvPr id="3" name="文本框 102"/>
          <p:cNvSpPr txBox="1"/>
          <p:nvPr/>
        </p:nvSpPr>
        <p:spPr>
          <a:xfrm>
            <a:off x="462280" y="852805"/>
            <a:ext cx="11730355" cy="619125"/>
          </a:xfrm>
          <a:prstGeom prst="rect">
            <a:avLst/>
          </a:prstGeom>
          <a:noFill/>
          <a:ln w="9525">
            <a:noFill/>
          </a:ln>
        </p:spPr>
        <p:txBody>
          <a:bodyPr anchor="t" anchorCtr="0"/>
          <a:p>
            <a:pPr marL="342900" indent="-342900">
              <a:lnSpc>
                <a:spcPct val="11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sym typeface="+mn-ea"/>
              </a:rPr>
              <a:t>建立专家多维度履约评价与项目回溯校验机制，形成“调用</a:t>
            </a:r>
            <a:r>
              <a:rPr lang="en-US" altLang="zh-CN" sz="1600" b="1" dirty="0">
                <a:solidFill>
                  <a:srgbClr val="152A8C"/>
                </a:solidFill>
                <a:latin typeface="微软雅黑" panose="020B0503020204020204" charset="-122"/>
                <a:ea typeface="微软雅黑" panose="020B0503020204020204" charset="-122"/>
                <a:sym typeface="+mn-ea"/>
              </a:rPr>
              <a:t>-</a:t>
            </a:r>
            <a:r>
              <a:rPr lang="zh-CN" altLang="en-US" sz="1600" b="1" dirty="0">
                <a:solidFill>
                  <a:srgbClr val="152A8C"/>
                </a:solidFill>
                <a:latin typeface="微软雅黑" panose="020B0503020204020204" charset="-122"/>
                <a:ea typeface="微软雅黑" panose="020B0503020204020204" charset="-122"/>
                <a:sym typeface="+mn-ea"/>
              </a:rPr>
              <a:t>评价</a:t>
            </a:r>
            <a:r>
              <a:rPr lang="en-US" altLang="zh-CN" sz="1600" b="1" dirty="0">
                <a:solidFill>
                  <a:srgbClr val="152A8C"/>
                </a:solidFill>
                <a:latin typeface="微软雅黑" panose="020B0503020204020204" charset="-122"/>
                <a:ea typeface="微软雅黑" panose="020B0503020204020204" charset="-122"/>
                <a:sym typeface="+mn-ea"/>
              </a:rPr>
              <a:t>-</a:t>
            </a:r>
            <a:r>
              <a:rPr lang="zh-CN" altLang="en-US" sz="1600" b="1" dirty="0">
                <a:solidFill>
                  <a:srgbClr val="152A8C"/>
                </a:solidFill>
                <a:latin typeface="微软雅黑" panose="020B0503020204020204" charset="-122"/>
                <a:ea typeface="微软雅黑" panose="020B0503020204020204" charset="-122"/>
                <a:sym typeface="+mn-ea"/>
              </a:rPr>
              <a:t>迭代</a:t>
            </a:r>
            <a:r>
              <a:rPr lang="en-US" altLang="zh-CN" sz="1600" b="1" dirty="0">
                <a:solidFill>
                  <a:srgbClr val="152A8C"/>
                </a:solidFill>
                <a:latin typeface="微软雅黑" panose="020B0503020204020204" charset="-122"/>
                <a:ea typeface="微软雅黑" panose="020B0503020204020204" charset="-122"/>
                <a:sym typeface="+mn-ea"/>
              </a:rPr>
              <a:t>-</a:t>
            </a:r>
            <a:r>
              <a:rPr lang="zh-CN" altLang="en-US" sz="1600" b="1" dirty="0">
                <a:solidFill>
                  <a:srgbClr val="152A8C"/>
                </a:solidFill>
                <a:latin typeface="微软雅黑" panose="020B0503020204020204" charset="-122"/>
                <a:ea typeface="微软雅黑" panose="020B0503020204020204" charset="-122"/>
                <a:sym typeface="+mn-ea"/>
              </a:rPr>
              <a:t>再调用”业务闭环，同步完成项目知识沉淀</a:t>
            </a:r>
            <a:endParaRPr lang="zh-CN" altLang="en-US" sz="1600" b="1" dirty="0">
              <a:solidFill>
                <a:srgbClr val="152A8C"/>
              </a:solidFill>
              <a:latin typeface="微软雅黑" panose="020B0503020204020204" charset="-122"/>
              <a:ea typeface="微软雅黑" panose="020B0503020204020204" charset="-122"/>
              <a:sym typeface="+mn-ea"/>
            </a:endParaRPr>
          </a:p>
          <a:p>
            <a:pPr marL="342900" indent="-342900" algn="l">
              <a:lnSpc>
                <a:spcPct val="110000"/>
              </a:lnSpc>
              <a:buClrTx/>
              <a:buSzTx/>
              <a:buFont typeface="Wingdings" panose="05000000000000000000" pitchFamily="2" charset="2"/>
              <a:buChar char="p"/>
            </a:pPr>
            <a:endParaRPr lang="zh-CN" altLang="en-US" sz="1600" dirty="0">
              <a:solidFill>
                <a:srgbClr val="152A8C"/>
              </a:solidFill>
              <a:latin typeface="微软雅黑" panose="020B0503020204020204" charset="-122"/>
              <a:ea typeface="微软雅黑" panose="020B0503020204020204" charset="-122"/>
              <a:sym typeface="+mn-ea"/>
            </a:endParaRPr>
          </a:p>
        </p:txBody>
      </p:sp>
      <p:sp>
        <p:nvSpPr>
          <p:cNvPr id="8" name="矩形 7"/>
          <p:cNvSpPr/>
          <p:nvPr/>
        </p:nvSpPr>
        <p:spPr>
          <a:xfrm>
            <a:off x="501015" y="1715770"/>
            <a:ext cx="2750185" cy="428371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9" name="文本框 8"/>
          <p:cNvSpPr txBox="1"/>
          <p:nvPr/>
        </p:nvSpPr>
        <p:spPr>
          <a:xfrm>
            <a:off x="1585595" y="1577975"/>
            <a:ext cx="680720"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输入</a:t>
            </a:r>
            <a:endParaRPr lang="zh-CN" altLang="en-US" sz="1400" b="1" dirty="0">
              <a:solidFill>
                <a:srgbClr val="C00000"/>
              </a:solidFill>
              <a:latin typeface="+mj-ea"/>
              <a:ea typeface="+mj-ea"/>
            </a:endParaRPr>
          </a:p>
        </p:txBody>
      </p:sp>
      <p:sp>
        <p:nvSpPr>
          <p:cNvPr id="10" name="矩形 9"/>
          <p:cNvSpPr/>
          <p:nvPr/>
        </p:nvSpPr>
        <p:spPr>
          <a:xfrm>
            <a:off x="10194925" y="1710055"/>
            <a:ext cx="969010" cy="429006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1" name="文本框 10"/>
          <p:cNvSpPr txBox="1"/>
          <p:nvPr/>
        </p:nvSpPr>
        <p:spPr>
          <a:xfrm>
            <a:off x="10298430" y="1565275"/>
            <a:ext cx="600710"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输出</a:t>
            </a:r>
            <a:endParaRPr lang="zh-CN" altLang="en-US" sz="1400" b="1" dirty="0">
              <a:solidFill>
                <a:srgbClr val="C00000"/>
              </a:solidFill>
              <a:latin typeface="+mj-ea"/>
              <a:ea typeface="+mj-ea"/>
            </a:endParaRPr>
          </a:p>
        </p:txBody>
      </p:sp>
      <p:sp>
        <p:nvSpPr>
          <p:cNvPr id="13" name="Rounded Rectangle 69"/>
          <p:cNvSpPr/>
          <p:nvPr/>
        </p:nvSpPr>
        <p:spPr>
          <a:xfrm>
            <a:off x="11425555" y="3130550"/>
            <a:ext cx="549910" cy="530860"/>
          </a:xfrm>
          <a:prstGeom prst="rect">
            <a:avLst/>
          </a:prstGeom>
          <a:solidFill>
            <a:schemeClr val="bg1">
              <a:lumMod val="85000"/>
            </a:schemeClr>
          </a:solidFill>
          <a:ln w="9525">
            <a:noFill/>
          </a:ln>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200" b="1" kern="0" dirty="0">
                <a:solidFill>
                  <a:srgbClr val="152A8C"/>
                </a:solidFill>
                <a:latin typeface="微软雅黑" panose="020B0503020204020204" charset="-122"/>
                <a:ea typeface="微软雅黑" panose="020B0503020204020204" charset="-122"/>
                <a:sym typeface="+mn-ea"/>
              </a:rPr>
              <a:t>专家</a:t>
            </a:r>
            <a:r>
              <a:rPr lang="zh-CN" altLang="en-US" sz="1200" b="1" kern="0" dirty="0">
                <a:solidFill>
                  <a:srgbClr val="152A8C"/>
                </a:solidFill>
                <a:latin typeface="微软雅黑" panose="020B0503020204020204" charset="-122"/>
                <a:ea typeface="微软雅黑" panose="020B0503020204020204" charset="-122"/>
                <a:sym typeface="+mn-ea"/>
              </a:rPr>
              <a:t>管理</a:t>
            </a:r>
            <a:endParaRPr lang="zh-CN" altLang="en-US" sz="1200" b="1" kern="0" dirty="0">
              <a:solidFill>
                <a:srgbClr val="152A8C"/>
              </a:solidFill>
              <a:latin typeface="微软雅黑" panose="020B0503020204020204" charset="-122"/>
              <a:ea typeface="微软雅黑" panose="020B0503020204020204" charset="-122"/>
              <a:sym typeface="+mn-ea"/>
            </a:endParaRPr>
          </a:p>
        </p:txBody>
      </p:sp>
      <p:sp>
        <p:nvSpPr>
          <p:cNvPr id="14" name="右箭头 13"/>
          <p:cNvSpPr/>
          <p:nvPr/>
        </p:nvSpPr>
        <p:spPr>
          <a:xfrm>
            <a:off x="11283950" y="3277235"/>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9" name="文本框 18"/>
          <p:cNvSpPr txBox="1"/>
          <p:nvPr/>
        </p:nvSpPr>
        <p:spPr>
          <a:xfrm>
            <a:off x="3670300" y="1850390"/>
            <a:ext cx="4387850" cy="32829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50000"/>
              </a:lnSpc>
              <a:buClr>
                <a:srgbClr val="152A8C"/>
              </a:buClr>
              <a:buFont typeface="Wingdings" panose="05000000000000000000" charset="0"/>
              <a:buChar char="Ø"/>
            </a:pPr>
            <a:r>
              <a:rPr lang="zh-CN" altLang="en-US" sz="1200" b="1" dirty="0">
                <a:solidFill>
                  <a:srgbClr val="152A8C"/>
                </a:solidFill>
                <a:latin typeface="+mj-ea"/>
                <a:ea typeface="+mj-ea"/>
              </a:rPr>
              <a:t>履约</a:t>
            </a:r>
            <a:r>
              <a:rPr lang="zh-CN" altLang="en-US" sz="1200" b="1" dirty="0">
                <a:solidFill>
                  <a:srgbClr val="152A8C"/>
                </a:solidFill>
                <a:latin typeface="+mj-ea"/>
                <a:ea typeface="+mj-ea"/>
              </a:rPr>
              <a:t>评价：</a:t>
            </a:r>
            <a:endParaRPr lang="zh-CN" altLang="en-US" sz="1200" b="1" dirty="0">
              <a:solidFill>
                <a:srgbClr val="152A8C"/>
              </a:solidFill>
              <a:latin typeface="+mj-ea"/>
              <a:ea typeface="+mj-ea"/>
            </a:endParaRPr>
          </a:p>
        </p:txBody>
      </p:sp>
      <p:sp>
        <p:nvSpPr>
          <p:cNvPr id="20" name="文本框 19"/>
          <p:cNvSpPr txBox="1"/>
          <p:nvPr/>
        </p:nvSpPr>
        <p:spPr>
          <a:xfrm>
            <a:off x="3735705" y="3582035"/>
            <a:ext cx="5922645" cy="130683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gn="l">
              <a:lnSpc>
                <a:spcPct val="150000"/>
              </a:lnSpc>
              <a:buClr>
                <a:srgbClr val="152A8C"/>
              </a:buClr>
              <a:buSzTx/>
              <a:buFont typeface="Wingdings" panose="05000000000000000000" charset="0"/>
              <a:buChar char="Ø"/>
            </a:pPr>
            <a:r>
              <a:rPr lang="zh-CN" altLang="en-US" sz="1200" b="1" dirty="0">
                <a:solidFill>
                  <a:srgbClr val="152A8C"/>
                </a:solidFill>
                <a:latin typeface="微软雅黑" panose="020B0503020204020204" charset="-122"/>
                <a:ea typeface="微软雅黑" panose="020B0503020204020204" charset="-122"/>
                <a:sym typeface="+mn-ea"/>
              </a:rPr>
              <a:t>标签迭代</a:t>
            </a:r>
            <a:r>
              <a:rPr lang="en-US" altLang="zh-CN" sz="1200" b="1" dirty="0">
                <a:solidFill>
                  <a:srgbClr val="152A8C"/>
                </a:solidFill>
                <a:latin typeface="微软雅黑" panose="020B0503020204020204" charset="-122"/>
                <a:ea typeface="微软雅黑" panose="020B0503020204020204" charset="-122"/>
                <a:sym typeface="+mn-ea"/>
              </a:rPr>
              <a:t>/</a:t>
            </a:r>
            <a:r>
              <a:rPr lang="zh-CN" altLang="en-US" sz="1200" b="1" dirty="0">
                <a:solidFill>
                  <a:srgbClr val="152A8C"/>
                </a:solidFill>
                <a:latin typeface="微软雅黑" panose="020B0503020204020204" charset="-122"/>
                <a:ea typeface="微软雅黑" panose="020B0503020204020204" charset="-122"/>
                <a:sym typeface="+mn-ea"/>
              </a:rPr>
              <a:t>项目检验</a:t>
            </a:r>
            <a:endParaRPr lang="zh-CN" altLang="en-US" sz="1200" b="1" dirty="0">
              <a:solidFill>
                <a:srgbClr val="152A8C"/>
              </a:solidFill>
              <a:latin typeface="微软雅黑" panose="020B0503020204020204" charset="-122"/>
              <a:ea typeface="微软雅黑" panose="020B0503020204020204" charset="-122"/>
              <a:sym typeface="+mn-ea"/>
            </a:endParaRPr>
          </a:p>
          <a:p>
            <a:pPr indent="0" algn="l">
              <a:lnSpc>
                <a:spcPct val="150000"/>
              </a:lnSpc>
              <a:buClr>
                <a:srgbClr val="152A8C"/>
              </a:buClr>
              <a:buSzTx/>
              <a:buFont typeface="Wingdings" panose="05000000000000000000" charset="0"/>
              <a:buNone/>
            </a:pPr>
            <a:r>
              <a:rPr lang="zh-CN" altLang="en-US" sz="1200" dirty="0">
                <a:solidFill>
                  <a:srgbClr val="152A8C"/>
                </a:solidFill>
                <a:latin typeface="微软雅黑" panose="020B0503020204020204" charset="-122"/>
                <a:ea typeface="微软雅黑" panose="020B0503020204020204" charset="-122"/>
                <a:sym typeface="+mn-ea"/>
              </a:rPr>
              <a:t>依据评价</a:t>
            </a:r>
            <a:r>
              <a:rPr lang="zh-CN" altLang="en-US" sz="1200" dirty="0">
                <a:solidFill>
                  <a:srgbClr val="152A8C"/>
                </a:solidFill>
                <a:latin typeface="微软雅黑" panose="020B0503020204020204" charset="-122"/>
                <a:ea typeface="微软雅黑" panose="020B0503020204020204" charset="-122"/>
                <a:sym typeface="+mn-ea"/>
              </a:rPr>
              <a:t>结果，更新专家能力标签，构建调用</a:t>
            </a:r>
            <a:r>
              <a:rPr lang="en-US" altLang="zh-CN" sz="1200" dirty="0">
                <a:solidFill>
                  <a:srgbClr val="152A8C"/>
                </a:solidFill>
                <a:latin typeface="微软雅黑" panose="020B0503020204020204" charset="-122"/>
                <a:ea typeface="微软雅黑" panose="020B0503020204020204" charset="-122"/>
                <a:sym typeface="+mn-ea"/>
              </a:rPr>
              <a:t>-</a:t>
            </a:r>
            <a:r>
              <a:rPr lang="zh-CN" altLang="en-US" sz="1200" dirty="0">
                <a:solidFill>
                  <a:srgbClr val="152A8C"/>
                </a:solidFill>
                <a:latin typeface="微软雅黑" panose="020B0503020204020204" charset="-122"/>
                <a:ea typeface="微软雅黑" panose="020B0503020204020204" charset="-122"/>
                <a:sym typeface="+mn-ea"/>
              </a:rPr>
              <a:t>评价</a:t>
            </a:r>
            <a:r>
              <a:rPr lang="en-US" altLang="zh-CN" sz="1200" dirty="0">
                <a:solidFill>
                  <a:srgbClr val="152A8C"/>
                </a:solidFill>
                <a:latin typeface="微软雅黑" panose="020B0503020204020204" charset="-122"/>
                <a:ea typeface="微软雅黑" panose="020B0503020204020204" charset="-122"/>
                <a:sym typeface="+mn-ea"/>
              </a:rPr>
              <a:t>-</a:t>
            </a:r>
            <a:r>
              <a:rPr lang="zh-CN" altLang="en-US" sz="1200" dirty="0">
                <a:solidFill>
                  <a:srgbClr val="152A8C"/>
                </a:solidFill>
                <a:latin typeface="微软雅黑" panose="020B0503020204020204" charset="-122"/>
                <a:ea typeface="微软雅黑" panose="020B0503020204020204" charset="-122"/>
                <a:sym typeface="+mn-ea"/>
              </a:rPr>
              <a:t>迭代</a:t>
            </a:r>
            <a:r>
              <a:rPr lang="en-US" altLang="zh-CN" sz="1200" dirty="0">
                <a:solidFill>
                  <a:srgbClr val="152A8C"/>
                </a:solidFill>
                <a:latin typeface="微软雅黑" panose="020B0503020204020204" charset="-122"/>
                <a:ea typeface="微软雅黑" panose="020B0503020204020204" charset="-122"/>
                <a:sym typeface="+mn-ea"/>
              </a:rPr>
              <a:t>-</a:t>
            </a:r>
            <a:r>
              <a:rPr lang="zh-CN" altLang="en-US" sz="1200" dirty="0">
                <a:solidFill>
                  <a:srgbClr val="152A8C"/>
                </a:solidFill>
                <a:latin typeface="微软雅黑" panose="020B0503020204020204" charset="-122"/>
                <a:ea typeface="微软雅黑" panose="020B0503020204020204" charset="-122"/>
                <a:sym typeface="+mn-ea"/>
              </a:rPr>
              <a:t>再调用闭环</a:t>
            </a:r>
            <a:endParaRPr lang="zh-CN" altLang="en-US" sz="1200" dirty="0">
              <a:solidFill>
                <a:srgbClr val="152A8C"/>
              </a:solidFill>
              <a:latin typeface="微软雅黑" panose="020B0503020204020204" charset="-122"/>
              <a:ea typeface="微软雅黑" panose="020B0503020204020204" charset="-122"/>
              <a:sym typeface="+mn-ea"/>
            </a:endParaRPr>
          </a:p>
          <a:p>
            <a:pPr indent="0" algn="l">
              <a:lnSpc>
                <a:spcPct val="150000"/>
              </a:lnSpc>
              <a:buClr>
                <a:srgbClr val="152A8C"/>
              </a:buClr>
              <a:buSzTx/>
              <a:buFont typeface="Wingdings" panose="05000000000000000000" charset="0"/>
              <a:buNone/>
            </a:pPr>
            <a:r>
              <a:rPr lang="zh-CN" altLang="en-US" sz="1200" dirty="0">
                <a:solidFill>
                  <a:srgbClr val="152A8C"/>
                </a:solidFill>
                <a:latin typeface="微软雅黑" panose="020B0503020204020204" charset="-122"/>
                <a:ea typeface="微软雅黑" panose="020B0503020204020204" charset="-122"/>
                <a:sym typeface="+mn-ea"/>
              </a:rPr>
              <a:t>在项目退出或论证终止后</a:t>
            </a:r>
            <a:r>
              <a:rPr lang="zh-CN" altLang="en-US" sz="1200" dirty="0">
                <a:solidFill>
                  <a:srgbClr val="152A8C"/>
                </a:solidFill>
                <a:latin typeface="微软雅黑" panose="020B0503020204020204" charset="-122"/>
                <a:ea typeface="微软雅黑" panose="020B0503020204020204" charset="-122"/>
                <a:sym typeface="+mn-ea"/>
              </a:rPr>
              <a:t>进行项目回溯，校验专家研判观点</a:t>
            </a:r>
            <a:endParaRPr lang="zh-CN" altLang="en-US" sz="1200" dirty="0">
              <a:solidFill>
                <a:srgbClr val="152A8C"/>
              </a:solidFill>
              <a:latin typeface="微软雅黑" panose="020B0503020204020204" charset="-122"/>
              <a:ea typeface="微软雅黑" panose="020B0503020204020204" charset="-122"/>
              <a:sym typeface="+mn-ea"/>
            </a:endParaRPr>
          </a:p>
          <a:p>
            <a:pPr indent="0" algn="l">
              <a:lnSpc>
                <a:spcPct val="150000"/>
              </a:lnSpc>
              <a:buClr>
                <a:srgbClr val="152A8C"/>
              </a:buClr>
              <a:buSzTx/>
              <a:buFont typeface="Wingdings" panose="05000000000000000000" charset="0"/>
              <a:buNone/>
            </a:pPr>
            <a:r>
              <a:rPr lang="zh-CN" altLang="en-US" sz="1000" dirty="0">
                <a:solidFill>
                  <a:srgbClr val="000000"/>
                </a:solidFill>
                <a:latin typeface="微软雅黑" panose="020B0503020204020204" charset="-122"/>
                <a:ea typeface="微软雅黑" panose="020B0503020204020204" charset="-122"/>
                <a:sym typeface="+mn-ea"/>
              </a:rPr>
              <a:t>回溯校验逻辑：实际结果 </a:t>
            </a:r>
            <a:r>
              <a:rPr lang="en-US" altLang="zh-CN" sz="1000" dirty="0">
                <a:solidFill>
                  <a:srgbClr val="000000"/>
                </a:solidFill>
                <a:latin typeface="微软雅黑" panose="020B0503020204020204" charset="-122"/>
                <a:ea typeface="微软雅黑" panose="020B0503020204020204" charset="-122"/>
                <a:sym typeface="+mn-ea"/>
              </a:rPr>
              <a:t>vs </a:t>
            </a:r>
            <a:r>
              <a:rPr lang="zh-CN" altLang="en-US" sz="1000" dirty="0">
                <a:solidFill>
                  <a:srgbClr val="000000"/>
                </a:solidFill>
                <a:latin typeface="微软雅黑" panose="020B0503020204020204" charset="-122"/>
                <a:ea typeface="微软雅黑" panose="020B0503020204020204" charset="-122"/>
                <a:sym typeface="+mn-ea"/>
              </a:rPr>
              <a:t>专家研判观点 → 观点准确性评级（命中 / 部分命中 / 偏离 / 证伪）→ 回溯评估情况计入专家标签</a:t>
            </a:r>
            <a:endParaRPr lang="zh-CN" altLang="en-US" sz="1000" dirty="0">
              <a:solidFill>
                <a:srgbClr val="000000"/>
              </a:solidFill>
              <a:latin typeface="微软雅黑" panose="020B0503020204020204" charset="-122"/>
              <a:ea typeface="微软雅黑" panose="020B0503020204020204" charset="-122"/>
              <a:sym typeface="+mn-ea"/>
            </a:endParaRPr>
          </a:p>
        </p:txBody>
      </p:sp>
      <p:sp>
        <p:nvSpPr>
          <p:cNvPr id="22" name="右箭头 21"/>
          <p:cNvSpPr/>
          <p:nvPr/>
        </p:nvSpPr>
        <p:spPr>
          <a:xfrm>
            <a:off x="3307080" y="2871470"/>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31" name="右箭头 30"/>
          <p:cNvSpPr/>
          <p:nvPr/>
        </p:nvSpPr>
        <p:spPr>
          <a:xfrm>
            <a:off x="9856470" y="2871470"/>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32" name="矩形 31"/>
          <p:cNvSpPr/>
          <p:nvPr/>
        </p:nvSpPr>
        <p:spPr>
          <a:xfrm>
            <a:off x="3528695" y="1725295"/>
            <a:ext cx="6301740" cy="428371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33" name="文本框 32"/>
          <p:cNvSpPr txBox="1"/>
          <p:nvPr/>
        </p:nvSpPr>
        <p:spPr>
          <a:xfrm>
            <a:off x="6204585" y="1558290"/>
            <a:ext cx="1304925"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规则</a:t>
            </a:r>
            <a:r>
              <a:rPr lang="en-US" altLang="zh-CN" sz="1400" b="1" dirty="0">
                <a:solidFill>
                  <a:srgbClr val="C00000"/>
                </a:solidFill>
                <a:latin typeface="+mj-ea"/>
                <a:ea typeface="+mj-ea"/>
              </a:rPr>
              <a:t>/</a:t>
            </a:r>
            <a:r>
              <a:rPr lang="zh-CN" altLang="en-US" sz="1400" b="1" dirty="0">
                <a:solidFill>
                  <a:srgbClr val="C00000"/>
                </a:solidFill>
                <a:latin typeface="+mj-ea"/>
                <a:ea typeface="+mj-ea"/>
              </a:rPr>
              <a:t>模型</a:t>
            </a:r>
            <a:endParaRPr lang="zh-CN" altLang="en-US" sz="1400" b="1" dirty="0">
              <a:solidFill>
                <a:srgbClr val="C00000"/>
              </a:solidFill>
              <a:latin typeface="+mj-ea"/>
              <a:ea typeface="+mj-ea"/>
            </a:endParaRPr>
          </a:p>
        </p:txBody>
      </p:sp>
      <p:sp>
        <p:nvSpPr>
          <p:cNvPr id="7" name="文本框 6"/>
          <p:cNvSpPr txBox="1"/>
          <p:nvPr/>
        </p:nvSpPr>
        <p:spPr>
          <a:xfrm>
            <a:off x="10146030" y="2517775"/>
            <a:ext cx="1144905" cy="491490"/>
          </a:xfrm>
          <a:prstGeom prst="rect">
            <a:avLst/>
          </a:prstGeom>
          <a:noFill/>
        </p:spPr>
        <p:txBody>
          <a:bodyPr wrap="square">
            <a:sp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专家档案更新</a:t>
            </a:r>
            <a:endParaRPr lang="zh-CN" altLang="en-US" sz="1000" b="1"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800" dirty="0">
                <a:solidFill>
                  <a:srgbClr val="000000"/>
                </a:solidFill>
                <a:latin typeface="+mj-ea"/>
                <a:ea typeface="+mj-ea"/>
              </a:rPr>
              <a:t>新增得分与评价标签</a:t>
            </a:r>
            <a:endParaRPr lang="zh-CN" altLang="en-US" sz="800"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800" dirty="0">
                <a:solidFill>
                  <a:srgbClr val="000000"/>
                </a:solidFill>
                <a:latin typeface="+mj-ea"/>
                <a:ea typeface="+mj-ea"/>
              </a:rPr>
              <a:t>能力画像动态刷新</a:t>
            </a:r>
            <a:endParaRPr lang="zh-CN" altLang="en-US" sz="800" dirty="0">
              <a:solidFill>
                <a:srgbClr val="000000"/>
              </a:solidFill>
              <a:latin typeface="+mj-ea"/>
              <a:ea typeface="+mj-ea"/>
            </a:endParaRPr>
          </a:p>
        </p:txBody>
      </p:sp>
      <p:sp>
        <p:nvSpPr>
          <p:cNvPr id="17" name="文本框 16"/>
          <p:cNvSpPr txBox="1"/>
          <p:nvPr/>
        </p:nvSpPr>
        <p:spPr>
          <a:xfrm>
            <a:off x="10043160" y="3755390"/>
            <a:ext cx="1261110" cy="645160"/>
          </a:xfrm>
          <a:prstGeom prst="rect">
            <a:avLst/>
          </a:prstGeom>
          <a:noFill/>
        </p:spPr>
        <p:txBody>
          <a:bodyPr wrap="square">
            <a:sp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知识沉淀库</a:t>
            </a:r>
            <a:endParaRPr lang="zh-CN" altLang="en-US" sz="1000" b="1"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归集</a:t>
            </a:r>
            <a:r>
              <a:rPr lang="en-US" altLang="zh-CN" sz="1000" b="1" dirty="0">
                <a:solidFill>
                  <a:srgbClr val="000000"/>
                </a:solidFill>
                <a:latin typeface="+mj-ea"/>
                <a:ea typeface="+mj-ea"/>
              </a:rPr>
              <a:t>/</a:t>
            </a:r>
            <a:r>
              <a:rPr lang="zh-CN" altLang="en-US" sz="1000" b="1" dirty="0">
                <a:solidFill>
                  <a:srgbClr val="000000"/>
                </a:solidFill>
                <a:latin typeface="+mj-ea"/>
                <a:ea typeface="+mj-ea"/>
              </a:rPr>
              <a:t>复盘案例</a:t>
            </a:r>
            <a:endParaRPr lang="zh-CN" altLang="en-US" sz="1000" b="1"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800" dirty="0">
                <a:solidFill>
                  <a:srgbClr val="000000"/>
                </a:solidFill>
                <a:latin typeface="+mj-ea"/>
                <a:ea typeface="+mj-ea"/>
              </a:rPr>
              <a:t>沉淀业务经验</a:t>
            </a:r>
            <a:endParaRPr lang="zh-CN" altLang="en-US" sz="800" dirty="0">
              <a:solidFill>
                <a:srgbClr val="000000"/>
              </a:solidFill>
              <a:latin typeface="+mj-ea"/>
              <a:ea typeface="+mj-ea"/>
            </a:endParaRPr>
          </a:p>
          <a:p>
            <a:pPr indent="0" algn="ctr">
              <a:lnSpc>
                <a:spcPct val="100000"/>
              </a:lnSpc>
              <a:buClr>
                <a:srgbClr val="000000"/>
              </a:buClr>
              <a:buFont typeface="Arial" panose="020B0604020202020204" pitchFamily="34" charset="0"/>
              <a:buNone/>
            </a:pPr>
            <a:r>
              <a:rPr lang="zh-CN" altLang="en-US" sz="800" dirty="0">
                <a:solidFill>
                  <a:srgbClr val="000000"/>
                </a:solidFill>
                <a:latin typeface="+mj-ea"/>
                <a:ea typeface="+mj-ea"/>
              </a:rPr>
              <a:t>支撑后续匹配与研判</a:t>
            </a:r>
            <a:endParaRPr lang="zh-CN" altLang="en-US" sz="800" dirty="0">
              <a:solidFill>
                <a:srgbClr val="000000"/>
              </a:solidFill>
              <a:latin typeface="+mj-ea"/>
              <a:ea typeface="+mj-ea"/>
            </a:endParaRPr>
          </a:p>
        </p:txBody>
      </p:sp>
      <p:sp>
        <p:nvSpPr>
          <p:cNvPr id="146" name="文本框 145"/>
          <p:cNvSpPr txBox="1"/>
          <p:nvPr/>
        </p:nvSpPr>
        <p:spPr>
          <a:xfrm>
            <a:off x="650875" y="2543175"/>
            <a:ext cx="2546985" cy="908050"/>
          </a:xfrm>
          <a:prstGeom prst="rect">
            <a:avLst/>
          </a:prstGeom>
          <a:solidFill>
            <a:schemeClr val="tx1">
              <a:lumMod val="95000"/>
            </a:schemeClr>
          </a:solidFill>
          <a:ln>
            <a:noFill/>
          </a:ln>
        </p:spPr>
        <p:txBody>
          <a:bodyPr wrap="square">
            <a:noAutofit/>
          </a:bodyPr>
          <a:lstStyle/>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咨询记录</a:t>
            </a:r>
            <a:endParaRPr lang="zh-CN" altLang="en-US" sz="1200" b="1" dirty="0">
              <a:solidFill>
                <a:srgbClr val="E7E6E6">
                  <a:lumMod val="10000"/>
                </a:srgbClr>
              </a:solidFill>
              <a:latin typeface="+mj-ea"/>
              <a:ea typeface="+mj-ea"/>
              <a:sym typeface="+mn-ea"/>
            </a:endParaRPr>
          </a:p>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研判观点回溯佐证材料</a:t>
            </a:r>
            <a:endParaRPr lang="zh-CN" altLang="en-US" sz="1200" b="1" dirty="0">
              <a:solidFill>
                <a:srgbClr val="E7E6E6">
                  <a:lumMod val="10000"/>
                </a:srgbClr>
              </a:solidFill>
              <a:latin typeface="+mj-ea"/>
              <a:ea typeface="+mj-ea"/>
              <a:sym typeface="+mn-ea"/>
            </a:endParaRPr>
          </a:p>
          <a:p>
            <a:pPr marL="171450" lvl="0" indent="-171450" algn="l">
              <a:lnSpc>
                <a:spcPct val="150000"/>
              </a:lnSpc>
              <a:buClr>
                <a:srgbClr val="000000"/>
              </a:buClr>
              <a:buSzTx/>
              <a:buFont typeface="Wingdings" panose="05000000000000000000" charset="0"/>
              <a:buChar char="Ø"/>
            </a:pPr>
            <a:endParaRPr lang="zh-CN" altLang="en-US" sz="1200" b="1" dirty="0">
              <a:solidFill>
                <a:srgbClr val="E7E6E6">
                  <a:lumMod val="10000"/>
                </a:srgbClr>
              </a:solidFill>
              <a:latin typeface="+mj-ea"/>
              <a:ea typeface="+mj-ea"/>
              <a:sym typeface="+mn-ea"/>
            </a:endParaRPr>
          </a:p>
        </p:txBody>
      </p:sp>
      <p:sp>
        <p:nvSpPr>
          <p:cNvPr id="147" name="文本框 146"/>
          <p:cNvSpPr txBox="1"/>
          <p:nvPr/>
        </p:nvSpPr>
        <p:spPr>
          <a:xfrm>
            <a:off x="1541145" y="2263140"/>
            <a:ext cx="974725" cy="42735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indent="0" algn="ctr">
              <a:lnSpc>
                <a:spcPct val="150000"/>
              </a:lnSpc>
              <a:buClr>
                <a:srgbClr val="000000"/>
              </a:buClr>
              <a:buNone/>
            </a:pPr>
            <a:r>
              <a:rPr lang="zh-CN" altLang="en-US" sz="1200" b="1" dirty="0">
                <a:solidFill>
                  <a:srgbClr val="152A8C"/>
                </a:solidFill>
                <a:latin typeface="+mj-ea"/>
                <a:ea typeface="+mj-ea"/>
              </a:rPr>
              <a:t>附件内容</a:t>
            </a:r>
            <a:endParaRPr lang="zh-CN" altLang="en-US" sz="1200" b="1" dirty="0">
              <a:solidFill>
                <a:srgbClr val="152A8C"/>
              </a:solidFill>
              <a:latin typeface="+mj-ea"/>
              <a:ea typeface="+mj-ea"/>
            </a:endParaRPr>
          </a:p>
        </p:txBody>
      </p:sp>
      <p:sp>
        <p:nvSpPr>
          <p:cNvPr id="12" name="文本框 11"/>
          <p:cNvSpPr txBox="1"/>
          <p:nvPr/>
        </p:nvSpPr>
        <p:spPr>
          <a:xfrm>
            <a:off x="1528445" y="3633470"/>
            <a:ext cx="974725" cy="42735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indent="0" algn="ctr">
              <a:lnSpc>
                <a:spcPct val="150000"/>
              </a:lnSpc>
              <a:buClr>
                <a:srgbClr val="000000"/>
              </a:buClr>
              <a:buNone/>
            </a:pPr>
            <a:r>
              <a:rPr lang="zh-CN" altLang="en-US" sz="1200" b="1" dirty="0">
                <a:solidFill>
                  <a:srgbClr val="152A8C"/>
                </a:solidFill>
                <a:latin typeface="+mj-ea"/>
                <a:ea typeface="+mj-ea"/>
              </a:rPr>
              <a:t>数据提取</a:t>
            </a:r>
            <a:endParaRPr lang="zh-CN" altLang="en-US" sz="1200" b="1" dirty="0">
              <a:solidFill>
                <a:srgbClr val="152A8C"/>
              </a:solidFill>
              <a:latin typeface="+mj-ea"/>
              <a:ea typeface="+mj-ea"/>
            </a:endParaRPr>
          </a:p>
        </p:txBody>
      </p:sp>
      <p:sp>
        <p:nvSpPr>
          <p:cNvPr id="149" name="文本框 148"/>
          <p:cNvSpPr txBox="1"/>
          <p:nvPr/>
        </p:nvSpPr>
        <p:spPr>
          <a:xfrm>
            <a:off x="671195" y="3945255"/>
            <a:ext cx="2527300" cy="1340485"/>
          </a:xfrm>
          <a:prstGeom prst="rect">
            <a:avLst/>
          </a:prstGeom>
          <a:solidFill>
            <a:schemeClr val="accent1">
              <a:lumMod val="20000"/>
              <a:lumOff val="80000"/>
            </a:schemeClr>
          </a:solidFill>
          <a:ln>
            <a:noFill/>
          </a:ln>
        </p:spPr>
        <p:txBody>
          <a:bodyPr wrap="square">
            <a:noAutofit/>
          </a:bodyPr>
          <a:lstStyle/>
          <a:p>
            <a:pPr marL="171450" indent="-171450">
              <a:lnSpc>
                <a:spcPct val="150000"/>
              </a:lnSpc>
              <a:buClr>
                <a:srgbClr val="000000"/>
              </a:buClr>
              <a:buFont typeface="Wingdings" panose="05000000000000000000" charset="0"/>
              <a:buChar char="Ø"/>
            </a:pPr>
            <a:r>
              <a:rPr lang="zh-CN" altLang="en-US" sz="1200" b="1" dirty="0">
                <a:solidFill>
                  <a:srgbClr val="E7E6E6">
                    <a:lumMod val="10000"/>
                  </a:srgbClr>
                </a:solidFill>
                <a:latin typeface="+mj-ea"/>
                <a:ea typeface="+mj-ea"/>
              </a:rPr>
              <a:t>专家服务过程数据：</a:t>
            </a:r>
            <a:r>
              <a:rPr lang="zh-CN" altLang="en-US" sz="1200" dirty="0">
                <a:solidFill>
                  <a:srgbClr val="E7E6E6">
                    <a:lumMod val="10000"/>
                  </a:srgbClr>
                </a:solidFill>
                <a:latin typeface="+mj-ea"/>
                <a:ea typeface="+mj-ea"/>
                <a:sym typeface="+mn-ea"/>
              </a:rPr>
              <a:t>响应时效、交付节点</a:t>
            </a:r>
            <a:r>
              <a:rPr lang="zh-CN" altLang="en-US" sz="1200" dirty="0">
                <a:solidFill>
                  <a:srgbClr val="E7E6E6">
                    <a:lumMod val="10000"/>
                  </a:srgbClr>
                </a:solidFill>
                <a:latin typeface="+mj-ea"/>
                <a:ea typeface="+mj-ea"/>
                <a:sym typeface="+mn-ea"/>
              </a:rPr>
              <a:t>等记录</a:t>
            </a:r>
            <a:endParaRPr lang="zh-CN" altLang="en-US" sz="1200" dirty="0">
              <a:solidFill>
                <a:srgbClr val="E7E6E6">
                  <a:lumMod val="10000"/>
                </a:srgbClr>
              </a:solidFill>
              <a:latin typeface="+mj-ea"/>
              <a:ea typeface="+mj-ea"/>
              <a:sym typeface="+mn-ea"/>
            </a:endParaRPr>
          </a:p>
          <a:p>
            <a:pPr marL="17145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项目终局结果数据：</a:t>
            </a:r>
            <a:r>
              <a:rPr lang="zh-CN" altLang="en-US" sz="1200" dirty="0">
                <a:solidFill>
                  <a:srgbClr val="E7E6E6">
                    <a:lumMod val="10000"/>
                  </a:srgbClr>
                </a:solidFill>
                <a:latin typeface="+mj-ea"/>
                <a:ea typeface="+mj-ea"/>
                <a:sym typeface="+mn-ea"/>
              </a:rPr>
              <a:t>实际结果与研判观点对照</a:t>
            </a:r>
            <a:endParaRPr lang="zh-CN" altLang="en-US" sz="1200" dirty="0">
              <a:solidFill>
                <a:srgbClr val="E7E6E6">
                  <a:lumMod val="10000"/>
                </a:srgbClr>
              </a:solidFill>
              <a:latin typeface="+mj-ea"/>
              <a:ea typeface="+mj-ea"/>
              <a:sym typeface="+mn-ea"/>
            </a:endParaRPr>
          </a:p>
        </p:txBody>
      </p:sp>
      <p:sp>
        <p:nvSpPr>
          <p:cNvPr id="21" name="右箭头 20"/>
          <p:cNvSpPr/>
          <p:nvPr/>
        </p:nvSpPr>
        <p:spPr>
          <a:xfrm rot="5400000">
            <a:off x="1918970" y="3477260"/>
            <a:ext cx="213360"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graphicFrame>
        <p:nvGraphicFramePr>
          <p:cNvPr id="25" name="表格 24"/>
          <p:cNvGraphicFramePr/>
          <p:nvPr>
            <p:custDataLst>
              <p:tags r:id="rId1"/>
            </p:custDataLst>
          </p:nvPr>
        </p:nvGraphicFramePr>
        <p:xfrm>
          <a:off x="3960495" y="2404110"/>
          <a:ext cx="5531485" cy="1487170"/>
        </p:xfrm>
        <a:graphic>
          <a:graphicData uri="http://schemas.openxmlformats.org/drawingml/2006/table">
            <a:tbl>
              <a:tblPr firstRow="1" bandRow="1">
                <a:tableStyleId>{5C22544A-7EE6-4342-B048-85BDC9FD1C3A}</a:tableStyleId>
              </a:tblPr>
              <a:tblGrid>
                <a:gridCol w="883285"/>
                <a:gridCol w="1358900"/>
                <a:gridCol w="3289300"/>
              </a:tblGrid>
              <a:tr h="273685">
                <a:tc>
                  <a:txBody>
                    <a:bodyPr/>
                    <a:lstStyle/>
                    <a:p>
                      <a:pPr marL="0" indent="0" algn="ctr">
                        <a:spcBef>
                          <a:spcPct val="0"/>
                        </a:spcBef>
                        <a:spcAft>
                          <a:spcPct val="0"/>
                        </a:spcAft>
                      </a:pPr>
                      <a:r>
                        <a:rPr lang="zh-CN" altLang="en-US" sz="1100" b="1" i="0">
                          <a:latin typeface="微软雅黑" panose="020B0503020204020204" charset="-122"/>
                          <a:ea typeface="微软雅黑" panose="020B0503020204020204" charset="-122"/>
                        </a:rPr>
                        <a:t>评价维度</a:t>
                      </a:r>
                      <a:endParaRPr lang="zh-CN" altLang="en-US" sz="1100" b="1" i="0">
                        <a:latin typeface="微软雅黑" panose="020B0503020204020204" charset="-122"/>
                        <a:ea typeface="微软雅黑" panose="020B0503020204020204" charset="-122"/>
                      </a:endParaRPr>
                    </a:p>
                  </a:txBody>
                  <a:tcPr marL="51117" marR="51117" marT="25717" marB="25717"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chemeClr val="tx2">
                          <a:lumMod val="40000"/>
                          <a:lumOff val="60000"/>
                        </a:schemeClr>
                      </a:solidFill>
                      <a:prstDash val="solid"/>
                    </a:lnB>
                    <a:solidFill>
                      <a:srgbClr val="152A8C"/>
                    </a:solidFill>
                  </a:tcPr>
                </a:tc>
                <a:tc>
                  <a:txBody>
                    <a:bodyPr/>
                    <a:lstStyle/>
                    <a:p>
                      <a:pPr marL="0" indent="0" algn="ctr">
                        <a:spcBef>
                          <a:spcPct val="0"/>
                        </a:spcBef>
                        <a:spcAft>
                          <a:spcPct val="0"/>
                        </a:spcAft>
                      </a:pPr>
                      <a:r>
                        <a:rPr lang="zh-CN" altLang="en-US" sz="1100" b="1" i="0">
                          <a:latin typeface="微软雅黑" panose="020B0503020204020204" charset="-122"/>
                          <a:ea typeface="微软雅黑" panose="020B0503020204020204" charset="-122"/>
                        </a:rPr>
                        <a:t>权重</a:t>
                      </a:r>
                      <a:endParaRPr lang="zh-CN" altLang="en-US" sz="1100" b="1" i="0">
                        <a:latin typeface="微软雅黑" panose="020B0503020204020204" charset="-122"/>
                        <a:ea typeface="微软雅黑" panose="020B0503020204020204" charset="-122"/>
                      </a:endParaRPr>
                    </a:p>
                  </a:txBody>
                  <a:tcPr marL="51117" marR="51117" marT="25717" marB="25717"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chemeClr val="tx2">
                          <a:lumMod val="40000"/>
                          <a:lumOff val="60000"/>
                        </a:schemeClr>
                      </a:solidFill>
                      <a:prstDash val="solid"/>
                    </a:lnB>
                    <a:solidFill>
                      <a:srgbClr val="152A8C"/>
                    </a:solidFill>
                  </a:tcPr>
                </a:tc>
                <a:tc>
                  <a:txBody>
                    <a:bodyPr/>
                    <a:p>
                      <a:pPr marL="0" indent="0" algn="ctr">
                        <a:spcBef>
                          <a:spcPct val="0"/>
                        </a:spcBef>
                        <a:spcAft>
                          <a:spcPct val="0"/>
                        </a:spcAft>
                      </a:pPr>
                      <a:r>
                        <a:rPr lang="zh-CN" altLang="en-US" sz="1100" b="1" i="0">
                          <a:latin typeface="微软雅黑" panose="020B0503020204020204" charset="-122"/>
                          <a:ea typeface="微软雅黑" panose="020B0503020204020204" charset="-122"/>
                        </a:rPr>
                        <a:t>判定标准（持续完善）</a:t>
                      </a:r>
                      <a:endParaRPr lang="zh-CN" altLang="en-US" sz="1100" b="1" i="0">
                        <a:latin typeface="微软雅黑" panose="020B0503020204020204" charset="-122"/>
                        <a:ea typeface="微软雅黑" panose="020B0503020204020204" charset="-122"/>
                      </a:endParaRPr>
                    </a:p>
                  </a:txBody>
                  <a:tcPr marL="51117" marR="51117" marT="25717" marB="25717" anchor="ctr" anchorCtr="0">
                    <a:lnL w="12700" cmpd="sng">
                      <a:solidFill>
                        <a:srgbClr val="000000"/>
                      </a:solidFill>
                      <a:prstDash val="solid"/>
                    </a:lnL>
                    <a:lnR w="12700" cmpd="sng">
                      <a:solidFill>
                        <a:srgbClr val="000000"/>
                      </a:solidFill>
                      <a:prstDash val="solid"/>
                    </a:lnR>
                    <a:lnT w="12700" cmpd="sng">
                      <a:solidFill>
                        <a:srgbClr val="000000"/>
                      </a:solidFill>
                      <a:prstDash val="solid"/>
                    </a:lnT>
                    <a:lnB w="12700" cmpd="sng">
                      <a:solidFill>
                        <a:schemeClr val="tx2">
                          <a:lumMod val="40000"/>
                          <a:lumOff val="60000"/>
                        </a:schemeClr>
                      </a:solidFill>
                      <a:prstDash val="solid"/>
                    </a:lnB>
                    <a:solidFill>
                      <a:srgbClr val="152A8C"/>
                    </a:solidFill>
                  </a:tcPr>
                </a:tc>
              </a:tr>
              <a:tr h="242570">
                <a:tc>
                  <a:txBody>
                    <a:bodyPr/>
                    <a:p>
                      <a:pPr marL="0" indent="0" algn="ctr" fontAlgn="t">
                        <a:spcBef>
                          <a:spcPct val="0"/>
                        </a:spcBef>
                        <a:spcAft>
                          <a:spcPct val="0"/>
                        </a:spcAft>
                      </a:pPr>
                      <a:r>
                        <a:rPr lang="zh-CN" altLang="en-US" sz="1000" b="0" i="0">
                          <a:solidFill>
                            <a:srgbClr val="000000"/>
                          </a:solidFill>
                          <a:latin typeface="微软雅黑" panose="020B0503020204020204" charset="-122"/>
                          <a:ea typeface="微软雅黑" panose="020B0503020204020204" charset="-122"/>
                        </a:rPr>
                        <a:t>交付性</a:t>
                      </a:r>
                      <a:endParaRPr lang="zh-CN" altLang="en-US"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c>
                  <a:txBody>
                    <a:bodyPr/>
                    <a:p>
                      <a:pPr marL="0" indent="0" algn="ctr" fontAlgn="t">
                        <a:spcBef>
                          <a:spcPct val="0"/>
                        </a:spcBef>
                        <a:spcAft>
                          <a:spcPct val="0"/>
                        </a:spcAft>
                      </a:pPr>
                      <a:r>
                        <a:rPr lang="en-US" altLang="zh-CN" sz="1000" b="0" i="0">
                          <a:solidFill>
                            <a:srgbClr val="000000"/>
                          </a:solidFill>
                          <a:latin typeface="微软雅黑" panose="020B0503020204020204" charset="-122"/>
                          <a:ea typeface="微软雅黑" panose="020B0503020204020204" charset="-122"/>
                        </a:rPr>
                        <a:t>50%</a:t>
                      </a:r>
                      <a:endParaRPr lang="en-US" altLang="zh-CN"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c>
                  <a:txBody>
                    <a:bodyPr/>
                    <a:p>
                      <a:pPr marL="0" indent="0" algn="ctr" fontAlgn="t">
                        <a:spcBef>
                          <a:spcPct val="0"/>
                        </a:spcBef>
                        <a:spcAft>
                          <a:spcPct val="0"/>
                        </a:spcAft>
                      </a:pPr>
                      <a:r>
                        <a:rPr lang="zh-CN" altLang="en-US" sz="1000" b="0" i="0">
                          <a:solidFill>
                            <a:srgbClr val="000000"/>
                          </a:solidFill>
                          <a:latin typeface="微软雅黑" panose="020B0503020204020204" charset="-122"/>
                          <a:ea typeface="微软雅黑" panose="020B0503020204020204" charset="-122"/>
                        </a:rPr>
                        <a:t>交付物完整性、</a:t>
                      </a:r>
                      <a:r>
                        <a:rPr lang="en-US" altLang="zh-CN" sz="1000" b="0" i="0">
                          <a:solidFill>
                            <a:srgbClr val="000000"/>
                          </a:solidFill>
                          <a:latin typeface="微软雅黑" panose="020B0503020204020204" charset="-122"/>
                          <a:ea typeface="微软雅黑" panose="020B0503020204020204" charset="-122"/>
                        </a:rPr>
                        <a:t>《</a:t>
                      </a:r>
                      <a:r>
                        <a:rPr lang="zh-CN" altLang="en-US" sz="1000" b="0" i="0">
                          <a:solidFill>
                            <a:srgbClr val="000000"/>
                          </a:solidFill>
                          <a:latin typeface="微软雅黑" panose="020B0503020204020204" charset="-122"/>
                          <a:ea typeface="微软雅黑" panose="020B0503020204020204" charset="-122"/>
                        </a:rPr>
                        <a:t>访谈记录</a:t>
                      </a:r>
                      <a:r>
                        <a:rPr lang="en-US" altLang="zh-CN" sz="1000" b="0" i="0">
                          <a:solidFill>
                            <a:srgbClr val="000000"/>
                          </a:solidFill>
                          <a:latin typeface="微软雅黑" panose="020B0503020204020204" charset="-122"/>
                          <a:ea typeface="微软雅黑" panose="020B0503020204020204" charset="-122"/>
                        </a:rPr>
                        <a:t>》</a:t>
                      </a:r>
                      <a:r>
                        <a:rPr lang="zh-CN" altLang="en-US" sz="1000" b="0" i="0">
                          <a:solidFill>
                            <a:srgbClr val="000000"/>
                          </a:solidFill>
                          <a:latin typeface="微软雅黑" panose="020B0503020204020204" charset="-122"/>
                          <a:ea typeface="微软雅黑" panose="020B0503020204020204" charset="-122"/>
                        </a:rPr>
                        <a:t>质量、结论可执行性</a:t>
                      </a:r>
                      <a:endParaRPr lang="zh-CN" altLang="en-US"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r>
              <a:tr h="242570">
                <a:tc>
                  <a:txBody>
                    <a:bodyPr/>
                    <a:p>
                      <a:pPr marL="0" indent="0" algn="ctr" fontAlgn="t">
                        <a:spcBef>
                          <a:spcPct val="0"/>
                        </a:spcBef>
                        <a:spcAft>
                          <a:spcPct val="0"/>
                        </a:spcAft>
                      </a:pPr>
                      <a:r>
                        <a:rPr lang="zh-CN" altLang="en-US" sz="1000" b="0" i="0">
                          <a:solidFill>
                            <a:srgbClr val="000000"/>
                          </a:solidFill>
                          <a:latin typeface="微软雅黑" panose="020B0503020204020204" charset="-122"/>
                          <a:ea typeface="微软雅黑" panose="020B0503020204020204" charset="-122"/>
                        </a:rPr>
                        <a:t>响应效率</a:t>
                      </a:r>
                      <a:endParaRPr lang="zh-CN" altLang="en-US"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c>
                  <a:txBody>
                    <a:bodyPr/>
                    <a:p>
                      <a:pPr marL="0" indent="0" algn="ctr" fontAlgn="t">
                        <a:spcBef>
                          <a:spcPct val="0"/>
                        </a:spcBef>
                        <a:spcAft>
                          <a:spcPct val="0"/>
                        </a:spcAft>
                      </a:pPr>
                      <a:r>
                        <a:rPr lang="en-US" altLang="zh-CN" sz="1000" b="0" i="0">
                          <a:solidFill>
                            <a:srgbClr val="000000"/>
                          </a:solidFill>
                          <a:latin typeface="微软雅黑" panose="020B0503020204020204" charset="-122"/>
                          <a:ea typeface="微软雅黑" panose="020B0503020204020204" charset="-122"/>
                        </a:rPr>
                        <a:t>30%</a:t>
                      </a:r>
                      <a:endParaRPr lang="en-US" altLang="zh-CN"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c>
                  <a:txBody>
                    <a:bodyPr/>
                    <a:p>
                      <a:pPr marL="0" indent="0" algn="ctr" fontAlgn="t">
                        <a:spcBef>
                          <a:spcPct val="0"/>
                        </a:spcBef>
                        <a:spcAft>
                          <a:spcPct val="0"/>
                        </a:spcAft>
                      </a:pPr>
                      <a:r>
                        <a:rPr lang="zh-CN" altLang="en-US" sz="1000" b="0" i="0">
                          <a:solidFill>
                            <a:srgbClr val="000000"/>
                          </a:solidFill>
                          <a:latin typeface="微软雅黑" panose="020B0503020204020204" charset="-122"/>
                          <a:ea typeface="微软雅黑" panose="020B0503020204020204" charset="-122"/>
                        </a:rPr>
                        <a:t>沟通反馈及时性、问题处理周期</a:t>
                      </a:r>
                      <a:endParaRPr lang="zh-CN" altLang="en-US"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r>
              <a:tr h="242570">
                <a:tc>
                  <a:txBody>
                    <a:bodyPr/>
                    <a:p>
                      <a:pPr marL="0" indent="0" algn="ctr" fontAlgn="t">
                        <a:spcBef>
                          <a:spcPct val="0"/>
                        </a:spcBef>
                        <a:spcAft>
                          <a:spcPct val="0"/>
                        </a:spcAft>
                      </a:pPr>
                      <a:r>
                        <a:rPr lang="zh-CN" altLang="en-US" sz="1000" b="0" i="0">
                          <a:solidFill>
                            <a:srgbClr val="000000"/>
                          </a:solidFill>
                          <a:latin typeface="微软雅黑" panose="020B0503020204020204" charset="-122"/>
                          <a:ea typeface="微软雅黑" panose="020B0503020204020204" charset="-122"/>
                        </a:rPr>
                        <a:t>服务态度</a:t>
                      </a:r>
                      <a:endParaRPr lang="zh-CN" altLang="en-US"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c>
                  <a:txBody>
                    <a:bodyPr/>
                    <a:p>
                      <a:pPr marL="0" indent="0" algn="ctr" fontAlgn="t">
                        <a:spcBef>
                          <a:spcPct val="0"/>
                        </a:spcBef>
                        <a:spcAft>
                          <a:spcPct val="0"/>
                        </a:spcAft>
                      </a:pPr>
                      <a:r>
                        <a:rPr lang="en-US" altLang="zh-CN" sz="1000" b="0" i="0">
                          <a:solidFill>
                            <a:srgbClr val="000000"/>
                          </a:solidFill>
                          <a:latin typeface="微软雅黑" panose="020B0503020204020204" charset="-122"/>
                          <a:ea typeface="微软雅黑" panose="020B0503020204020204" charset="-122"/>
                        </a:rPr>
                        <a:t>20%</a:t>
                      </a:r>
                      <a:endParaRPr lang="en-US" altLang="zh-CN"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c>
                  <a:txBody>
                    <a:bodyPr/>
                    <a:p>
                      <a:pPr marL="0" indent="0" algn="ctr" fontAlgn="t">
                        <a:spcBef>
                          <a:spcPct val="0"/>
                        </a:spcBef>
                        <a:spcAft>
                          <a:spcPct val="0"/>
                        </a:spcAft>
                      </a:pPr>
                      <a:r>
                        <a:rPr lang="zh-CN" altLang="en-US" sz="1000" b="0" i="0">
                          <a:solidFill>
                            <a:srgbClr val="000000"/>
                          </a:solidFill>
                          <a:latin typeface="微软雅黑" panose="020B0503020204020204" charset="-122"/>
                          <a:ea typeface="微软雅黑" panose="020B0503020204020204" charset="-122"/>
                        </a:rPr>
                        <a:t>配合度、责任心、协作意愿</a:t>
                      </a:r>
                      <a:endParaRPr lang="zh-CN" altLang="en-US" sz="1000" b="0" i="0">
                        <a:solidFill>
                          <a:srgbClr val="000000"/>
                        </a:solidFill>
                        <a:latin typeface="微软雅黑" panose="020B0503020204020204" charset="-122"/>
                        <a:ea typeface="微软雅黑" panose="020B0503020204020204" charset="-122"/>
                      </a:endParaRPr>
                    </a:p>
                  </a:txBody>
                  <a:tcPr marL="51117" marR="51117" marT="25717" marB="25717" anchor="t"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solidFill>
                      <a:schemeClr val="bg1"/>
                    </a:solidFill>
                  </a:tcPr>
                </a:tc>
              </a:tr>
            </a:tbl>
          </a:graphicData>
        </a:graphic>
      </p:graphicFrame>
      <p:sp>
        <p:nvSpPr>
          <p:cNvPr id="28" name="文本框 27"/>
          <p:cNvSpPr txBox="1"/>
          <p:nvPr/>
        </p:nvSpPr>
        <p:spPr>
          <a:xfrm>
            <a:off x="3735070" y="4565015"/>
            <a:ext cx="5922645" cy="73088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gn="l">
              <a:lnSpc>
                <a:spcPct val="150000"/>
              </a:lnSpc>
              <a:buClr>
                <a:srgbClr val="152A8C"/>
              </a:buClr>
              <a:buSzTx/>
              <a:buFont typeface="Wingdings" panose="05000000000000000000" charset="0"/>
              <a:buChar char="Ø"/>
            </a:pPr>
            <a:endParaRPr lang="zh-CN" altLang="en-US" sz="1200" b="1" dirty="0">
              <a:solidFill>
                <a:srgbClr val="152A8C"/>
              </a:solidFill>
              <a:latin typeface="微软雅黑" panose="020B0503020204020204" charset="-122"/>
              <a:ea typeface="微软雅黑" panose="020B0503020204020204" charset="-122"/>
              <a:sym typeface="+mn-ea"/>
            </a:endParaRPr>
          </a:p>
          <a:p>
            <a:pPr indent="0" algn="l">
              <a:lnSpc>
                <a:spcPct val="150000"/>
              </a:lnSpc>
              <a:buClr>
                <a:srgbClr val="152A8C"/>
              </a:buClr>
              <a:buSzTx/>
              <a:buFont typeface="Wingdings" panose="05000000000000000000" charset="0"/>
              <a:buNone/>
            </a:pPr>
            <a:endParaRPr lang="zh-CN" altLang="en-US" sz="1200" dirty="0">
              <a:solidFill>
                <a:srgbClr val="152A8C"/>
              </a:solidFill>
              <a:latin typeface="微软雅黑" panose="020B0503020204020204" charset="-122"/>
              <a:ea typeface="微软雅黑" panose="020B0503020204020204" charset="-122"/>
              <a:sym typeface="+mn-ea"/>
            </a:endParaRPr>
          </a:p>
        </p:txBody>
      </p:sp>
      <p:sp>
        <p:nvSpPr>
          <p:cNvPr id="29" name="文本框 28"/>
          <p:cNvSpPr txBox="1"/>
          <p:nvPr/>
        </p:nvSpPr>
        <p:spPr>
          <a:xfrm>
            <a:off x="3761740" y="4889500"/>
            <a:ext cx="5922645" cy="73088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gn="l">
              <a:lnSpc>
                <a:spcPct val="150000"/>
              </a:lnSpc>
              <a:buClr>
                <a:srgbClr val="152A8C"/>
              </a:buClr>
              <a:buSzTx/>
              <a:buFont typeface="Wingdings" panose="05000000000000000000" charset="0"/>
              <a:buChar char="Ø"/>
            </a:pPr>
            <a:r>
              <a:rPr lang="zh-CN" altLang="en-US" sz="1200" b="1" dirty="0">
                <a:solidFill>
                  <a:srgbClr val="152A8C"/>
                </a:solidFill>
                <a:latin typeface="微软雅黑" panose="020B0503020204020204" charset="-122"/>
                <a:ea typeface="微软雅黑" panose="020B0503020204020204" charset="-122"/>
                <a:sym typeface="+mn-ea"/>
              </a:rPr>
              <a:t>知识</a:t>
            </a:r>
            <a:r>
              <a:rPr lang="zh-CN" altLang="en-US" sz="1200" b="1" dirty="0">
                <a:solidFill>
                  <a:srgbClr val="152A8C"/>
                </a:solidFill>
                <a:latin typeface="微软雅黑" panose="020B0503020204020204" charset="-122"/>
                <a:ea typeface="微软雅黑" panose="020B0503020204020204" charset="-122"/>
                <a:sym typeface="+mn-ea"/>
              </a:rPr>
              <a:t>沉淀</a:t>
            </a:r>
            <a:endParaRPr lang="zh-CN" altLang="en-US" sz="1200" b="1" dirty="0">
              <a:solidFill>
                <a:srgbClr val="152A8C"/>
              </a:solidFill>
              <a:latin typeface="微软雅黑" panose="020B0503020204020204" charset="-122"/>
              <a:ea typeface="微软雅黑" panose="020B0503020204020204" charset="-122"/>
              <a:sym typeface="+mn-ea"/>
            </a:endParaRPr>
          </a:p>
          <a:p>
            <a:pPr indent="0" algn="l">
              <a:lnSpc>
                <a:spcPct val="150000"/>
              </a:lnSpc>
              <a:buClr>
                <a:srgbClr val="152A8C"/>
              </a:buClr>
              <a:buSzTx/>
              <a:buFont typeface="Wingdings" panose="05000000000000000000" charset="0"/>
              <a:buNone/>
            </a:pPr>
            <a:r>
              <a:rPr lang="zh-CN" altLang="en-US" sz="1200" dirty="0">
                <a:solidFill>
                  <a:srgbClr val="152A8C"/>
                </a:solidFill>
                <a:latin typeface="微软雅黑" panose="020B0503020204020204" charset="-122"/>
                <a:ea typeface="微软雅黑" panose="020B0503020204020204" charset="-122"/>
                <a:sym typeface="+mn-ea"/>
              </a:rPr>
              <a:t>归集评价与复盘案例，沉淀业务经验，支撑后续项目专家匹配与研判工作</a:t>
            </a:r>
            <a:endParaRPr lang="zh-CN" altLang="en-US" sz="1200" noProof="0" dirty="0">
              <a:ln>
                <a:noFill/>
              </a:ln>
              <a:solidFill>
                <a:srgbClr val="C00000"/>
              </a:solidFill>
              <a:effectLst/>
              <a:uLnTx/>
              <a:uFillTx/>
              <a:latin typeface="微软雅黑" panose="020B0503020204020204" charset="-122"/>
              <a:ea typeface="微软雅黑" panose="020B0503020204020204" charset="-122"/>
              <a:sym typeface="+mn-ea"/>
            </a:endParaRPr>
          </a:p>
          <a:p>
            <a:pPr indent="0" algn="l">
              <a:lnSpc>
                <a:spcPct val="150000"/>
              </a:lnSpc>
              <a:buClr>
                <a:srgbClr val="152A8C"/>
              </a:buClr>
              <a:buSzTx/>
              <a:buFont typeface="Wingdings" panose="05000000000000000000" charset="0"/>
              <a:buNone/>
            </a:pPr>
            <a:endParaRPr lang="zh-CN" altLang="en-US" sz="1000" dirty="0">
              <a:solidFill>
                <a:srgbClr val="000000"/>
              </a:solidFill>
              <a:latin typeface="微软雅黑" panose="020B0503020204020204" charset="-122"/>
              <a:ea typeface="微软雅黑" panose="020B0503020204020204" charset="-122"/>
              <a:sym typeface="+mn-ea"/>
            </a:endParaRPr>
          </a:p>
        </p:txBody>
      </p:sp>
      <p:sp>
        <p:nvSpPr>
          <p:cNvPr id="15" name="文本框 14"/>
          <p:cNvSpPr txBox="1"/>
          <p:nvPr/>
        </p:nvSpPr>
        <p:spPr>
          <a:xfrm>
            <a:off x="3926205" y="2110105"/>
            <a:ext cx="5736590" cy="294005"/>
          </a:xfrm>
          <a:prstGeom prst="rect">
            <a:avLst/>
          </a:prstGeom>
        </p:spPr>
        <p:txBody>
          <a:bodyPr wrap="square">
            <a:spAutoFit/>
          </a:bodyPr>
          <a:p>
            <a:pPr indent="0" algn="l">
              <a:lnSpc>
                <a:spcPct val="110000"/>
              </a:lnSpc>
              <a:buClrTx/>
              <a:buSzTx/>
              <a:buNone/>
            </a:pPr>
            <a:r>
              <a:rPr lang="en-US" altLang="zh-CN" sz="1200" dirty="0">
                <a:solidFill>
                  <a:srgbClr val="152A8C"/>
                </a:solidFill>
                <a:latin typeface="微软雅黑" panose="020B0503020204020204" charset="-122"/>
                <a:ea typeface="微软雅黑" panose="020B0503020204020204" charset="-122"/>
              </a:rPr>
              <a:t>90</a:t>
            </a:r>
            <a:r>
              <a:rPr lang="zh-CN" altLang="en-US" sz="1200" dirty="0">
                <a:solidFill>
                  <a:srgbClr val="152A8C"/>
                </a:solidFill>
                <a:latin typeface="微软雅黑" panose="020B0503020204020204" charset="-122"/>
                <a:ea typeface="微软雅黑" panose="020B0503020204020204" charset="-122"/>
              </a:rPr>
              <a:t>分及以上</a:t>
            </a:r>
            <a:r>
              <a:rPr lang="en-US" altLang="zh-CN" sz="1200" dirty="0">
                <a:solidFill>
                  <a:srgbClr val="152A8C"/>
                </a:solidFill>
                <a:latin typeface="微软雅黑" panose="020B0503020204020204" charset="-122"/>
                <a:ea typeface="微软雅黑" panose="020B0503020204020204" charset="-122"/>
              </a:rPr>
              <a:t>“</a:t>
            </a:r>
            <a:r>
              <a:rPr lang="zh-CN" altLang="en-US" sz="1200" dirty="0">
                <a:solidFill>
                  <a:srgbClr val="152A8C"/>
                </a:solidFill>
                <a:latin typeface="微软雅黑" panose="020B0503020204020204" charset="-122"/>
                <a:ea typeface="微软雅黑" panose="020B0503020204020204" charset="-122"/>
              </a:rPr>
              <a:t>优秀</a:t>
            </a:r>
            <a:r>
              <a:rPr lang="en-US" altLang="zh-CN" sz="1200" dirty="0">
                <a:solidFill>
                  <a:srgbClr val="152A8C"/>
                </a:solidFill>
                <a:latin typeface="微软雅黑" panose="020B0503020204020204" charset="-122"/>
                <a:ea typeface="微软雅黑" panose="020B0503020204020204" charset="-122"/>
              </a:rPr>
              <a:t>”</a:t>
            </a:r>
            <a:r>
              <a:rPr lang="zh-CN" altLang="en-US" sz="1200" dirty="0">
                <a:solidFill>
                  <a:srgbClr val="152A8C"/>
                </a:solidFill>
                <a:latin typeface="微软雅黑" panose="020B0503020204020204" charset="-122"/>
                <a:ea typeface="微软雅黑" panose="020B0503020204020204" charset="-122"/>
              </a:rPr>
              <a:t>、</a:t>
            </a:r>
            <a:r>
              <a:rPr lang="en-US" altLang="zh-CN" sz="1200" dirty="0">
                <a:solidFill>
                  <a:srgbClr val="152A8C"/>
                </a:solidFill>
                <a:latin typeface="微软雅黑" panose="020B0503020204020204" charset="-122"/>
                <a:ea typeface="微软雅黑" panose="020B0503020204020204" charset="-122"/>
              </a:rPr>
              <a:t>60</a:t>
            </a:r>
            <a:r>
              <a:rPr lang="zh-CN" altLang="en-US" sz="1200" dirty="0">
                <a:solidFill>
                  <a:srgbClr val="152A8C"/>
                </a:solidFill>
                <a:latin typeface="微软雅黑" panose="020B0503020204020204" charset="-122"/>
                <a:ea typeface="微软雅黑" panose="020B0503020204020204" charset="-122"/>
              </a:rPr>
              <a:t>分（含）至</a:t>
            </a:r>
            <a:r>
              <a:rPr lang="en-US" altLang="zh-CN" sz="1200" dirty="0">
                <a:solidFill>
                  <a:srgbClr val="152A8C"/>
                </a:solidFill>
                <a:latin typeface="微软雅黑" panose="020B0503020204020204" charset="-122"/>
                <a:ea typeface="微软雅黑" panose="020B0503020204020204" charset="-122"/>
              </a:rPr>
              <a:t>90</a:t>
            </a:r>
            <a:r>
              <a:rPr lang="zh-CN" altLang="en-US" sz="1200" dirty="0">
                <a:solidFill>
                  <a:srgbClr val="152A8C"/>
                </a:solidFill>
                <a:latin typeface="微软雅黑" panose="020B0503020204020204" charset="-122"/>
                <a:ea typeface="微软雅黑" panose="020B0503020204020204" charset="-122"/>
              </a:rPr>
              <a:t>分</a:t>
            </a:r>
            <a:r>
              <a:rPr lang="en-US" altLang="zh-CN" sz="1200" dirty="0">
                <a:solidFill>
                  <a:srgbClr val="152A8C"/>
                </a:solidFill>
                <a:latin typeface="微软雅黑" panose="020B0503020204020204" charset="-122"/>
                <a:ea typeface="微软雅黑" panose="020B0503020204020204" charset="-122"/>
              </a:rPr>
              <a:t>“</a:t>
            </a:r>
            <a:r>
              <a:rPr lang="zh-CN" altLang="en-US" sz="1200" dirty="0">
                <a:solidFill>
                  <a:srgbClr val="152A8C"/>
                </a:solidFill>
                <a:latin typeface="微软雅黑" panose="020B0503020204020204" charset="-122"/>
                <a:ea typeface="微软雅黑" panose="020B0503020204020204" charset="-122"/>
              </a:rPr>
              <a:t>良好</a:t>
            </a:r>
            <a:r>
              <a:rPr lang="en-US" altLang="zh-CN" sz="1200" dirty="0">
                <a:solidFill>
                  <a:srgbClr val="152A8C"/>
                </a:solidFill>
                <a:latin typeface="微软雅黑" panose="020B0503020204020204" charset="-122"/>
                <a:ea typeface="微软雅黑" panose="020B0503020204020204" charset="-122"/>
              </a:rPr>
              <a:t>”</a:t>
            </a:r>
            <a:r>
              <a:rPr lang="zh-CN" altLang="en-US" sz="1200" dirty="0">
                <a:solidFill>
                  <a:srgbClr val="152A8C"/>
                </a:solidFill>
                <a:latin typeface="微软雅黑" panose="020B0503020204020204" charset="-122"/>
                <a:ea typeface="微软雅黑" panose="020B0503020204020204" charset="-122"/>
              </a:rPr>
              <a:t>、</a:t>
            </a:r>
            <a:r>
              <a:rPr lang="en-US" altLang="zh-CN" sz="1200" dirty="0">
                <a:solidFill>
                  <a:srgbClr val="152A8C"/>
                </a:solidFill>
                <a:latin typeface="微软雅黑" panose="020B0503020204020204" charset="-122"/>
                <a:ea typeface="微软雅黑" panose="020B0503020204020204" charset="-122"/>
              </a:rPr>
              <a:t>60</a:t>
            </a:r>
            <a:r>
              <a:rPr lang="zh-CN" altLang="en-US" sz="1200" dirty="0">
                <a:solidFill>
                  <a:srgbClr val="152A8C"/>
                </a:solidFill>
                <a:latin typeface="微软雅黑" panose="020B0503020204020204" charset="-122"/>
                <a:ea typeface="微软雅黑" panose="020B0503020204020204" charset="-122"/>
              </a:rPr>
              <a:t>分以下</a:t>
            </a:r>
            <a:r>
              <a:rPr lang="en-US" altLang="zh-CN" sz="1200" dirty="0">
                <a:solidFill>
                  <a:srgbClr val="152A8C"/>
                </a:solidFill>
                <a:latin typeface="微软雅黑" panose="020B0503020204020204" charset="-122"/>
                <a:ea typeface="微软雅黑" panose="020B0503020204020204" charset="-122"/>
              </a:rPr>
              <a:t>“</a:t>
            </a:r>
            <a:r>
              <a:rPr lang="zh-CN" altLang="en-US" sz="1200" dirty="0">
                <a:solidFill>
                  <a:srgbClr val="152A8C"/>
                </a:solidFill>
                <a:latin typeface="微软雅黑" panose="020B0503020204020204" charset="-122"/>
                <a:ea typeface="微软雅黑" panose="020B0503020204020204" charset="-122"/>
              </a:rPr>
              <a:t>一般</a:t>
            </a:r>
            <a:r>
              <a:rPr lang="en-US" altLang="zh-CN" sz="1200" dirty="0">
                <a:solidFill>
                  <a:srgbClr val="152A8C"/>
                </a:solidFill>
                <a:latin typeface="微软雅黑" panose="020B0503020204020204" charset="-122"/>
                <a:ea typeface="微软雅黑" panose="020B0503020204020204" charset="-122"/>
              </a:rPr>
              <a:t>”</a:t>
            </a:r>
            <a:endParaRPr lang="en-US" altLang="zh-CN" sz="1200" dirty="0">
              <a:solidFill>
                <a:srgbClr val="152A8C"/>
              </a:solidFill>
              <a:latin typeface="微软雅黑" panose="020B0503020204020204" charset="-122"/>
              <a:ea typeface="微软雅黑" panose="020B0503020204020204" charset="-122"/>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sym typeface="+mn-ea"/>
              </a:rPr>
              <a:t>四、核心方案</a:t>
            </a:r>
            <a:r>
              <a:rPr lang="en-US" altLang="zh-CN" sz="2400" b="1" dirty="0">
                <a:solidFill>
                  <a:srgbClr val="152A8C"/>
                </a:solidFill>
                <a:latin typeface="微软雅黑" panose="020B0503020204020204" charset="-122"/>
                <a:ea typeface="微软雅黑" panose="020B0503020204020204" charset="-122"/>
                <a:sym typeface="+mn-ea"/>
              </a:rPr>
              <a:t>-</a:t>
            </a:r>
            <a:r>
              <a:rPr lang="zh-CN" altLang="en-US" sz="1800" b="1" dirty="0">
                <a:solidFill>
                  <a:srgbClr val="152A8C"/>
                </a:solidFill>
                <a:latin typeface="微软雅黑" panose="020B0503020204020204" charset="-122"/>
                <a:ea typeface="微软雅黑" panose="020B0503020204020204" charset="-122"/>
                <a:sym typeface="+mn-ea"/>
              </a:rPr>
              <a:t>④管理</a:t>
            </a:r>
            <a:endParaRPr lang="zh-CN" altLang="en-US" sz="1800" b="1" dirty="0">
              <a:solidFill>
                <a:srgbClr val="152A8C"/>
              </a:solidFill>
              <a:latin typeface="微软雅黑" panose="020B0503020204020204" charset="-122"/>
              <a:ea typeface="微软雅黑" panose="020B0503020204020204" charset="-122"/>
              <a:sym typeface="+mn-ea"/>
            </a:endParaRPr>
          </a:p>
        </p:txBody>
      </p:sp>
      <p:sp>
        <p:nvSpPr>
          <p:cNvPr id="24" name="矩形 23"/>
          <p:cNvSpPr/>
          <p:nvPr/>
        </p:nvSpPr>
        <p:spPr>
          <a:xfrm>
            <a:off x="539115" y="1664970"/>
            <a:ext cx="2750185" cy="443230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25" name="文本框 24"/>
          <p:cNvSpPr txBox="1"/>
          <p:nvPr/>
        </p:nvSpPr>
        <p:spPr>
          <a:xfrm>
            <a:off x="1623695" y="1527175"/>
            <a:ext cx="680720"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输入</a:t>
            </a:r>
            <a:endParaRPr lang="zh-CN" altLang="en-US" sz="1400" b="1" dirty="0">
              <a:solidFill>
                <a:srgbClr val="C00000"/>
              </a:solidFill>
              <a:latin typeface="+mj-ea"/>
              <a:ea typeface="+mj-ea"/>
            </a:endParaRPr>
          </a:p>
        </p:txBody>
      </p:sp>
      <p:sp>
        <p:nvSpPr>
          <p:cNvPr id="26" name="矩形 25"/>
          <p:cNvSpPr/>
          <p:nvPr/>
        </p:nvSpPr>
        <p:spPr>
          <a:xfrm>
            <a:off x="10233025" y="1659255"/>
            <a:ext cx="969010" cy="4439285"/>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27" name="文本框 26"/>
          <p:cNvSpPr txBox="1"/>
          <p:nvPr/>
        </p:nvSpPr>
        <p:spPr>
          <a:xfrm>
            <a:off x="10336530" y="1514475"/>
            <a:ext cx="600710"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输出</a:t>
            </a:r>
            <a:endParaRPr lang="zh-CN" altLang="en-US" sz="1400" b="1" dirty="0">
              <a:solidFill>
                <a:srgbClr val="C00000"/>
              </a:solidFill>
              <a:latin typeface="+mj-ea"/>
              <a:ea typeface="+mj-ea"/>
            </a:endParaRPr>
          </a:p>
        </p:txBody>
      </p:sp>
      <p:sp>
        <p:nvSpPr>
          <p:cNvPr id="29" name="文本框 28"/>
          <p:cNvSpPr txBox="1"/>
          <p:nvPr/>
        </p:nvSpPr>
        <p:spPr>
          <a:xfrm>
            <a:off x="10236835" y="3303270"/>
            <a:ext cx="982345" cy="398780"/>
          </a:xfrm>
          <a:prstGeom prst="rect">
            <a:avLst/>
          </a:prstGeom>
          <a:noFill/>
        </p:spPr>
        <p:txBody>
          <a:bodyPr wrap="square">
            <a:sp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专家台账动态更新</a:t>
            </a:r>
            <a:endParaRPr lang="zh-CN" altLang="en-US" sz="1000" b="1" dirty="0">
              <a:solidFill>
                <a:srgbClr val="000000"/>
              </a:solidFill>
              <a:latin typeface="+mj-ea"/>
              <a:ea typeface="+mj-ea"/>
            </a:endParaRPr>
          </a:p>
        </p:txBody>
      </p:sp>
      <p:sp>
        <p:nvSpPr>
          <p:cNvPr id="38" name="文本框 37"/>
          <p:cNvSpPr txBox="1"/>
          <p:nvPr/>
        </p:nvSpPr>
        <p:spPr>
          <a:xfrm>
            <a:off x="650875" y="2120900"/>
            <a:ext cx="2546985" cy="1221105"/>
          </a:xfrm>
          <a:prstGeom prst="rect">
            <a:avLst/>
          </a:prstGeom>
          <a:solidFill>
            <a:schemeClr val="tx1">
              <a:lumMod val="95000"/>
            </a:schemeClr>
          </a:solidFill>
          <a:ln>
            <a:noFill/>
          </a:ln>
        </p:spPr>
        <p:txBody>
          <a:bodyPr wrap="square">
            <a:noAutofit/>
          </a:bodyPr>
          <a:lstStyle/>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业务调用记录、项目服务反馈表</a:t>
            </a:r>
            <a:endParaRPr lang="zh-CN" altLang="en-US" sz="1200" b="1" dirty="0">
              <a:solidFill>
                <a:srgbClr val="E7E6E6">
                  <a:lumMod val="10000"/>
                </a:srgbClr>
              </a:solidFill>
              <a:latin typeface="+mj-ea"/>
              <a:ea typeface="+mj-ea"/>
              <a:sym typeface="+mn-ea"/>
            </a:endParaRPr>
          </a:p>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业务部门业务需求变化说明</a:t>
            </a:r>
            <a:endParaRPr lang="zh-CN" altLang="en-US" sz="1200" b="1" dirty="0">
              <a:solidFill>
                <a:srgbClr val="E7E6E6">
                  <a:lumMod val="10000"/>
                </a:srgbClr>
              </a:solidFill>
              <a:latin typeface="+mj-ea"/>
              <a:ea typeface="+mj-ea"/>
              <a:sym typeface="+mn-ea"/>
            </a:endParaRPr>
          </a:p>
        </p:txBody>
      </p:sp>
      <p:sp>
        <p:nvSpPr>
          <p:cNvPr id="40" name="文本框 39"/>
          <p:cNvSpPr txBox="1"/>
          <p:nvPr/>
        </p:nvSpPr>
        <p:spPr>
          <a:xfrm>
            <a:off x="1447165" y="1802765"/>
            <a:ext cx="974725" cy="37274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indent="0" algn="ctr">
              <a:lnSpc>
                <a:spcPct val="150000"/>
              </a:lnSpc>
              <a:buClr>
                <a:srgbClr val="000000"/>
              </a:buClr>
              <a:buNone/>
            </a:pPr>
            <a:r>
              <a:rPr lang="zh-CN" altLang="en-US" sz="1200" b="1" dirty="0">
                <a:solidFill>
                  <a:srgbClr val="152A8C"/>
                </a:solidFill>
                <a:latin typeface="+mj-ea"/>
                <a:ea typeface="+mj-ea"/>
              </a:rPr>
              <a:t>系统</a:t>
            </a:r>
            <a:r>
              <a:rPr lang="zh-CN" altLang="en-US" sz="1200" b="1" dirty="0">
                <a:solidFill>
                  <a:srgbClr val="152A8C"/>
                </a:solidFill>
                <a:latin typeface="+mj-ea"/>
                <a:ea typeface="+mj-ea"/>
              </a:rPr>
              <a:t>抓取</a:t>
            </a:r>
            <a:endParaRPr lang="zh-CN" altLang="en-US" sz="1200" b="1" dirty="0">
              <a:solidFill>
                <a:srgbClr val="152A8C"/>
              </a:solidFill>
              <a:latin typeface="+mj-ea"/>
              <a:ea typeface="+mj-ea"/>
            </a:endParaRPr>
          </a:p>
        </p:txBody>
      </p:sp>
      <p:sp>
        <p:nvSpPr>
          <p:cNvPr id="41" name="文本框 40"/>
          <p:cNvSpPr txBox="1"/>
          <p:nvPr/>
        </p:nvSpPr>
        <p:spPr>
          <a:xfrm>
            <a:off x="671195" y="3814445"/>
            <a:ext cx="2527300" cy="2046605"/>
          </a:xfrm>
          <a:prstGeom prst="rect">
            <a:avLst/>
          </a:prstGeom>
          <a:solidFill>
            <a:schemeClr val="accent1">
              <a:lumMod val="20000"/>
              <a:lumOff val="80000"/>
            </a:schemeClr>
          </a:solidFill>
          <a:ln>
            <a:noFill/>
          </a:ln>
        </p:spPr>
        <p:txBody>
          <a:bodyPr wrap="square">
            <a:noAutofit/>
          </a:bodyPr>
          <a:lstStyle/>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业务调度数据：历史调用频次、任务承接成功率</a:t>
            </a:r>
            <a:endParaRPr lang="zh-CN" altLang="en-US" sz="1200" b="1" dirty="0">
              <a:solidFill>
                <a:srgbClr val="E7E6E6">
                  <a:lumMod val="10000"/>
                </a:srgbClr>
              </a:solidFill>
              <a:latin typeface="+mj-ea"/>
              <a:ea typeface="+mj-ea"/>
              <a:sym typeface="+mn-ea"/>
            </a:endParaRPr>
          </a:p>
          <a:p>
            <a:pPr marL="171450" lvl="0" indent="-171450" algn="l">
              <a:lnSpc>
                <a:spcPct val="150000"/>
              </a:lnSpc>
              <a:buClr>
                <a:srgbClr val="000000"/>
              </a:buClr>
              <a:buSzTx/>
              <a:buFont typeface="Wingdings" panose="05000000000000000000" charset="0"/>
              <a:buChar char="Ø"/>
            </a:pPr>
            <a:r>
              <a:rPr lang="zh-CN" altLang="en-US" sz="1200" b="1" dirty="0">
                <a:solidFill>
                  <a:srgbClr val="E7E6E6">
                    <a:lumMod val="10000"/>
                  </a:srgbClr>
                </a:solidFill>
                <a:latin typeface="+mj-ea"/>
                <a:ea typeface="+mj-ea"/>
                <a:sym typeface="+mn-ea"/>
              </a:rPr>
              <a:t>业务侧输入：业务领域资源需求变化</a:t>
            </a:r>
            <a:endParaRPr lang="zh-CN" altLang="en-US" sz="1200" b="1" dirty="0">
              <a:solidFill>
                <a:srgbClr val="E7E6E6">
                  <a:lumMod val="10000"/>
                </a:srgbClr>
              </a:solidFill>
              <a:latin typeface="+mj-ea"/>
              <a:ea typeface="+mj-ea"/>
              <a:sym typeface="+mn-ea"/>
            </a:endParaRPr>
          </a:p>
        </p:txBody>
      </p:sp>
      <p:sp>
        <p:nvSpPr>
          <p:cNvPr id="42" name="文本框 41"/>
          <p:cNvSpPr txBox="1"/>
          <p:nvPr/>
        </p:nvSpPr>
        <p:spPr>
          <a:xfrm>
            <a:off x="3708400" y="1977390"/>
            <a:ext cx="6090285" cy="44196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50000"/>
              </a:lnSpc>
              <a:buClr>
                <a:srgbClr val="152A8C"/>
              </a:buClr>
              <a:buFont typeface="Wingdings" panose="05000000000000000000" charset="0"/>
              <a:buChar char="Ø"/>
            </a:pPr>
            <a:r>
              <a:rPr lang="zh-CN" altLang="en-US" sz="1200" b="1" dirty="0">
                <a:solidFill>
                  <a:srgbClr val="152A8C"/>
                </a:solidFill>
                <a:latin typeface="+mj-ea"/>
                <a:ea typeface="+mj-ea"/>
              </a:rPr>
              <a:t>信息更新：</a:t>
            </a:r>
            <a:r>
              <a:rPr lang="zh-CN" altLang="en-US" sz="1200" dirty="0">
                <a:solidFill>
                  <a:srgbClr val="152A8C"/>
                </a:solidFill>
                <a:latin typeface="+mj-ea"/>
                <a:ea typeface="+mj-ea"/>
              </a:rPr>
              <a:t>按年由</a:t>
            </a:r>
            <a:r>
              <a:rPr lang="zh-CN" altLang="en-US" sz="1200" dirty="0">
                <a:solidFill>
                  <a:srgbClr val="152A8C"/>
                </a:solidFill>
                <a:latin typeface="+mj-ea"/>
                <a:ea typeface="+mj-ea"/>
              </a:rPr>
              <a:t>推荐人复核专家档案，动态更新资质、能力标签，保障库内信息准确有效</a:t>
            </a:r>
            <a:endParaRPr lang="zh-CN" altLang="en-US" sz="1200" dirty="0">
              <a:solidFill>
                <a:srgbClr val="152A8C"/>
              </a:solidFill>
              <a:latin typeface="+mj-ea"/>
              <a:ea typeface="+mj-ea"/>
            </a:endParaRPr>
          </a:p>
        </p:txBody>
      </p:sp>
      <p:sp>
        <p:nvSpPr>
          <p:cNvPr id="45" name="右箭头 44"/>
          <p:cNvSpPr/>
          <p:nvPr/>
        </p:nvSpPr>
        <p:spPr>
          <a:xfrm>
            <a:off x="3345180" y="2820670"/>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47" name="右箭头 46"/>
          <p:cNvSpPr/>
          <p:nvPr/>
        </p:nvSpPr>
        <p:spPr>
          <a:xfrm>
            <a:off x="9894570" y="2820670"/>
            <a:ext cx="186055" cy="259080"/>
          </a:xfrm>
          <a:prstGeom prst="rightArrow">
            <a:avLst/>
          </a:prstGeom>
          <a:solidFill>
            <a:schemeClr val="accent2"/>
          </a:solidFill>
          <a:ln w="12700" cap="flat" cmpd="sng" algn="ctr">
            <a:noFill/>
            <a:prstDash val="solid"/>
            <a:miter lim="800000"/>
          </a:ln>
          <a:effec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48" name="矩形 47"/>
          <p:cNvSpPr/>
          <p:nvPr/>
        </p:nvSpPr>
        <p:spPr>
          <a:xfrm>
            <a:off x="3566795" y="1674495"/>
            <a:ext cx="6301740" cy="443230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49" name="文本框 48"/>
          <p:cNvSpPr txBox="1"/>
          <p:nvPr/>
        </p:nvSpPr>
        <p:spPr>
          <a:xfrm>
            <a:off x="6242685" y="1507490"/>
            <a:ext cx="1304925" cy="306705"/>
          </a:xfrm>
          <a:prstGeom prst="rect">
            <a:avLst/>
          </a:prstGeom>
          <a:solidFill>
            <a:schemeClr val="bg1"/>
          </a:solidFill>
        </p:spPr>
        <p:txBody>
          <a:bodyPr wrap="square">
            <a:spAutoFit/>
          </a:bodyPr>
          <a:lstStyle/>
          <a:p>
            <a:pPr indent="0" algn="ctr">
              <a:buClr>
                <a:srgbClr val="40AFF7"/>
              </a:buClr>
              <a:buFont typeface="Wingdings" panose="05000000000000000000" pitchFamily="2" charset="2"/>
              <a:buNone/>
            </a:pPr>
            <a:r>
              <a:rPr lang="zh-CN" altLang="en-US" sz="1400" b="1" dirty="0">
                <a:solidFill>
                  <a:srgbClr val="C00000"/>
                </a:solidFill>
                <a:latin typeface="+mj-ea"/>
                <a:ea typeface="+mj-ea"/>
              </a:rPr>
              <a:t>规则</a:t>
            </a:r>
            <a:r>
              <a:rPr lang="en-US" altLang="zh-CN" sz="1400" b="1" dirty="0">
                <a:solidFill>
                  <a:srgbClr val="C00000"/>
                </a:solidFill>
                <a:latin typeface="+mj-ea"/>
                <a:ea typeface="+mj-ea"/>
              </a:rPr>
              <a:t>/</a:t>
            </a:r>
            <a:r>
              <a:rPr lang="zh-CN" altLang="en-US" sz="1400" b="1" dirty="0">
                <a:solidFill>
                  <a:srgbClr val="C00000"/>
                </a:solidFill>
                <a:latin typeface="+mj-ea"/>
                <a:ea typeface="+mj-ea"/>
              </a:rPr>
              <a:t>模型</a:t>
            </a:r>
            <a:endParaRPr lang="zh-CN" altLang="en-US" sz="1400" b="1" dirty="0">
              <a:solidFill>
                <a:srgbClr val="C00000"/>
              </a:solidFill>
              <a:latin typeface="+mj-ea"/>
              <a:ea typeface="+mj-ea"/>
            </a:endParaRPr>
          </a:p>
        </p:txBody>
      </p:sp>
      <p:sp>
        <p:nvSpPr>
          <p:cNvPr id="50" name="文本框 49"/>
          <p:cNvSpPr txBox="1"/>
          <p:nvPr/>
        </p:nvSpPr>
        <p:spPr>
          <a:xfrm>
            <a:off x="10188575" y="3973830"/>
            <a:ext cx="1010920" cy="398780"/>
          </a:xfrm>
          <a:prstGeom prst="rect">
            <a:avLst/>
          </a:prstGeom>
          <a:noFill/>
        </p:spPr>
        <p:txBody>
          <a:bodyPr wrap="square">
            <a:spAutoFit/>
          </a:bodyPr>
          <a:lstStyle/>
          <a:p>
            <a:pPr indent="0" algn="ctr">
              <a:lnSpc>
                <a:spcPct val="100000"/>
              </a:lnSpc>
              <a:buClr>
                <a:srgbClr val="000000"/>
              </a:buClr>
              <a:buFont typeface="Arial" panose="020B0604020202020204" pitchFamily="34" charset="0"/>
              <a:buNone/>
            </a:pPr>
            <a:r>
              <a:rPr lang="zh-CN" altLang="en-US" sz="1000" b="1" dirty="0">
                <a:solidFill>
                  <a:srgbClr val="000000"/>
                </a:solidFill>
                <a:latin typeface="+mj-ea"/>
                <a:ea typeface="+mj-ea"/>
              </a:rPr>
              <a:t>调度权重参数更新</a:t>
            </a:r>
            <a:endParaRPr lang="zh-CN" altLang="en-US" sz="1000" b="1" dirty="0">
              <a:solidFill>
                <a:srgbClr val="000000"/>
              </a:solidFill>
              <a:latin typeface="+mj-ea"/>
              <a:ea typeface="+mj-ea"/>
            </a:endParaRPr>
          </a:p>
        </p:txBody>
      </p:sp>
      <p:sp>
        <p:nvSpPr>
          <p:cNvPr id="52" name="文本框 51"/>
          <p:cNvSpPr txBox="1"/>
          <p:nvPr/>
        </p:nvSpPr>
        <p:spPr>
          <a:xfrm>
            <a:off x="1409700" y="3465830"/>
            <a:ext cx="974725" cy="372745"/>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indent="0" algn="ctr">
              <a:lnSpc>
                <a:spcPct val="150000"/>
              </a:lnSpc>
              <a:buClr>
                <a:srgbClr val="000000"/>
              </a:buClr>
              <a:buNone/>
            </a:pPr>
            <a:r>
              <a:rPr lang="zh-CN" altLang="en-US" sz="1200" b="1" dirty="0">
                <a:solidFill>
                  <a:srgbClr val="152A8C"/>
                </a:solidFill>
                <a:latin typeface="+mj-ea"/>
                <a:ea typeface="+mj-ea"/>
              </a:rPr>
              <a:t>数据</a:t>
            </a:r>
            <a:r>
              <a:rPr lang="zh-CN" altLang="en-US" sz="1200" b="1" dirty="0">
                <a:solidFill>
                  <a:srgbClr val="152A8C"/>
                </a:solidFill>
                <a:latin typeface="+mj-ea"/>
                <a:ea typeface="+mj-ea"/>
              </a:rPr>
              <a:t>提取</a:t>
            </a:r>
            <a:endParaRPr lang="zh-CN" altLang="en-US" sz="1200" b="1" dirty="0">
              <a:solidFill>
                <a:srgbClr val="152A8C"/>
              </a:solidFill>
              <a:latin typeface="+mj-ea"/>
              <a:ea typeface="+mj-ea"/>
            </a:endParaRPr>
          </a:p>
        </p:txBody>
      </p:sp>
      <p:sp>
        <p:nvSpPr>
          <p:cNvPr id="4" name="文本框 102"/>
          <p:cNvSpPr txBox="1"/>
          <p:nvPr/>
        </p:nvSpPr>
        <p:spPr>
          <a:xfrm>
            <a:off x="462280" y="900430"/>
            <a:ext cx="11078210" cy="619125"/>
          </a:xfrm>
          <a:prstGeom prst="rect">
            <a:avLst/>
          </a:prstGeom>
          <a:noFill/>
          <a:ln w="9525">
            <a:noFill/>
          </a:ln>
        </p:spPr>
        <p:txBody>
          <a:bodyPr anchor="t" anchorCtr="0"/>
          <a:p>
            <a:pPr marL="342900" indent="-342900">
              <a:lnSpc>
                <a:spcPct val="11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sym typeface="+mn-ea"/>
              </a:rPr>
              <a:t>通过信息更新、均衡</a:t>
            </a:r>
            <a:r>
              <a:rPr lang="zh-CN" altLang="en-US" sz="1600" b="1" dirty="0">
                <a:solidFill>
                  <a:srgbClr val="152A8C"/>
                </a:solidFill>
                <a:latin typeface="微软雅黑" panose="020B0503020204020204" charset="-122"/>
                <a:ea typeface="微软雅黑" panose="020B0503020204020204" charset="-122"/>
                <a:sym typeface="+mn-ea"/>
              </a:rPr>
              <a:t>轮换、服务支撑、出库调整，实现专家台账与调度权重参数动态更新，完成专家人才库闭环迭代与日常</a:t>
            </a:r>
            <a:r>
              <a:rPr lang="zh-CN" altLang="en-US" sz="1600" b="1" dirty="0">
                <a:solidFill>
                  <a:srgbClr val="152A8C"/>
                </a:solidFill>
                <a:latin typeface="微软雅黑" panose="020B0503020204020204" charset="-122"/>
                <a:ea typeface="微软雅黑" panose="020B0503020204020204" charset="-122"/>
                <a:sym typeface="+mn-ea"/>
              </a:rPr>
              <a:t>管理</a:t>
            </a:r>
            <a:endParaRPr lang="zh-CN" altLang="en-US" sz="1600" b="1" dirty="0">
              <a:solidFill>
                <a:srgbClr val="152A8C"/>
              </a:solidFill>
              <a:latin typeface="微软雅黑" panose="020B0503020204020204" charset="-122"/>
              <a:ea typeface="微软雅黑" panose="020B0503020204020204" charset="-122"/>
              <a:sym typeface="+mn-ea"/>
            </a:endParaRPr>
          </a:p>
        </p:txBody>
      </p:sp>
      <p:sp>
        <p:nvSpPr>
          <p:cNvPr id="6" name="文本框 5"/>
          <p:cNvSpPr txBox="1"/>
          <p:nvPr/>
        </p:nvSpPr>
        <p:spPr>
          <a:xfrm>
            <a:off x="3716020" y="2591435"/>
            <a:ext cx="6090285" cy="44196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lvl="1" indent="-171450" algn="l">
              <a:lnSpc>
                <a:spcPct val="150000"/>
              </a:lnSpc>
              <a:buClr>
                <a:srgbClr val="152A8C"/>
              </a:buClr>
              <a:buSzTx/>
              <a:buFont typeface="Wingdings" panose="05000000000000000000" charset="0"/>
              <a:buChar char="Ø"/>
            </a:pPr>
            <a:r>
              <a:rPr lang="zh-CN" altLang="en-US" sz="1200" b="1" dirty="0">
                <a:solidFill>
                  <a:srgbClr val="152A8C"/>
                </a:solidFill>
                <a:latin typeface="+mj-ea"/>
                <a:ea typeface="+mj-ea"/>
                <a:sym typeface="+mn-ea"/>
              </a:rPr>
              <a:t>均衡轮换：</a:t>
            </a:r>
            <a:r>
              <a:rPr lang="zh-CN" altLang="en-US" sz="1200" dirty="0">
                <a:solidFill>
                  <a:srgbClr val="152A8C"/>
                </a:solidFill>
                <a:latin typeface="+mj-ea"/>
                <a:ea typeface="+mj-ea"/>
                <a:sym typeface="+mn-ea"/>
              </a:rPr>
              <a:t>设置调用频次阈值，均衡库内专家使用频次，</a:t>
            </a:r>
            <a:r>
              <a:rPr lang="zh-CN" altLang="en-US" sz="1200" dirty="0">
                <a:solidFill>
                  <a:srgbClr val="152A8C"/>
                </a:solidFill>
                <a:latin typeface="+mj-ea"/>
                <a:ea typeface="+mj-ea"/>
                <a:sym typeface="+mn-ea"/>
              </a:rPr>
              <a:t>避免少数专家过度集中调用，或某些专家从未</a:t>
            </a:r>
            <a:r>
              <a:rPr lang="zh-CN" altLang="en-US" sz="1200" dirty="0">
                <a:solidFill>
                  <a:srgbClr val="152A8C"/>
                </a:solidFill>
                <a:latin typeface="+mj-ea"/>
                <a:ea typeface="+mj-ea"/>
                <a:sym typeface="+mn-ea"/>
              </a:rPr>
              <a:t>调用</a:t>
            </a:r>
            <a:endParaRPr lang="zh-CN" altLang="en-US" sz="1200" dirty="0">
              <a:solidFill>
                <a:srgbClr val="152A8C"/>
              </a:solidFill>
              <a:latin typeface="+mj-ea"/>
              <a:ea typeface="+mj-ea"/>
            </a:endParaRPr>
          </a:p>
        </p:txBody>
      </p:sp>
      <p:sp>
        <p:nvSpPr>
          <p:cNvPr id="8" name="文本框 7"/>
          <p:cNvSpPr txBox="1"/>
          <p:nvPr/>
        </p:nvSpPr>
        <p:spPr>
          <a:xfrm>
            <a:off x="3716020" y="3430905"/>
            <a:ext cx="6090285" cy="44196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gn="l">
              <a:lnSpc>
                <a:spcPct val="110000"/>
              </a:lnSpc>
              <a:buClrTx/>
              <a:buSzTx/>
              <a:buFont typeface="Wingdings" panose="05000000000000000000" charset="0"/>
              <a:buChar char="Ø"/>
            </a:pPr>
            <a:r>
              <a:rPr lang="zh-CN" altLang="en-US" sz="1200" b="1" dirty="0">
                <a:solidFill>
                  <a:srgbClr val="152A8C"/>
                </a:solidFill>
                <a:latin typeface="+mj-ea"/>
                <a:ea typeface="+mj-ea"/>
              </a:rPr>
              <a:t>服务支撑：</a:t>
            </a:r>
            <a:r>
              <a:rPr lang="zh-CN" altLang="en-US" sz="1200" dirty="0">
                <a:solidFill>
                  <a:srgbClr val="152A8C"/>
                </a:solidFill>
                <a:latin typeface="微软雅黑" panose="020B0503020204020204" charset="-122"/>
                <a:ea typeface="微软雅黑" panose="020B0503020204020204" charset="-122"/>
              </a:rPr>
              <a:t>为入库专家提供必要的工作条件与费用支持，确保其咨询活动顺利进行</a:t>
            </a:r>
            <a:endParaRPr lang="zh-CN" altLang="en-US" sz="1200" dirty="0">
              <a:solidFill>
                <a:srgbClr val="152A8C"/>
              </a:solidFill>
              <a:latin typeface="微软雅黑" panose="020B0503020204020204" charset="-122"/>
              <a:ea typeface="微软雅黑" panose="020B0503020204020204" charset="-122"/>
            </a:endParaRPr>
          </a:p>
        </p:txBody>
      </p:sp>
      <p:sp>
        <p:nvSpPr>
          <p:cNvPr id="12" name="文本框 11"/>
          <p:cNvSpPr txBox="1"/>
          <p:nvPr/>
        </p:nvSpPr>
        <p:spPr>
          <a:xfrm>
            <a:off x="3716020" y="3931285"/>
            <a:ext cx="6090285" cy="441960"/>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txBody>
          <a:bodyPr wrap="square">
            <a:noAutofit/>
          </a:bodyPr>
          <a:lstStyle/>
          <a:p>
            <a:pPr marL="171450" indent="-171450">
              <a:lnSpc>
                <a:spcPct val="110000"/>
              </a:lnSpc>
              <a:buFont typeface="Wingdings" panose="05000000000000000000" charset="0"/>
              <a:buChar char="Ø"/>
            </a:pPr>
            <a:r>
              <a:rPr lang="zh-CN" altLang="en-US" sz="1200" b="1" dirty="0">
                <a:solidFill>
                  <a:srgbClr val="152A8C"/>
                </a:solidFill>
                <a:latin typeface="+mj-ea"/>
                <a:ea typeface="+mj-ea"/>
              </a:rPr>
              <a:t>出库调整：</a:t>
            </a:r>
            <a:r>
              <a:rPr lang="zh-CN" altLang="en-US" sz="1200" dirty="0">
                <a:solidFill>
                  <a:srgbClr val="152A8C"/>
                </a:solidFill>
                <a:latin typeface="微软雅黑" panose="020B0503020204020204" charset="-122"/>
                <a:ea typeface="微软雅黑" panose="020B0503020204020204" charset="-122"/>
                <a:sym typeface="+mn-ea"/>
              </a:rPr>
              <a:t>触发以下情形时，按规则对专家实施调整出库</a:t>
            </a:r>
            <a:endParaRPr lang="zh-CN" altLang="en-US" sz="1200" dirty="0">
              <a:solidFill>
                <a:srgbClr val="152A8C"/>
              </a:solidFill>
              <a:latin typeface="微软雅黑" panose="020B0503020204020204" charset="-122"/>
              <a:ea typeface="微软雅黑" panose="020B0503020204020204" charset="-122"/>
              <a:sym typeface="+mn-ea"/>
            </a:endParaRPr>
          </a:p>
          <a:p>
            <a:pPr marL="628650" lvl="1" indent="-171450">
              <a:lnSpc>
                <a:spcPct val="110000"/>
              </a:lnSpc>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个人主动申请退出</a:t>
            </a:r>
            <a:endParaRPr lang="zh-CN" altLang="en-US" sz="1200" dirty="0">
              <a:solidFill>
                <a:srgbClr val="152A8C"/>
              </a:solidFill>
              <a:latin typeface="微软雅黑" panose="020B0503020204020204" charset="-122"/>
              <a:ea typeface="微软雅黑" panose="020B0503020204020204" charset="-122"/>
              <a:sym typeface="+mn-ea"/>
            </a:endParaRPr>
          </a:p>
          <a:p>
            <a:pPr marL="628650" lvl="1" indent="-171450">
              <a:lnSpc>
                <a:spcPct val="110000"/>
              </a:lnSpc>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履职状态变更（长期无法承接咨询任务）</a:t>
            </a:r>
            <a:endParaRPr lang="zh-CN" altLang="en-US" sz="1200" dirty="0">
              <a:solidFill>
                <a:srgbClr val="152A8C"/>
              </a:solidFill>
              <a:latin typeface="微软雅黑" panose="020B0503020204020204" charset="-122"/>
              <a:ea typeface="微软雅黑" panose="020B0503020204020204" charset="-122"/>
              <a:sym typeface="+mn-ea"/>
            </a:endParaRPr>
          </a:p>
          <a:p>
            <a:pPr marL="628650" lvl="1" indent="-171450" algn="l">
              <a:lnSpc>
                <a:spcPct val="110000"/>
              </a:lnSpc>
              <a:buClrTx/>
              <a:buSzTx/>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履职失信 / 服务质量不达标（</a:t>
            </a:r>
            <a:r>
              <a:rPr lang="zh-CN" altLang="en-US" sz="1200" dirty="0">
                <a:solidFill>
                  <a:srgbClr val="152A8C"/>
                </a:solidFill>
                <a:latin typeface="微软雅黑" panose="020B0503020204020204" charset="-122"/>
                <a:ea typeface="微软雅黑" panose="020B0503020204020204" charset="-122"/>
                <a:sym typeface="+mn-ea"/>
              </a:rPr>
              <a:t>评价为一般的专家原则上及时办理出库</a:t>
            </a:r>
            <a:r>
              <a:rPr lang="zh-CN" altLang="en-US" sz="1200" dirty="0">
                <a:solidFill>
                  <a:srgbClr val="152A8C"/>
                </a:solidFill>
                <a:latin typeface="微软雅黑" panose="020B0503020204020204" charset="-122"/>
                <a:ea typeface="微软雅黑" panose="020B0503020204020204" charset="-122"/>
                <a:sym typeface="+mn-ea"/>
              </a:rPr>
              <a:t>）</a:t>
            </a:r>
            <a:endParaRPr lang="zh-CN" altLang="en-US" sz="1200" dirty="0">
              <a:solidFill>
                <a:srgbClr val="152A8C"/>
              </a:solidFill>
              <a:latin typeface="微软雅黑" panose="020B0503020204020204" charset="-122"/>
              <a:ea typeface="微软雅黑" panose="020B0503020204020204" charset="-122"/>
              <a:sym typeface="+mn-ea"/>
            </a:endParaRPr>
          </a:p>
          <a:p>
            <a:pPr marL="628650" lvl="1" indent="-171450">
              <a:lnSpc>
                <a:spcPct val="110000"/>
              </a:lnSpc>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合规风险情形</a:t>
            </a:r>
            <a:endParaRPr lang="zh-CN" altLang="en-US" sz="1200" dirty="0">
              <a:solidFill>
                <a:srgbClr val="152A8C"/>
              </a:solidFill>
              <a:latin typeface="微软雅黑" panose="020B0503020204020204" charset="-122"/>
              <a:ea typeface="微软雅黑" panose="020B0503020204020204" charset="-122"/>
              <a:sym typeface="+mn-ea"/>
            </a:endParaRPr>
          </a:p>
          <a:p>
            <a:pPr marL="628650" lvl="1" indent="-171450">
              <a:lnSpc>
                <a:spcPct val="110000"/>
              </a:lnSpc>
              <a:buFont typeface="Arial" panose="020B0604020202020204" pitchFamily="34" charset="0"/>
              <a:buChar char="•"/>
            </a:pPr>
            <a:r>
              <a:rPr lang="zh-CN" altLang="en-US" sz="1200" dirty="0">
                <a:solidFill>
                  <a:srgbClr val="152A8C"/>
                </a:solidFill>
                <a:latin typeface="微软雅黑" panose="020B0503020204020204" charset="-122"/>
                <a:ea typeface="微软雅黑" panose="020B0503020204020204" charset="-122"/>
                <a:sym typeface="+mn-ea"/>
              </a:rPr>
              <a:t>其他情形</a:t>
            </a:r>
            <a:endParaRPr lang="zh-CN" altLang="en-US" sz="1200" dirty="0">
              <a:solidFill>
                <a:srgbClr val="152A8C"/>
              </a:solidFill>
              <a:latin typeface="微软雅黑" panose="020B0503020204020204" charset="-122"/>
              <a:ea typeface="微软雅黑" panose="020B0503020204020204" charset="-122"/>
              <a:sym typeface="+mn-ea"/>
            </a:endParaRP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5"/>
          <p:cNvSpPr txBox="1"/>
          <p:nvPr/>
        </p:nvSpPr>
        <p:spPr>
          <a:xfrm>
            <a:off x="536077" y="380846"/>
            <a:ext cx="10367010" cy="509905"/>
          </a:xfrm>
          <a:prstGeom prst="rect">
            <a:avLst/>
          </a:prstGeom>
        </p:spPr>
        <p:txBody>
          <a:bodyPr lIns="81750" tIns="40874" rIns="81750" bIns="40874"/>
          <a:lstStyle>
            <a:lvl1pPr algn="l" defTabSz="844550" rtl="0" eaLnBrk="1" fontAlgn="base" hangingPunct="1">
              <a:spcBef>
                <a:spcPct val="0"/>
              </a:spcBef>
              <a:spcAft>
                <a:spcPct val="0"/>
              </a:spcAft>
              <a:defRPr lang="zh-CN" altLang="en-US" sz="2400" b="1" kern="1200">
                <a:solidFill>
                  <a:srgbClr val="152A8C"/>
                </a:solidFill>
                <a:latin typeface="微软雅黑" panose="020B0503020204020204" charset="-122"/>
                <a:ea typeface="微软雅黑" panose="020B0503020204020204" charset="-122"/>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a:lstStyle>
          <a:p>
            <a:r>
              <a:rPr lang="zh-CN" altLang="en-US" smtClean="0"/>
              <a:t>目  录</a:t>
            </a:r>
            <a:endParaRPr lang="zh-CN" altLang="en-US" dirty="0"/>
          </a:p>
        </p:txBody>
      </p:sp>
      <p:sp>
        <p:nvSpPr>
          <p:cNvPr id="10" name="矩形 8"/>
          <p:cNvSpPr>
            <a:spLocks noChangeArrowheads="1"/>
          </p:cNvSpPr>
          <p:nvPr/>
        </p:nvSpPr>
        <p:spPr bwMode="auto">
          <a:xfrm>
            <a:off x="3282658" y="2087850"/>
            <a:ext cx="6205855" cy="621665"/>
          </a:xfrm>
          <a:prstGeom prst="rect">
            <a:avLst/>
          </a:prstGeom>
          <a:solidFill>
            <a:schemeClr val="bg1"/>
          </a:solidFill>
          <a:ln w="19050">
            <a:solidFill>
              <a:schemeClr val="bg1">
                <a:lumMod val="75000"/>
              </a:schemeClr>
            </a:solidFill>
            <a:miter lim="800000"/>
          </a:ln>
        </p:spPr>
        <p:txBody>
          <a:bodyPr anchor="ctr">
            <a:noAutofit/>
          </a:bodyPr>
          <a:lstStyle/>
          <a:p>
            <a:pPr lvl="0" algn="l" eaLnBrk="0" fontAlgn="base" hangingPunct="0">
              <a:buClrTx/>
              <a:buSzTx/>
              <a:buFontTx/>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建设</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背景</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15" name="矩形 41"/>
          <p:cNvSpPr>
            <a:spLocks noChangeArrowheads="1"/>
          </p:cNvSpPr>
          <p:nvPr/>
        </p:nvSpPr>
        <p:spPr bwMode="auto">
          <a:xfrm>
            <a:off x="2633689" y="2088484"/>
            <a:ext cx="600075" cy="615950"/>
          </a:xfrm>
          <a:prstGeom prst="rect">
            <a:avLst/>
          </a:prstGeom>
          <a:solidFill>
            <a:schemeClr val="bg1">
              <a:lumMod val="75000"/>
            </a:schemeClr>
          </a:solidFill>
          <a:ln>
            <a:noFill/>
          </a:ln>
        </p:spPr>
        <p:txBody>
          <a:bodyPr anchor="ctr">
            <a:noAutofit/>
          </a:bodyPr>
          <a:lstStyle/>
          <a:p>
            <a:pPr lvl="0" algn="ctr" eaLnBrk="0" fontAlgn="base" hangingPunct="0">
              <a:buClrTx/>
              <a:buSzTx/>
              <a:buFontTx/>
              <a:defRPr/>
            </a:pPr>
            <a:r>
              <a:rPr lang="zh-CN" altLang="en-US" sz="2000" b="1" noProof="0" dirty="0" smtClean="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rPr>
              <a:t>一</a:t>
            </a:r>
            <a:endParaRPr lang="zh-CN" altLang="en-US" sz="2000" b="1" noProof="0" dirty="0" smtClean="0">
              <a:ln>
                <a:noFill/>
              </a:ln>
              <a:solidFill>
                <a:srgbClr val="FFFFFF"/>
              </a:solidFill>
              <a:effectLst/>
              <a:uLnTx/>
              <a:uFillTx/>
              <a:latin typeface="微软雅黑" panose="020B0503020204020204" charset="-122"/>
              <a:ea typeface="微软雅黑" panose="020B0503020204020204" charset="-122"/>
              <a:sym typeface="微软雅黑" panose="020B0503020204020204" charset="-122"/>
            </a:endParaRPr>
          </a:p>
        </p:txBody>
      </p:sp>
      <p:sp>
        <p:nvSpPr>
          <p:cNvPr id="16" name="矩形 41"/>
          <p:cNvSpPr>
            <a:spLocks noChangeArrowheads="1"/>
          </p:cNvSpPr>
          <p:nvPr/>
        </p:nvSpPr>
        <p:spPr bwMode="auto">
          <a:xfrm>
            <a:off x="2633689" y="2913362"/>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二</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7" name="矩形 8"/>
          <p:cNvSpPr>
            <a:spLocks noChangeArrowheads="1"/>
          </p:cNvSpPr>
          <p:nvPr/>
        </p:nvSpPr>
        <p:spPr bwMode="auto">
          <a:xfrm>
            <a:off x="3282658" y="2913363"/>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行业</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对标</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18" name="矩形 41"/>
          <p:cNvSpPr>
            <a:spLocks noChangeArrowheads="1"/>
          </p:cNvSpPr>
          <p:nvPr/>
        </p:nvSpPr>
        <p:spPr bwMode="auto">
          <a:xfrm>
            <a:off x="2633689" y="3738227"/>
            <a:ext cx="600075" cy="615950"/>
          </a:xfrm>
          <a:prstGeom prst="rect">
            <a:avLst/>
          </a:prstGeom>
          <a:solidFill>
            <a:schemeClr val="bg1">
              <a:lumMod val="75000"/>
            </a:schemeClr>
          </a:solidFill>
          <a:ln>
            <a:noFill/>
          </a:ln>
        </p:spPr>
        <p:txBody>
          <a:bodyPr anchor="ct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rPr>
              <a:t>三</a:t>
            </a:r>
            <a:endParaRPr kumimoji="0" lang="zh-CN" altLang="en-US" sz="2000" b="1" i="0" u="none" strike="noStrike" kern="1200" cap="none" spc="0" normalizeH="0" baseline="0" noProof="0" dirty="0" smtClean="0">
              <a:ln>
                <a:noFill/>
              </a:ln>
              <a:solidFill>
                <a:srgbClr val="FFFFFF"/>
              </a:solidFill>
              <a:effectLst/>
              <a:uLnTx/>
              <a:uFillTx/>
              <a:latin typeface="微软雅黑" panose="020B0503020204020204" charset="-122"/>
              <a:ea typeface="微软雅黑" panose="020B0503020204020204" charset="-122"/>
              <a:cs typeface="+mn-cs"/>
              <a:sym typeface="微软雅黑" panose="020B0503020204020204" charset="-122"/>
            </a:endParaRPr>
          </a:p>
        </p:txBody>
      </p:sp>
      <p:sp>
        <p:nvSpPr>
          <p:cNvPr id="19" name="矩形 41"/>
          <p:cNvSpPr>
            <a:spLocks noChangeArrowheads="1"/>
          </p:cNvSpPr>
          <p:nvPr/>
        </p:nvSpPr>
        <p:spPr bwMode="auto">
          <a:xfrm>
            <a:off x="2633689" y="4563092"/>
            <a:ext cx="600075" cy="615950"/>
          </a:xfrm>
          <a:prstGeom prst="rect">
            <a:avLst/>
          </a:prstGeom>
          <a:solidFill>
            <a:srgbClr val="152A8C"/>
          </a:solidFill>
          <a:ln>
            <a:noFill/>
          </a:ln>
        </p:spPr>
        <p:txBody>
          <a:bodyPr anchor="ctr">
            <a:noAutofit/>
          </a:bodyPr>
          <a:lstStyle/>
          <a:p>
            <a:pPr lvl="0" algn="ctr" eaLnBrk="0" fontAlgn="base" hangingPunct="0">
              <a:buClrTx/>
              <a:buSzTx/>
              <a:buFontTx/>
            </a:pPr>
            <a:r>
              <a:rPr lang="zh-CN" altLang="en-US" sz="2000" b="1" dirty="0">
                <a:solidFill>
                  <a:srgbClr val="FFFFFF"/>
                </a:solidFill>
                <a:latin typeface="微软雅黑" panose="020B0503020204020204" charset="-122"/>
                <a:ea typeface="微软雅黑" panose="020B0503020204020204" charset="-122"/>
                <a:sym typeface="微软雅黑" panose="020B0503020204020204" charset="-122"/>
              </a:rPr>
              <a:t>四</a:t>
            </a:r>
            <a:endParaRPr lang="zh-CN" altLang="en-US" sz="2000" b="1" dirty="0">
              <a:solidFill>
                <a:srgbClr val="FFFFFF"/>
              </a:solidFill>
              <a:latin typeface="微软雅黑" panose="020B0503020204020204" charset="-122"/>
              <a:ea typeface="微软雅黑" panose="020B0503020204020204" charset="-122"/>
              <a:sym typeface="微软雅黑" panose="020B0503020204020204" charset="-122"/>
            </a:endParaRPr>
          </a:p>
        </p:txBody>
      </p:sp>
      <p:sp>
        <p:nvSpPr>
          <p:cNvPr id="20" name="矩形 8"/>
          <p:cNvSpPr>
            <a:spLocks noChangeArrowheads="1"/>
          </p:cNvSpPr>
          <p:nvPr/>
        </p:nvSpPr>
        <p:spPr bwMode="auto">
          <a:xfrm>
            <a:off x="3282658" y="3738228"/>
            <a:ext cx="6205855" cy="621665"/>
          </a:xfrm>
          <a:prstGeom prst="rect">
            <a:avLst/>
          </a:prstGeom>
          <a:solidFill>
            <a:schemeClr val="bg1"/>
          </a:solidFill>
          <a:ln w="19050">
            <a:solidFill>
              <a:schemeClr val="bg1">
                <a:lumMod val="75000"/>
              </a:schemeClr>
            </a:solidFill>
            <a:miter lim="800000"/>
          </a:ln>
        </p:spPr>
        <p:txBody>
          <a:bodyPr anchor="ctr"/>
          <a:lstStyle/>
          <a:p>
            <a:pPr lvl="0" eaLnBrk="0" fontAlgn="base" hangingPunct="0">
              <a:spcBef>
                <a:spcPct val="0"/>
              </a:spcBef>
              <a:spcAft>
                <a:spcPct val="0"/>
              </a:spcAft>
              <a:defRPr/>
            </a:pP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核心</a:t>
            </a:r>
            <a:r>
              <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rPr>
              <a:t>方案</a:t>
            </a:r>
            <a:endParaRPr lang="zh-CN" altLang="en-US" sz="2000" b="1" dirty="0">
              <a:solidFill>
                <a:schemeClr val="bg1">
                  <a:lumMod val="65000"/>
                </a:schemeClr>
              </a:solidFill>
              <a:latin typeface="微软雅黑" panose="020B0503020204020204" charset="-122"/>
              <a:ea typeface="微软雅黑" panose="020B0503020204020204" charset="-122"/>
              <a:sym typeface="微软雅黑" panose="020B0503020204020204" charset="-122"/>
            </a:endParaRPr>
          </a:p>
        </p:txBody>
      </p:sp>
      <p:sp>
        <p:nvSpPr>
          <p:cNvPr id="21" name="矩形 8"/>
          <p:cNvSpPr>
            <a:spLocks noChangeArrowheads="1"/>
          </p:cNvSpPr>
          <p:nvPr/>
        </p:nvSpPr>
        <p:spPr bwMode="auto">
          <a:xfrm>
            <a:off x="3282658" y="4563093"/>
            <a:ext cx="6205855" cy="621665"/>
          </a:xfrm>
          <a:prstGeom prst="rect">
            <a:avLst/>
          </a:prstGeom>
          <a:solidFill>
            <a:schemeClr val="bg1"/>
          </a:solidFill>
          <a:ln w="19050">
            <a:solidFill>
              <a:srgbClr val="152A8C"/>
            </a:solidFill>
            <a:miter lim="800000"/>
          </a:ln>
        </p:spPr>
        <p:txBody>
          <a:bodyPr anchor="ctr">
            <a:noAutofit/>
          </a:bodyPr>
          <a:lstStyle/>
          <a:p>
            <a:pPr lvl="0" algn="l" eaLnBrk="0" fontAlgn="base" hangingPunct="0">
              <a:buClrTx/>
              <a:buSzTx/>
              <a:buFontTx/>
            </a:pPr>
            <a:r>
              <a:rPr lang="zh-CN" altLang="en-US" sz="2000" b="1" dirty="0">
                <a:solidFill>
                  <a:srgbClr val="152A8C"/>
                </a:solidFill>
                <a:latin typeface="微软雅黑" panose="020B0503020204020204" charset="-122"/>
                <a:ea typeface="微软雅黑" panose="020B0503020204020204" charset="-122"/>
                <a:sym typeface="微软雅黑" panose="020B0503020204020204" charset="-122"/>
              </a:rPr>
              <a:t>工作计划</a:t>
            </a:r>
            <a:endParaRPr lang="zh-CN" altLang="en-US" sz="2000" b="1" dirty="0">
              <a:solidFill>
                <a:srgbClr val="152A8C"/>
              </a:solidFill>
              <a:latin typeface="微软雅黑" panose="020B0503020204020204" charset="-122"/>
              <a:ea typeface="微软雅黑" panose="020B0503020204020204" charset="-122"/>
              <a:sym typeface="微软雅黑" panose="020B0503020204020204"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txBox="1"/>
          <p:nvPr/>
        </p:nvSpPr>
        <p:spPr>
          <a:xfrm>
            <a:off x="359601" y="273783"/>
            <a:ext cx="9872980" cy="509905"/>
          </a:xfrm>
          <a:prstGeom prst="rect">
            <a:avLst/>
          </a:prstGeom>
        </p:spPr>
        <p:txBody>
          <a:bodyPr/>
          <a:lst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a:lstStyle>
          <a:p>
            <a:pPr defTabSz="844550"/>
            <a:r>
              <a:rPr lang="zh-CN" altLang="en-US" sz="2400" dirty="0">
                <a:solidFill>
                  <a:srgbClr val="152A8C"/>
                </a:solidFill>
                <a:highlight>
                  <a:srgbClr val="000000">
                    <a:alpha val="0"/>
                  </a:srgbClr>
                </a:highlight>
                <a:latin typeface="微软雅黑" panose="020B0503020204020204" charset="-122"/>
                <a:ea typeface="微软雅黑" panose="020B0503020204020204" charset="-122"/>
                <a:sym typeface="+mn-ea"/>
              </a:rPr>
              <a:t>五、工作计划（</a:t>
            </a:r>
            <a:r>
              <a:rPr lang="en-US" altLang="zh-CN" sz="2400" dirty="0">
                <a:solidFill>
                  <a:srgbClr val="152A8C"/>
                </a:solidFill>
                <a:highlight>
                  <a:srgbClr val="000000">
                    <a:alpha val="0"/>
                  </a:srgbClr>
                </a:highlight>
                <a:latin typeface="微软雅黑" panose="020B0503020204020204" charset="-122"/>
                <a:ea typeface="微软雅黑" panose="020B0503020204020204" charset="-122"/>
                <a:sym typeface="+mn-ea"/>
              </a:rPr>
              <a:t>1/2</a:t>
            </a:r>
            <a:r>
              <a:rPr lang="zh-CN" altLang="en-US" sz="2400" dirty="0">
                <a:solidFill>
                  <a:srgbClr val="152A8C"/>
                </a:solidFill>
                <a:highlight>
                  <a:srgbClr val="000000">
                    <a:alpha val="0"/>
                  </a:srgbClr>
                </a:highlight>
                <a:latin typeface="微软雅黑" panose="020B0503020204020204" charset="-122"/>
                <a:ea typeface="微软雅黑" panose="020B0503020204020204" charset="-122"/>
                <a:sym typeface="+mn-ea"/>
              </a:rPr>
              <a:t>）</a:t>
            </a:r>
            <a:endParaRPr lang="zh-CN" altLang="en-US" sz="2400" dirty="0">
              <a:solidFill>
                <a:srgbClr val="152A8C"/>
              </a:solidFill>
              <a:highlight>
                <a:srgbClr val="000000">
                  <a:alpha val="0"/>
                </a:srgbClr>
              </a:highlight>
              <a:latin typeface="微软雅黑" panose="020B0503020204020204" charset="-122"/>
              <a:ea typeface="微软雅黑" panose="020B0503020204020204" charset="-122"/>
              <a:sym typeface="+mn-ea"/>
            </a:endParaRPr>
          </a:p>
        </p:txBody>
      </p:sp>
      <p:sp>
        <p:nvSpPr>
          <p:cNvPr id="5" name="文本占位符 2"/>
          <p:cNvSpPr>
            <a:spLocks noGrp="1"/>
          </p:cNvSpPr>
          <p:nvPr>
            <p:ph type="body" sz="quarter" idx="10"/>
          </p:nvPr>
        </p:nvSpPr>
        <p:spPr>
          <a:xfrm>
            <a:off x="359410" y="839470"/>
            <a:ext cx="11370310" cy="779780"/>
          </a:xfrm>
        </p:spPr>
        <p:txBody>
          <a:bodyPr wrap="square"/>
          <a:lstStyle/>
          <a:p>
            <a:pPr algn="l">
              <a:lnSpc>
                <a:spcPct val="140000"/>
              </a:lnSpc>
              <a:buClrTx/>
              <a:buSzTx/>
            </a:pPr>
            <a:r>
              <a:rPr lang="zh-CN" altLang="en-US" sz="1600" dirty="0">
                <a:latin typeface="+mj-ea"/>
                <a:ea typeface="+mj-ea"/>
                <a:cs typeface="微软雅黑" panose="020B0503020204020204" pitchFamily="34" charset="-120"/>
                <a:sym typeface="+mn-ea"/>
              </a:rPr>
              <a:t>2026年底完成专家人才库建设；2027年底完成专家人才库使用及优化</a:t>
            </a:r>
            <a:endParaRPr lang="zh-CN" altLang="en-US" sz="1600" dirty="0">
              <a:latin typeface="+mj-ea"/>
              <a:ea typeface="+mj-ea"/>
              <a:cs typeface="微软雅黑" panose="020B0503020204020204" pitchFamily="34" charset="-120"/>
              <a:sym typeface="+mn-ea"/>
            </a:endParaRPr>
          </a:p>
          <a:p>
            <a:pPr algn="l">
              <a:lnSpc>
                <a:spcPct val="140000"/>
              </a:lnSpc>
              <a:buClrTx/>
              <a:buSzTx/>
            </a:pPr>
            <a:endParaRPr lang="zh-CN" altLang="en-US" sz="1600" dirty="0">
              <a:latin typeface="+mj-ea"/>
              <a:ea typeface="+mj-ea"/>
              <a:cs typeface="微软雅黑" panose="020B0503020204020204" pitchFamily="34" charset="-120"/>
              <a:sym typeface="+mn-ea"/>
            </a:endParaRPr>
          </a:p>
        </p:txBody>
      </p:sp>
      <p:graphicFrame>
        <p:nvGraphicFramePr>
          <p:cNvPr id="2" name="表格 1"/>
          <p:cNvGraphicFramePr/>
          <p:nvPr>
            <p:custDataLst>
              <p:tags r:id="rId1"/>
            </p:custDataLst>
          </p:nvPr>
        </p:nvGraphicFramePr>
        <p:xfrm>
          <a:off x="448310" y="1284605"/>
          <a:ext cx="11016615" cy="5351145"/>
        </p:xfrm>
        <a:graphic>
          <a:graphicData uri="http://schemas.openxmlformats.org/drawingml/2006/table">
            <a:tbl>
              <a:tblPr/>
              <a:tblGrid>
                <a:gridCol w="748030"/>
                <a:gridCol w="848995"/>
                <a:gridCol w="4429125"/>
                <a:gridCol w="1633220"/>
                <a:gridCol w="646430"/>
                <a:gridCol w="544195"/>
                <a:gridCol w="721995"/>
                <a:gridCol w="721995"/>
                <a:gridCol w="722630"/>
              </a:tblGrid>
              <a:tr h="448945">
                <a:tc>
                  <a:txBody>
                    <a:bodyPr/>
                    <a:p>
                      <a:pPr algn="ctr" fontAlgn="ctr"/>
                      <a:r>
                        <a:rPr lang="zh-CN" altLang="en-US" sz="1400" b="1" i="0">
                          <a:solidFill>
                            <a:srgbClr val="FFFFFF"/>
                          </a:solidFill>
                          <a:latin typeface="微软雅黑" panose="020B0503020204020204" charset="-122"/>
                          <a:ea typeface="微软雅黑" panose="020B0503020204020204" charset="-122"/>
                        </a:rPr>
                        <a:t>专家类别</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zh-CN" altLang="en-US" sz="1400" b="1" i="0">
                          <a:solidFill>
                            <a:srgbClr val="FFFFFF"/>
                          </a:solidFill>
                          <a:latin typeface="微软雅黑" panose="020B0503020204020204" charset="-122"/>
                          <a:ea typeface="微软雅黑" panose="020B0503020204020204" charset="-122"/>
                        </a:rPr>
                        <a:t>工作推进</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zh-CN" altLang="en-US" sz="1400" b="1" i="0">
                          <a:solidFill>
                            <a:srgbClr val="FFFFFF"/>
                          </a:solidFill>
                          <a:latin typeface="微软雅黑" panose="020B0503020204020204" charset="-122"/>
                          <a:ea typeface="微软雅黑" panose="020B0503020204020204" charset="-122"/>
                        </a:rPr>
                        <a:t>具体步骤</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zh-CN" altLang="en-US" sz="1400" b="1" i="0">
                          <a:solidFill>
                            <a:srgbClr val="FFFFFF"/>
                          </a:solidFill>
                          <a:latin typeface="微软雅黑" panose="020B0503020204020204" charset="-122"/>
                          <a:ea typeface="微软雅黑" panose="020B0503020204020204" charset="-122"/>
                        </a:rPr>
                        <a:t>责任单位</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9</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10</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11</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12</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2027</a:t>
                      </a:r>
                      <a:r>
                        <a:rPr lang="zh-CN" altLang="en-US" sz="1400" b="1" i="0">
                          <a:solidFill>
                            <a:srgbClr val="FFFFFF"/>
                          </a:solidFill>
                          <a:latin typeface="微软雅黑" panose="020B0503020204020204" charset="-122"/>
                          <a:ea typeface="微软雅黑" panose="020B0503020204020204" charset="-122"/>
                        </a:rPr>
                        <a:t>年</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r>
              <a:tr h="222250">
                <a:tc rowSpan="14">
                  <a:txBody>
                    <a:bodyPr/>
                    <a:p>
                      <a:pPr algn="ctr" fontAlgn="ctr"/>
                      <a:r>
                        <a:rPr lang="zh-CN" altLang="en-US" sz="1400" b="1" i="0">
                          <a:solidFill>
                            <a:srgbClr val="152A8C"/>
                          </a:solidFill>
                          <a:latin typeface="微软雅黑" panose="020B0503020204020204" charset="-122"/>
                          <a:ea typeface="微软雅黑" panose="020B0503020204020204" charset="-122"/>
                        </a:rPr>
                        <a:t>产业研究专家</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11">
                  <a:txBody>
                    <a:bodyPr/>
                    <a:p>
                      <a:pPr algn="ctr" fontAlgn="ctr"/>
                      <a:r>
                        <a:rPr lang="zh-CN" altLang="en-US" sz="1400" b="1" i="0">
                          <a:solidFill>
                            <a:srgbClr val="152A8C"/>
                          </a:solidFill>
                          <a:latin typeface="微软雅黑" panose="020B0503020204020204" charset="-122"/>
                          <a:ea typeface="微软雅黑" panose="020B0503020204020204" charset="-122"/>
                        </a:rPr>
                        <a:t>线下运行</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0" i="0">
                          <a:solidFill>
                            <a:srgbClr val="152A8C"/>
                          </a:solidFill>
                          <a:latin typeface="微软雅黑" panose="020B0503020204020204" charset="-122"/>
                          <a:ea typeface="微软雅黑" panose="020B0503020204020204" charset="-122"/>
                        </a:rPr>
                        <a:t>1</a:t>
                      </a:r>
                      <a:r>
                        <a:rPr lang="zh-CN" altLang="en-US" sz="1400" b="0" i="0">
                          <a:solidFill>
                            <a:srgbClr val="152A8C"/>
                          </a:solidFill>
                          <a:latin typeface="微软雅黑" panose="020B0503020204020204" charset="-122"/>
                          <a:ea typeface="微软雅黑" panose="020B0503020204020204" charset="-122"/>
                        </a:rPr>
                        <a:t>、分类推荐：围绕集团“</a:t>
                      </a:r>
                      <a:r>
                        <a:rPr lang="en-US" altLang="zh-CN" sz="1400" b="0" i="0">
                          <a:solidFill>
                            <a:srgbClr val="152A8C"/>
                          </a:solidFill>
                          <a:latin typeface="微软雅黑" panose="020B0503020204020204" charset="-122"/>
                          <a:ea typeface="微软雅黑" panose="020B0503020204020204" charset="-122"/>
                        </a:rPr>
                        <a:t>7+5”</a:t>
                      </a:r>
                      <a:r>
                        <a:rPr lang="zh-CN" altLang="en-US" sz="1400" b="0" i="0">
                          <a:solidFill>
                            <a:srgbClr val="152A8C"/>
                          </a:solidFill>
                          <a:latin typeface="微软雅黑" panose="020B0503020204020204" charset="-122"/>
                          <a:ea typeface="微软雅黑" panose="020B0503020204020204" charset="-122"/>
                        </a:rPr>
                        <a:t>领域推荐产业研究专家</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11">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997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①</a:t>
                      </a:r>
                      <a:r>
                        <a:rPr lang="zh-CN" altLang="en-US" sz="1400" b="0" i="0">
                          <a:solidFill>
                            <a:srgbClr val="152A8C"/>
                          </a:solidFill>
                          <a:latin typeface="微软雅黑" panose="020B0503020204020204" charset="-122"/>
                          <a:ea typeface="微软雅黑" panose="020B0503020204020204" charset="-122"/>
                        </a:rPr>
                        <a:t>股权运营部根据前期需求调研完成初版专家名单</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152A8C"/>
                          </a:solidFill>
                          <a:latin typeface="微软雅黑" panose="020B0503020204020204" charset="-122"/>
                          <a:ea typeface="微软雅黑" panose="020B0503020204020204" charset="-122"/>
                        </a:rPr>
                        <a:t>已完成</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5416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②</a:t>
                      </a:r>
                      <a:r>
                        <a:rPr lang="zh-CN" altLang="en-US" sz="1400" b="0" i="0">
                          <a:solidFill>
                            <a:srgbClr val="152A8C"/>
                          </a:solidFill>
                          <a:latin typeface="微软雅黑" panose="020B0503020204020204" charset="-122"/>
                          <a:ea typeface="微软雅黑" panose="020B0503020204020204" charset="-122"/>
                        </a:rPr>
                        <a:t>业务部门根据实际需求，推荐已投企业、外部机构专家等补充完善专家名单</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投资部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红旗基金</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鼎佳基金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11</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2</a:t>
                      </a:r>
                      <a:r>
                        <a:rPr lang="zh-CN" altLang="en-US" sz="1400" b="0" i="0">
                          <a:solidFill>
                            <a:srgbClr val="152A8C"/>
                          </a:solidFill>
                          <a:latin typeface="微软雅黑" panose="020B0503020204020204" charset="-122"/>
                          <a:ea typeface="微软雅黑" panose="020B0503020204020204" charset="-122"/>
                        </a:rPr>
                        <a:t>、发起邀约：向拟邀约专家发送</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合作邀请函</a:t>
                      </a:r>
                      <a:r>
                        <a:rPr lang="en-US" altLang="zh-CN" sz="1400" b="0" i="0">
                          <a:solidFill>
                            <a:srgbClr val="152A8C"/>
                          </a:solidFill>
                          <a:latin typeface="微软雅黑" panose="020B0503020204020204" charset="-122"/>
                          <a:ea typeface="微软雅黑" panose="020B0503020204020204" charset="-122"/>
                        </a:rPr>
                        <a:t>》</a:t>
                      </a:r>
                      <a:endParaRPr lang="en-US" altLang="zh-CN"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863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①</a:t>
                      </a:r>
                      <a:r>
                        <a:rPr lang="zh-CN" altLang="en-US" sz="1400" b="0" i="0">
                          <a:solidFill>
                            <a:srgbClr val="152A8C"/>
                          </a:solidFill>
                          <a:latin typeface="微软雅黑" panose="020B0503020204020204" charset="-122"/>
                          <a:ea typeface="微软雅黑" panose="020B0503020204020204" charset="-122"/>
                        </a:rPr>
                        <a:t>制定统一的邀请函、邀请话术、常见问题回复、聘书</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11</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4387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②</a:t>
                      </a:r>
                      <a:r>
                        <a:rPr lang="zh-CN" altLang="en-US" sz="1400" b="0" i="0">
                          <a:solidFill>
                            <a:srgbClr val="152A8C"/>
                          </a:solidFill>
                          <a:latin typeface="微软雅黑" panose="020B0503020204020204" charset="-122"/>
                          <a:ea typeface="微软雅黑" panose="020B0503020204020204" charset="-122"/>
                        </a:rPr>
                        <a:t>已投企业及外部机构专家由推荐方邀约</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投资部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红旗基金</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鼎佳基金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18</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4768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③</a:t>
                      </a:r>
                      <a:r>
                        <a:rPr lang="zh-CN" altLang="en-US" sz="1400" b="0" i="0">
                          <a:solidFill>
                            <a:srgbClr val="152A8C"/>
                          </a:solidFill>
                          <a:latin typeface="微软雅黑" panose="020B0503020204020204" charset="-122"/>
                          <a:ea typeface="微软雅黑" panose="020B0503020204020204" charset="-122"/>
                        </a:rPr>
                        <a:t>集团内部专家由一汽股权</a:t>
                      </a:r>
                      <a:r>
                        <a:rPr lang="en-US" altLang="zh-CN" sz="1400" b="0" i="0">
                          <a:solidFill>
                            <a:srgbClr val="152A8C"/>
                          </a:solidFill>
                          <a:latin typeface="微软雅黑" panose="020B0503020204020204" charset="-122"/>
                          <a:ea typeface="微软雅黑" panose="020B0503020204020204" charset="-122"/>
                        </a:rPr>
                        <a:t>M1/M2/M3</a:t>
                      </a:r>
                      <a:r>
                        <a:rPr lang="zh-CN" altLang="en-US" sz="1400" b="0" i="0">
                          <a:solidFill>
                            <a:srgbClr val="152A8C"/>
                          </a:solidFill>
                          <a:latin typeface="微软雅黑" panose="020B0503020204020204" charset="-122"/>
                          <a:ea typeface="微软雅黑" panose="020B0503020204020204" charset="-122"/>
                        </a:rPr>
                        <a:t>级管理人员按对应层级发送</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公司对应领导</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18</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47752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3</a:t>
                      </a:r>
                      <a:r>
                        <a:rPr lang="zh-CN" altLang="en-US" sz="1400" b="0" i="0">
                          <a:solidFill>
                            <a:srgbClr val="152A8C"/>
                          </a:solidFill>
                          <a:latin typeface="微软雅黑" panose="020B0503020204020204" charset="-122"/>
                          <a:ea typeface="微软雅黑" panose="020B0503020204020204" charset="-122"/>
                        </a:rPr>
                        <a:t>、信息采集：征得专家同意后，各推荐人向专家发送聘书及</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信息采集表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并收回</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投资部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红旗基金</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鼎佳基金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23</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3638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4</a:t>
                      </a:r>
                      <a:r>
                        <a:rPr lang="zh-CN" altLang="en-US" sz="1400" b="0" i="0">
                          <a:solidFill>
                            <a:srgbClr val="152A8C"/>
                          </a:solidFill>
                          <a:latin typeface="微软雅黑" panose="020B0503020204020204" charset="-122"/>
                          <a:ea typeface="微软雅黑" panose="020B0503020204020204" charset="-122"/>
                        </a:rPr>
                        <a:t>、完成入库：向公司总办会进行通报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29</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36385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5</a:t>
                      </a:r>
                      <a:r>
                        <a:rPr lang="zh-CN" altLang="en-US" sz="1400" b="0" i="0">
                          <a:solidFill>
                            <a:srgbClr val="152A8C"/>
                          </a:solidFill>
                          <a:latin typeface="微软雅黑" panose="020B0503020204020204" charset="-122"/>
                          <a:ea typeface="微软雅黑" panose="020B0503020204020204" charset="-122"/>
                        </a:rPr>
                        <a:t>、完成</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专家人才库管理办法</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，报公司总办会决策</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29</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4387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0" i="0">
                          <a:solidFill>
                            <a:srgbClr val="152A8C"/>
                          </a:solidFill>
                          <a:latin typeface="微软雅黑" panose="020B0503020204020204" charset="-122"/>
                          <a:ea typeface="微软雅黑" panose="020B0503020204020204" charset="-122"/>
                        </a:rPr>
                        <a:t>6</a:t>
                      </a:r>
                      <a:r>
                        <a:rPr lang="zh-CN" altLang="en-US" sz="1400" b="0" i="0">
                          <a:solidFill>
                            <a:srgbClr val="152A8C"/>
                          </a:solidFill>
                          <a:latin typeface="微软雅黑" panose="020B0503020204020204" charset="-122"/>
                          <a:ea typeface="微软雅黑" panose="020B0503020204020204" charset="-122"/>
                        </a:rPr>
                        <a:t>、线下运行</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投资部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红旗基金</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鼎佳基金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30</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2482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3">
                  <a:txBody>
                    <a:bodyPr/>
                    <a:p>
                      <a:pPr algn="ctr" fontAlgn="ctr"/>
                      <a:r>
                        <a:rPr lang="zh-CN" altLang="en-US" sz="1400" b="1" i="0">
                          <a:solidFill>
                            <a:srgbClr val="152A8C"/>
                          </a:solidFill>
                          <a:latin typeface="微软雅黑" panose="020B0503020204020204" charset="-122"/>
                          <a:ea typeface="微软雅黑" panose="020B0503020204020204" charset="-122"/>
                        </a:rPr>
                        <a:t>数智化运行</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0" i="0">
                          <a:solidFill>
                            <a:srgbClr val="152A8C"/>
                          </a:solidFill>
                          <a:latin typeface="微软雅黑" panose="020B0503020204020204" charset="-122"/>
                          <a:ea typeface="微软雅黑" panose="020B0503020204020204" charset="-122"/>
                        </a:rPr>
                        <a:t>1</a:t>
                      </a:r>
                      <a:r>
                        <a:rPr lang="zh-CN" altLang="en-US" sz="1400" b="0" i="0">
                          <a:solidFill>
                            <a:srgbClr val="152A8C"/>
                          </a:solidFill>
                          <a:latin typeface="微软雅黑" panose="020B0503020204020204" charset="-122"/>
                          <a:ea typeface="微软雅黑" panose="020B0503020204020204" charset="-122"/>
                        </a:rPr>
                        <a:t>、数智化开发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综合管理部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20</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0985">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2</a:t>
                      </a:r>
                      <a:r>
                        <a:rPr lang="zh-CN" altLang="en-US" sz="1400" b="0" i="0">
                          <a:solidFill>
                            <a:srgbClr val="152A8C"/>
                          </a:solidFill>
                          <a:latin typeface="微软雅黑" panose="020B0503020204020204" charset="-122"/>
                          <a:ea typeface="微软雅黑" panose="020B0503020204020204" charset="-122"/>
                        </a:rPr>
                        <a:t>、上线测试</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2">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投资部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红旗基金</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鼎佳基金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25</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22225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0" i="0">
                          <a:solidFill>
                            <a:srgbClr val="152A8C"/>
                          </a:solidFill>
                          <a:latin typeface="微软雅黑" panose="020B0503020204020204" charset="-122"/>
                          <a:ea typeface="微软雅黑" panose="020B0503020204020204" charset="-122"/>
                        </a:rPr>
                        <a:t>3</a:t>
                      </a:r>
                      <a:r>
                        <a:rPr lang="zh-CN" altLang="en-US" sz="1400" b="0" i="0">
                          <a:solidFill>
                            <a:srgbClr val="152A8C"/>
                          </a:solidFill>
                          <a:latin typeface="微软雅黑" panose="020B0503020204020204" charset="-122"/>
                          <a:ea typeface="微软雅黑" panose="020B0503020204020204" charset="-122"/>
                        </a:rPr>
                        <a:t>、正式运行</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28</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5"/>
          <p:cNvSpPr txBox="1"/>
          <p:nvPr/>
        </p:nvSpPr>
        <p:spPr>
          <a:xfrm>
            <a:off x="359601" y="273783"/>
            <a:ext cx="9872980" cy="509905"/>
          </a:xfrm>
          <a:prstGeom prst="rect">
            <a:avLst/>
          </a:prstGeom>
        </p:spPr>
        <p:txBody>
          <a:bodyPr/>
          <a:lstStyle>
            <a:lvl1pPr algn="l" defTabSz="844550" rtl="0" eaLnBrk="1" fontAlgn="base" hangingPunct="1">
              <a:spcBef>
                <a:spcPct val="0"/>
              </a:spcBef>
              <a:spcAft>
                <a:spcPct val="0"/>
              </a:spcAft>
              <a:defRPr sz="2600" b="1">
                <a:solidFill>
                  <a:srgbClr val="002C6C"/>
                </a:solidFill>
                <a:latin typeface="+mj-lt"/>
                <a:ea typeface="+mj-ea"/>
                <a:cs typeface="+mj-cs"/>
              </a:defRPr>
            </a:lvl1pPr>
            <a:lvl2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2pPr>
            <a:lvl3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3pPr>
            <a:lvl4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4pPr>
            <a:lvl5pPr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5pPr>
            <a:lvl6pPr marL="45656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6pPr>
            <a:lvl7pPr marL="91313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7pPr>
            <a:lvl8pPr marL="1369695"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8pPr>
            <a:lvl9pPr marL="1826260" algn="l" defTabSz="844550" rtl="0" eaLnBrk="1" fontAlgn="base" hangingPunct="1">
              <a:spcBef>
                <a:spcPct val="0"/>
              </a:spcBef>
              <a:spcAft>
                <a:spcPct val="0"/>
              </a:spcAft>
              <a:defRPr sz="2600" b="1">
                <a:solidFill>
                  <a:srgbClr val="002C6C"/>
                </a:solidFill>
                <a:latin typeface="Calibri" panose="020F0502020204030204" pitchFamily="34" charset="0"/>
                <a:ea typeface="黑体" panose="02010609060101010101" pitchFamily="49" charset="-122"/>
              </a:defRPr>
            </a:lvl9pPr>
          </a:lstStyle>
          <a:p>
            <a:pPr defTabSz="844550"/>
            <a:r>
              <a:rPr lang="zh-CN" altLang="en-US" sz="2400" dirty="0">
                <a:solidFill>
                  <a:srgbClr val="152A8C"/>
                </a:solidFill>
                <a:highlight>
                  <a:srgbClr val="000000">
                    <a:alpha val="0"/>
                  </a:srgbClr>
                </a:highlight>
                <a:latin typeface="微软雅黑" panose="020B0503020204020204" charset="-122"/>
                <a:ea typeface="微软雅黑" panose="020B0503020204020204" charset="-122"/>
                <a:sym typeface="+mn-ea"/>
              </a:rPr>
              <a:t>五、工作计划（</a:t>
            </a:r>
            <a:r>
              <a:rPr lang="en-US" altLang="zh-CN" sz="2400" dirty="0">
                <a:solidFill>
                  <a:srgbClr val="152A8C"/>
                </a:solidFill>
                <a:highlight>
                  <a:srgbClr val="000000">
                    <a:alpha val="0"/>
                  </a:srgbClr>
                </a:highlight>
                <a:latin typeface="微软雅黑" panose="020B0503020204020204" charset="-122"/>
                <a:ea typeface="微软雅黑" panose="020B0503020204020204" charset="-122"/>
                <a:sym typeface="+mn-ea"/>
              </a:rPr>
              <a:t>2/2</a:t>
            </a:r>
            <a:r>
              <a:rPr lang="zh-CN" altLang="en-US" sz="2400" dirty="0">
                <a:solidFill>
                  <a:srgbClr val="152A8C"/>
                </a:solidFill>
                <a:highlight>
                  <a:srgbClr val="000000">
                    <a:alpha val="0"/>
                  </a:srgbClr>
                </a:highlight>
                <a:latin typeface="微软雅黑" panose="020B0503020204020204" charset="-122"/>
                <a:ea typeface="微软雅黑" panose="020B0503020204020204" charset="-122"/>
                <a:sym typeface="+mn-ea"/>
              </a:rPr>
              <a:t>）</a:t>
            </a:r>
            <a:endParaRPr lang="zh-CN" altLang="en-US" sz="2400" dirty="0">
              <a:solidFill>
                <a:srgbClr val="152A8C"/>
              </a:solidFill>
              <a:highlight>
                <a:srgbClr val="000000">
                  <a:alpha val="0"/>
                </a:srgbClr>
              </a:highlight>
              <a:latin typeface="微软雅黑" panose="020B0503020204020204" charset="-122"/>
              <a:ea typeface="微软雅黑" panose="020B0503020204020204" charset="-122"/>
              <a:sym typeface="+mn-ea"/>
            </a:endParaRPr>
          </a:p>
        </p:txBody>
      </p:sp>
      <p:sp>
        <p:nvSpPr>
          <p:cNvPr id="5" name="文本占位符 2"/>
          <p:cNvSpPr>
            <a:spLocks noGrp="1"/>
          </p:cNvSpPr>
          <p:nvPr>
            <p:ph type="body" sz="quarter" idx="10"/>
          </p:nvPr>
        </p:nvSpPr>
        <p:spPr>
          <a:xfrm>
            <a:off x="359410" y="839470"/>
            <a:ext cx="11370310" cy="779780"/>
          </a:xfrm>
        </p:spPr>
        <p:txBody>
          <a:bodyPr wrap="square"/>
          <a:lstStyle/>
          <a:p>
            <a:pPr algn="l">
              <a:lnSpc>
                <a:spcPct val="140000"/>
              </a:lnSpc>
              <a:buClrTx/>
              <a:buSzTx/>
            </a:pPr>
            <a:r>
              <a:rPr lang="zh-CN" altLang="en-US" sz="1600" dirty="0">
                <a:latin typeface="+mj-ea"/>
                <a:ea typeface="+mj-ea"/>
                <a:cs typeface="微软雅黑" panose="020B0503020204020204" pitchFamily="34" charset="-120"/>
                <a:sym typeface="+mn-ea"/>
              </a:rPr>
              <a:t>2026年底完成专家人才库建设；2027年底完成专家人才库使用及优化</a:t>
            </a:r>
            <a:endParaRPr lang="zh-CN" altLang="en-US" sz="1600" dirty="0">
              <a:latin typeface="+mj-ea"/>
              <a:ea typeface="+mj-ea"/>
              <a:cs typeface="微软雅黑" panose="020B0503020204020204" pitchFamily="34" charset="-120"/>
              <a:sym typeface="+mn-ea"/>
            </a:endParaRPr>
          </a:p>
          <a:p>
            <a:pPr algn="l">
              <a:lnSpc>
                <a:spcPct val="140000"/>
              </a:lnSpc>
              <a:buClrTx/>
              <a:buSzTx/>
            </a:pPr>
            <a:endParaRPr lang="zh-CN" altLang="en-US" sz="1600" dirty="0">
              <a:latin typeface="+mj-ea"/>
              <a:ea typeface="+mj-ea"/>
              <a:cs typeface="微软雅黑" panose="020B0503020204020204" pitchFamily="34" charset="-120"/>
              <a:sym typeface="+mn-ea"/>
            </a:endParaRPr>
          </a:p>
        </p:txBody>
      </p:sp>
      <p:graphicFrame>
        <p:nvGraphicFramePr>
          <p:cNvPr id="2" name="表格 1"/>
          <p:cNvGraphicFramePr/>
          <p:nvPr>
            <p:custDataLst>
              <p:tags r:id="rId1"/>
            </p:custDataLst>
          </p:nvPr>
        </p:nvGraphicFramePr>
        <p:xfrm>
          <a:off x="473710" y="1348105"/>
          <a:ext cx="11016615" cy="4730750"/>
        </p:xfrm>
        <a:graphic>
          <a:graphicData uri="http://schemas.openxmlformats.org/drawingml/2006/table">
            <a:tbl>
              <a:tblPr/>
              <a:tblGrid>
                <a:gridCol w="773430"/>
                <a:gridCol w="1052195"/>
                <a:gridCol w="4048125"/>
                <a:gridCol w="1684020"/>
                <a:gridCol w="570230"/>
                <a:gridCol w="721995"/>
                <a:gridCol w="721995"/>
                <a:gridCol w="721995"/>
                <a:gridCol w="722630"/>
              </a:tblGrid>
              <a:tr h="468630">
                <a:tc>
                  <a:txBody>
                    <a:bodyPr/>
                    <a:p>
                      <a:pPr algn="ctr" fontAlgn="ctr"/>
                      <a:r>
                        <a:rPr lang="zh-CN" altLang="en-US" sz="1400" b="1" i="0">
                          <a:solidFill>
                            <a:srgbClr val="FFFFFF"/>
                          </a:solidFill>
                          <a:latin typeface="微软雅黑" panose="020B0503020204020204" charset="-122"/>
                          <a:ea typeface="微软雅黑" panose="020B0503020204020204" charset="-122"/>
                        </a:rPr>
                        <a:t>专家类别</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zh-CN" altLang="en-US" sz="1400" b="1" i="0">
                          <a:solidFill>
                            <a:srgbClr val="FFFFFF"/>
                          </a:solidFill>
                          <a:latin typeface="微软雅黑" panose="020B0503020204020204" charset="-122"/>
                          <a:ea typeface="微软雅黑" panose="020B0503020204020204" charset="-122"/>
                        </a:rPr>
                        <a:t>工作推进</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zh-CN" altLang="en-US" sz="1400" b="1" i="0">
                          <a:solidFill>
                            <a:srgbClr val="FFFFFF"/>
                          </a:solidFill>
                          <a:latin typeface="微软雅黑" panose="020B0503020204020204" charset="-122"/>
                          <a:ea typeface="微软雅黑" panose="020B0503020204020204" charset="-122"/>
                        </a:rPr>
                        <a:t>具体步骤</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zh-CN" altLang="en-US" sz="1400" b="1" i="0">
                          <a:solidFill>
                            <a:srgbClr val="FFFFFF"/>
                          </a:solidFill>
                          <a:latin typeface="微软雅黑" panose="020B0503020204020204" charset="-122"/>
                          <a:ea typeface="微软雅黑" panose="020B0503020204020204" charset="-122"/>
                        </a:rPr>
                        <a:t>责任单位</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9</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10</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11</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12</a:t>
                      </a:r>
                      <a:r>
                        <a:rPr lang="zh-CN" altLang="en-US" sz="1400" b="1" i="0">
                          <a:solidFill>
                            <a:srgbClr val="FFFFFF"/>
                          </a:solidFill>
                          <a:latin typeface="微软雅黑" panose="020B0503020204020204" charset="-122"/>
                          <a:ea typeface="微软雅黑" panose="020B0503020204020204" charset="-122"/>
                        </a:rPr>
                        <a:t>月</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c>
                  <a:txBody>
                    <a:bodyPr/>
                    <a:p>
                      <a:pPr algn="ctr" fontAlgn="ctr"/>
                      <a:r>
                        <a:rPr lang="en-US" altLang="zh-CN" sz="1400" b="1" i="0">
                          <a:solidFill>
                            <a:srgbClr val="FFFFFF"/>
                          </a:solidFill>
                          <a:latin typeface="微软雅黑" panose="020B0503020204020204" charset="-122"/>
                          <a:ea typeface="微软雅黑" panose="020B0503020204020204" charset="-122"/>
                        </a:rPr>
                        <a:t>2027</a:t>
                      </a:r>
                      <a:r>
                        <a:rPr lang="zh-CN" altLang="en-US" sz="1400" b="1" i="0">
                          <a:solidFill>
                            <a:srgbClr val="FFFFFF"/>
                          </a:solidFill>
                          <a:latin typeface="微软雅黑" panose="020B0503020204020204" charset="-122"/>
                          <a:ea typeface="微软雅黑" panose="020B0503020204020204" charset="-122"/>
                        </a:rPr>
                        <a:t>年</a:t>
                      </a:r>
                      <a:endParaRPr lang="zh-CN" altLang="en-US" sz="1400" b="1" i="0">
                        <a:solidFill>
                          <a:srgbClr val="FFFFFF"/>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152A8C"/>
                    </a:solidFill>
                  </a:tcPr>
                </a:tc>
              </a:tr>
              <a:tr h="359410">
                <a:tc rowSpan="8">
                  <a:txBody>
                    <a:bodyPr/>
                    <a:p>
                      <a:pPr algn="ctr" fontAlgn="ctr"/>
                      <a:r>
                        <a:rPr lang="zh-CN" altLang="en-US" sz="1400" b="1" i="0">
                          <a:solidFill>
                            <a:srgbClr val="152A8C"/>
                          </a:solidFill>
                          <a:latin typeface="微软雅黑" panose="020B0503020204020204" charset="-122"/>
                          <a:ea typeface="微软雅黑" panose="020B0503020204020204" charset="-122"/>
                        </a:rPr>
                        <a:t>其他三类专家</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5">
                  <a:txBody>
                    <a:bodyPr/>
                    <a:p>
                      <a:pPr algn="ctr" fontAlgn="ctr"/>
                      <a:r>
                        <a:rPr lang="zh-CN" altLang="en-US" sz="1400" b="1" i="0">
                          <a:solidFill>
                            <a:srgbClr val="152A8C"/>
                          </a:solidFill>
                          <a:latin typeface="微软雅黑" panose="020B0503020204020204" charset="-122"/>
                          <a:ea typeface="微软雅黑" panose="020B0503020204020204" charset="-122"/>
                        </a:rPr>
                        <a:t>线下运行</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0" i="0">
                          <a:solidFill>
                            <a:srgbClr val="152A8C"/>
                          </a:solidFill>
                          <a:latin typeface="微软雅黑" panose="020B0503020204020204" charset="-122"/>
                          <a:ea typeface="微软雅黑" panose="020B0503020204020204" charset="-122"/>
                        </a:rPr>
                        <a:t>1</a:t>
                      </a:r>
                      <a:r>
                        <a:rPr lang="zh-CN" altLang="en-US" sz="1400" b="0" i="0">
                          <a:solidFill>
                            <a:srgbClr val="152A8C"/>
                          </a:solidFill>
                          <a:latin typeface="微软雅黑" panose="020B0503020204020204" charset="-122"/>
                          <a:ea typeface="微软雅黑" panose="020B0503020204020204" charset="-122"/>
                        </a:rPr>
                        <a:t>、分类推荐</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5">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投资部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红旗基金</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鼎佳基金</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财务部</a:t>
                      </a:r>
                      <a:r>
                        <a:rPr lang="en-US" altLang="zh-CN" sz="1400" b="0" i="0">
                          <a:solidFill>
                            <a:srgbClr val="152A8C"/>
                          </a:solidFill>
                          <a:latin typeface="微软雅黑" panose="020B0503020204020204" charset="-122"/>
                          <a:ea typeface="微软雅黑" panose="020B0503020204020204" charset="-122"/>
                        </a:rPr>
                        <a:t>/</a:t>
                      </a:r>
                      <a:r>
                        <a:rPr lang="zh-CN" altLang="en-US" sz="1400" b="0" i="0">
                          <a:solidFill>
                            <a:srgbClr val="152A8C"/>
                          </a:solidFill>
                          <a:latin typeface="微软雅黑" panose="020B0503020204020204" charset="-122"/>
                          <a:ea typeface="微软雅黑" panose="020B0503020204020204" charset="-122"/>
                        </a:rPr>
                        <a:t>审计与法务风控部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400" b="0" i="0">
                          <a:solidFill>
                            <a:srgbClr val="152A8C"/>
                          </a:solidFill>
                          <a:latin typeface="微软雅黑" panose="020B0503020204020204" charset="-122"/>
                          <a:ea typeface="微软雅黑" panose="020B0503020204020204" charset="-122"/>
                        </a:rPr>
                        <a:t>1</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5">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594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2</a:t>
                      </a:r>
                      <a:r>
                        <a:rPr lang="zh-CN" altLang="en-US" sz="1400" b="0" i="0">
                          <a:solidFill>
                            <a:srgbClr val="152A8C"/>
                          </a:solidFill>
                          <a:latin typeface="微软雅黑" panose="020B0503020204020204" charset="-122"/>
                          <a:ea typeface="微软雅黑" panose="020B0503020204020204" charset="-122"/>
                        </a:rPr>
                        <a:t>、发起邀约</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400" b="0" i="0">
                          <a:solidFill>
                            <a:srgbClr val="152A8C"/>
                          </a:solidFill>
                          <a:latin typeface="微软雅黑" panose="020B0503020204020204" charset="-122"/>
                          <a:ea typeface="微软雅黑" panose="020B0503020204020204" charset="-122"/>
                        </a:rPr>
                        <a:t>10</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3467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3</a:t>
                      </a:r>
                      <a:r>
                        <a:rPr lang="zh-CN" altLang="en-US" sz="1400" b="0" i="0">
                          <a:solidFill>
                            <a:srgbClr val="152A8C"/>
                          </a:solidFill>
                          <a:latin typeface="微软雅黑" panose="020B0503020204020204" charset="-122"/>
                          <a:ea typeface="微软雅黑" panose="020B0503020204020204" charset="-122"/>
                        </a:rPr>
                        <a:t>、信息采集</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sz="1400">
                          <a:solidFill>
                            <a:srgbClr val="152A8C"/>
                          </a:solidFill>
                          <a:latin typeface="微软雅黑" panose="020B0503020204020204" charset="-122"/>
                          <a:ea typeface="微软雅黑" panose="020B0503020204020204" charset="-122"/>
                          <a:sym typeface="+mn-ea"/>
                        </a:rPr>
                        <a:t>10</a:t>
                      </a:r>
                      <a:r>
                        <a:rPr lang="zh-CN" altLang="en-US" sz="1400">
                          <a:solidFill>
                            <a:srgbClr val="152A8C"/>
                          </a:solidFill>
                          <a:latin typeface="微软雅黑" panose="020B0503020204020204" charset="-122"/>
                          <a:ea typeface="微软雅黑" panose="020B0503020204020204" charset="-122"/>
                          <a:sym typeface="+mn-ea"/>
                        </a:rPr>
                        <a:t>日</a:t>
                      </a: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3467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4</a:t>
                      </a:r>
                      <a:r>
                        <a:rPr lang="zh-CN" altLang="en-US" sz="1400" b="0" i="0">
                          <a:solidFill>
                            <a:srgbClr val="152A8C"/>
                          </a:solidFill>
                          <a:latin typeface="微软雅黑" panose="020B0503020204020204" charset="-122"/>
                          <a:ea typeface="微软雅黑" panose="020B0503020204020204" charset="-122"/>
                        </a:rPr>
                        <a:t>、完成入库</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25</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3467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0" i="0">
                          <a:solidFill>
                            <a:srgbClr val="152A8C"/>
                          </a:solidFill>
                          <a:latin typeface="微软雅黑" panose="020B0503020204020204" charset="-122"/>
                          <a:ea typeface="微软雅黑" panose="020B0503020204020204" charset="-122"/>
                        </a:rPr>
                        <a:t>5</a:t>
                      </a:r>
                      <a:r>
                        <a:rPr lang="zh-CN" altLang="en-US" sz="1400" b="0" i="0">
                          <a:solidFill>
                            <a:srgbClr val="152A8C"/>
                          </a:solidFill>
                          <a:latin typeface="微软雅黑" panose="020B0503020204020204" charset="-122"/>
                          <a:ea typeface="微软雅黑" panose="020B0503020204020204" charset="-122"/>
                        </a:rPr>
                        <a:t>、线下运行</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26</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3975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rowSpan="3">
                  <a:txBody>
                    <a:bodyPr/>
                    <a:p>
                      <a:pPr algn="ctr" fontAlgn="ctr"/>
                      <a:r>
                        <a:rPr lang="zh-CN" altLang="en-US" sz="1400" b="1" i="0">
                          <a:solidFill>
                            <a:srgbClr val="152A8C"/>
                          </a:solidFill>
                          <a:latin typeface="微软雅黑" panose="020B0503020204020204" charset="-122"/>
                          <a:ea typeface="微软雅黑" panose="020B0503020204020204" charset="-122"/>
                        </a:rPr>
                        <a:t>数智化运行</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en-US" altLang="zh-CN" sz="1400" b="0" i="0">
                          <a:solidFill>
                            <a:srgbClr val="152A8C"/>
                          </a:solidFill>
                          <a:latin typeface="微软雅黑" panose="020B0503020204020204" charset="-122"/>
                          <a:ea typeface="微软雅黑" panose="020B0503020204020204" charset="-122"/>
                        </a:rPr>
                        <a:t>1</a:t>
                      </a:r>
                      <a:r>
                        <a:rPr lang="zh-CN" altLang="en-US" sz="1400" b="0" i="0">
                          <a:solidFill>
                            <a:srgbClr val="152A8C"/>
                          </a:solidFill>
                          <a:latin typeface="微软雅黑" panose="020B0503020204020204" charset="-122"/>
                          <a:ea typeface="微软雅黑" panose="020B0503020204020204" charset="-122"/>
                        </a:rPr>
                        <a:t>、数智化开发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l" fontAlgn="ctr"/>
                      <a:r>
                        <a:rPr lang="zh-CN" altLang="en-US" sz="1400" b="0" i="0">
                          <a:solidFill>
                            <a:srgbClr val="152A8C"/>
                          </a:solidFill>
                          <a:latin typeface="微软雅黑" panose="020B0503020204020204" charset="-122"/>
                          <a:ea typeface="微软雅黑" panose="020B0503020204020204" charset="-122"/>
                        </a:rPr>
                        <a:t>综合管理部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18</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3">
                  <a:txBody>
                    <a:bodyPr/>
                    <a:p>
                      <a:pPr algn="ctr"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467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l" fontAlgn="ctr"/>
                      <a:r>
                        <a:rPr lang="en-US" altLang="zh-CN" sz="1400" b="0" i="0">
                          <a:solidFill>
                            <a:srgbClr val="152A8C"/>
                          </a:solidFill>
                          <a:latin typeface="微软雅黑" panose="020B0503020204020204" charset="-122"/>
                          <a:ea typeface="微软雅黑" panose="020B0503020204020204" charset="-122"/>
                        </a:rPr>
                        <a:t>2</a:t>
                      </a:r>
                      <a:r>
                        <a:rPr lang="zh-CN" altLang="en-US" sz="1400" b="0" i="0">
                          <a:solidFill>
                            <a:srgbClr val="152A8C"/>
                          </a:solidFill>
                          <a:latin typeface="微软雅黑" panose="020B0503020204020204" charset="-122"/>
                          <a:ea typeface="微软雅黑" panose="020B0503020204020204" charset="-122"/>
                        </a:rPr>
                        <a:t>、上线测试</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25</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tcPr>
                </a:tc>
              </a:tr>
              <a:tr h="372110">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l" fontAlgn="ctr"/>
                      <a:r>
                        <a:rPr lang="en-US" altLang="zh-CN" sz="1400" b="0" i="0">
                          <a:solidFill>
                            <a:srgbClr val="152A8C"/>
                          </a:solidFill>
                          <a:latin typeface="微软雅黑" panose="020B0503020204020204" charset="-122"/>
                          <a:ea typeface="微软雅黑" panose="020B0503020204020204" charset="-122"/>
                        </a:rPr>
                        <a:t>3</a:t>
                      </a:r>
                      <a:r>
                        <a:rPr lang="zh-CN" altLang="en-US" sz="1400" b="0" i="0">
                          <a:solidFill>
                            <a:srgbClr val="152A8C"/>
                          </a:solidFill>
                          <a:latin typeface="微软雅黑" panose="020B0503020204020204" charset="-122"/>
                          <a:ea typeface="微软雅黑" panose="020B0503020204020204" charset="-122"/>
                        </a:rPr>
                        <a:t>、正式运行</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400" b="0" i="0">
                          <a:solidFill>
                            <a:srgbClr val="152A8C"/>
                          </a:solidFill>
                          <a:latin typeface="微软雅黑" panose="020B0503020204020204" charset="-122"/>
                          <a:ea typeface="微软雅黑" panose="020B0503020204020204" charset="-122"/>
                        </a:rPr>
                        <a:t>30</a:t>
                      </a:r>
                      <a:r>
                        <a:rPr lang="zh-CN" altLang="en-US" sz="1400" b="0" i="0">
                          <a:solidFill>
                            <a:srgbClr val="152A8C"/>
                          </a:solidFill>
                          <a:latin typeface="微软雅黑" panose="020B0503020204020204" charset="-122"/>
                          <a:ea typeface="微软雅黑" panose="020B0503020204020204" charset="-122"/>
                        </a:rPr>
                        <a:t>日</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a:tcPr>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r>
              <a:tr h="318770">
                <a:tc rowSpan="2" gridSpan="2">
                  <a:txBody>
                    <a:bodyPr/>
                    <a:p>
                      <a:pPr algn="ctr" fontAlgn="ctr">
                        <a:buNone/>
                      </a:pPr>
                      <a:r>
                        <a:rPr lang="zh-CN" altLang="en-US" sz="1400" b="1" i="0">
                          <a:solidFill>
                            <a:srgbClr val="152A8C"/>
                          </a:solidFill>
                          <a:latin typeface="微软雅黑" panose="020B0503020204020204" charset="-122"/>
                          <a:ea typeface="微软雅黑" panose="020B0503020204020204" charset="-122"/>
                        </a:rPr>
                        <a:t>推广</a:t>
                      </a:r>
                      <a:r>
                        <a:rPr lang="zh-CN" altLang="en-US" sz="1400" b="1" i="0">
                          <a:solidFill>
                            <a:srgbClr val="152A8C"/>
                          </a:solidFill>
                          <a:latin typeface="微软雅黑" panose="020B0503020204020204" charset="-122"/>
                          <a:ea typeface="微软雅黑" panose="020B0503020204020204" charset="-122"/>
                        </a:rPr>
                        <a:t>应用</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rowSpan="2"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l" fontAlgn="ctr">
                        <a:buNone/>
                      </a:pPr>
                      <a:r>
                        <a:rPr lang="en-US" altLang="zh-CN" sz="1400" b="0" i="0">
                          <a:solidFill>
                            <a:srgbClr val="152A8C"/>
                          </a:solidFill>
                          <a:latin typeface="微软雅黑" panose="020B0503020204020204" charset="-122"/>
                          <a:ea typeface="微软雅黑" panose="020B0503020204020204" charset="-122"/>
                        </a:rPr>
                        <a:t>1</a:t>
                      </a:r>
                      <a:r>
                        <a:rPr lang="zh-CN" altLang="en-US" sz="1400" b="0" i="0">
                          <a:solidFill>
                            <a:srgbClr val="152A8C"/>
                          </a:solidFill>
                          <a:latin typeface="微软雅黑" panose="020B0503020204020204" charset="-122"/>
                          <a:ea typeface="微软雅黑" panose="020B0503020204020204" charset="-122"/>
                        </a:rPr>
                        <a:t>、向集团公司</a:t>
                      </a:r>
                      <a:r>
                        <a:rPr lang="zh-CN" altLang="en-US" sz="1400" b="0" i="0">
                          <a:solidFill>
                            <a:srgbClr val="152A8C"/>
                          </a:solidFill>
                          <a:latin typeface="微软雅黑" panose="020B0503020204020204" charset="-122"/>
                          <a:ea typeface="微软雅黑" panose="020B0503020204020204" charset="-122"/>
                        </a:rPr>
                        <a:t>推广</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buNone/>
                      </a:pPr>
                      <a:r>
                        <a:rPr lang="zh-CN" altLang="en-US" sz="1400">
                          <a:solidFill>
                            <a:srgbClr val="152A8C"/>
                          </a:solidFill>
                          <a:latin typeface="微软雅黑" panose="020B0503020204020204" charset="-122"/>
                          <a:ea typeface="微软雅黑" panose="020B0503020204020204" charset="-122"/>
                          <a:sym typeface="+mn-ea"/>
                        </a:rPr>
                        <a:t>股权运营部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1400" b="0" i="0">
                          <a:solidFill>
                            <a:srgbClr val="152A8C"/>
                          </a:solidFill>
                          <a:latin typeface="微软雅黑" panose="020B0503020204020204" charset="-122"/>
                          <a:ea typeface="微软雅黑" panose="020B0503020204020204" charset="-122"/>
                        </a:rPr>
                        <a:t>6</a:t>
                      </a:r>
                      <a:r>
                        <a:rPr lang="zh-CN" altLang="en-US" sz="1400" b="0" i="0">
                          <a:solidFill>
                            <a:srgbClr val="152A8C"/>
                          </a:solidFill>
                          <a:latin typeface="微软雅黑" panose="020B0503020204020204" charset="-122"/>
                          <a:ea typeface="微软雅黑" panose="020B0503020204020204" charset="-122"/>
                        </a:rPr>
                        <a:t>月</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317500">
                <a:tc vMerge="1" gridSpan="2">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vMerge="1"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l" fontAlgn="ctr">
                        <a:buNone/>
                      </a:pPr>
                      <a:r>
                        <a:rPr lang="en-US" altLang="zh-CN" sz="1400">
                          <a:solidFill>
                            <a:srgbClr val="152A8C"/>
                          </a:solidFill>
                          <a:latin typeface="微软雅黑" panose="020B0503020204020204" charset="-122"/>
                          <a:ea typeface="微软雅黑" panose="020B0503020204020204" charset="-122"/>
                          <a:sym typeface="+mn-ea"/>
                        </a:rPr>
                        <a:t>2</a:t>
                      </a:r>
                      <a:r>
                        <a:rPr lang="zh-CN" altLang="en-US" sz="1400">
                          <a:solidFill>
                            <a:srgbClr val="152A8C"/>
                          </a:solidFill>
                          <a:latin typeface="微软雅黑" panose="020B0503020204020204" charset="-122"/>
                          <a:ea typeface="微软雅黑" panose="020B0503020204020204" charset="-122"/>
                          <a:sym typeface="+mn-ea"/>
                        </a:rPr>
                        <a:t>、向已投企业推广</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buNone/>
                      </a:pPr>
                      <a:r>
                        <a:rPr lang="zh-CN" altLang="en-US" sz="1400">
                          <a:solidFill>
                            <a:srgbClr val="152A8C"/>
                          </a:solidFill>
                          <a:latin typeface="微软雅黑" panose="020B0503020204020204" charset="-122"/>
                          <a:ea typeface="微软雅黑" panose="020B0503020204020204" charset="-122"/>
                          <a:sym typeface="+mn-ea"/>
                        </a:rPr>
                        <a:t>股权运营部</a:t>
                      </a:r>
                      <a:r>
                        <a:rPr lang="en-US" altLang="zh-CN" sz="1400">
                          <a:solidFill>
                            <a:srgbClr val="152A8C"/>
                          </a:solidFill>
                          <a:latin typeface="微软雅黑" panose="020B0503020204020204" charset="-122"/>
                          <a:ea typeface="微软雅黑" panose="020B0503020204020204" charset="-122"/>
                          <a:sym typeface="+mn-ea"/>
                        </a:rPr>
                        <a:t>/</a:t>
                      </a:r>
                      <a:r>
                        <a:rPr lang="zh-CN" altLang="en-US" sz="1400">
                          <a:solidFill>
                            <a:srgbClr val="152A8C"/>
                          </a:solidFill>
                          <a:latin typeface="微软雅黑" panose="020B0503020204020204" charset="-122"/>
                          <a:ea typeface="微软雅黑" panose="020B0503020204020204" charset="-122"/>
                          <a:sym typeface="+mn-ea"/>
                        </a:rPr>
                        <a:t>投资部</a:t>
                      </a:r>
                      <a:r>
                        <a:rPr lang="en-US" altLang="zh-CN" sz="1400">
                          <a:solidFill>
                            <a:srgbClr val="152A8C"/>
                          </a:solidFill>
                          <a:latin typeface="微软雅黑" panose="020B0503020204020204" charset="-122"/>
                          <a:ea typeface="微软雅黑" panose="020B0503020204020204" charset="-122"/>
                          <a:sym typeface="+mn-ea"/>
                        </a:rPr>
                        <a:t>/</a:t>
                      </a:r>
                      <a:r>
                        <a:rPr lang="zh-CN" altLang="en-US" sz="1400">
                          <a:solidFill>
                            <a:srgbClr val="152A8C"/>
                          </a:solidFill>
                          <a:latin typeface="微软雅黑" panose="020B0503020204020204" charset="-122"/>
                          <a:ea typeface="微软雅黑" panose="020B0503020204020204" charset="-122"/>
                          <a:sym typeface="+mn-ea"/>
                        </a:rPr>
                        <a:t>红旗基金</a:t>
                      </a:r>
                      <a:r>
                        <a:rPr lang="en-US" altLang="zh-CN" sz="1400">
                          <a:solidFill>
                            <a:srgbClr val="152A8C"/>
                          </a:solidFill>
                          <a:latin typeface="微软雅黑" panose="020B0503020204020204" charset="-122"/>
                          <a:ea typeface="微软雅黑" panose="020B0503020204020204" charset="-122"/>
                          <a:sym typeface="+mn-ea"/>
                        </a:rPr>
                        <a:t>/</a:t>
                      </a:r>
                      <a:r>
                        <a:rPr lang="zh-CN" altLang="en-US" sz="1400">
                          <a:solidFill>
                            <a:srgbClr val="152A8C"/>
                          </a:solidFill>
                          <a:latin typeface="微软雅黑" panose="020B0503020204020204" charset="-122"/>
                          <a:ea typeface="微软雅黑" panose="020B0503020204020204" charset="-122"/>
                          <a:sym typeface="+mn-ea"/>
                        </a:rPr>
                        <a:t>鼎佳基金</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1400" b="0" i="0">
                          <a:solidFill>
                            <a:srgbClr val="152A8C"/>
                          </a:solidFill>
                          <a:latin typeface="微软雅黑" panose="020B0503020204020204" charset="-122"/>
                          <a:ea typeface="微软雅黑" panose="020B0503020204020204" charset="-122"/>
                        </a:rPr>
                        <a:t>12</a:t>
                      </a:r>
                      <a:r>
                        <a:rPr lang="zh-CN" altLang="en-US" sz="1400" b="0" i="0">
                          <a:solidFill>
                            <a:srgbClr val="152A8C"/>
                          </a:solidFill>
                          <a:latin typeface="微软雅黑" panose="020B0503020204020204" charset="-122"/>
                          <a:ea typeface="微软雅黑" panose="020B0503020204020204" charset="-122"/>
                        </a:rPr>
                        <a:t>月</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635000">
                <a:tc gridSpan="2">
                  <a:txBody>
                    <a:bodyPr/>
                    <a:p>
                      <a:pPr algn="ctr" fontAlgn="ctr"/>
                      <a:r>
                        <a:rPr lang="zh-CN" altLang="en-US" sz="1400" b="1" i="0">
                          <a:solidFill>
                            <a:srgbClr val="152A8C"/>
                          </a:solidFill>
                          <a:latin typeface="微软雅黑" panose="020B0503020204020204" charset="-122"/>
                          <a:ea typeface="微软雅黑" panose="020B0503020204020204" charset="-122"/>
                        </a:rPr>
                        <a:t>动态优化</a:t>
                      </a:r>
                      <a:endParaRPr lang="zh-CN" altLang="en-US" sz="1400" b="1"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c>
                  <a:txBody>
                    <a:bodyPr/>
                    <a:p>
                      <a:pPr algn="l" fontAlgn="ctr"/>
                      <a:r>
                        <a:rPr lang="en-US" altLang="zh-CN" sz="1400" b="0" i="0">
                          <a:solidFill>
                            <a:srgbClr val="152A8C"/>
                          </a:solidFill>
                          <a:latin typeface="微软雅黑" panose="020B0503020204020204" charset="-122"/>
                          <a:ea typeface="微软雅黑" panose="020B0503020204020204" charset="-122"/>
                        </a:rPr>
                        <a:t>1</a:t>
                      </a:r>
                      <a:r>
                        <a:rPr lang="zh-CN" altLang="en-US" sz="1400" b="0" i="0">
                          <a:solidFill>
                            <a:srgbClr val="152A8C"/>
                          </a:solidFill>
                          <a:latin typeface="微软雅黑" panose="020B0503020204020204" charset="-122"/>
                          <a:ea typeface="微软雅黑" panose="020B0503020204020204" charset="-122"/>
                        </a:rPr>
                        <a:t>、根据运行情况动态优化流程</a:t>
                      </a:r>
                      <a:br>
                        <a:rPr lang="zh-CN" altLang="en-US" sz="1400" b="0" i="0">
                          <a:solidFill>
                            <a:srgbClr val="152A8C"/>
                          </a:solidFill>
                          <a:latin typeface="微软雅黑" panose="020B0503020204020204" charset="-122"/>
                          <a:ea typeface="微软雅黑" panose="020B0503020204020204" charset="-122"/>
                        </a:rPr>
                      </a:br>
                      <a:r>
                        <a:rPr lang="en-US" altLang="zh-CN" sz="1400" b="0" i="0">
                          <a:solidFill>
                            <a:srgbClr val="152A8C"/>
                          </a:solidFill>
                          <a:latin typeface="微软雅黑" panose="020B0503020204020204" charset="-122"/>
                          <a:ea typeface="微软雅黑" panose="020B0503020204020204" charset="-122"/>
                        </a:rPr>
                        <a:t>2</a:t>
                      </a:r>
                      <a:r>
                        <a:rPr lang="zh-CN" altLang="en-US" sz="1400" b="0" i="0">
                          <a:solidFill>
                            <a:srgbClr val="152A8C"/>
                          </a:solidFill>
                          <a:latin typeface="微软雅黑" panose="020B0503020204020204" charset="-122"/>
                          <a:ea typeface="微软雅黑" panose="020B0503020204020204" charset="-122"/>
                        </a:rPr>
                        <a:t>、根据专家履职情况动态调整出入库</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l" fontAlgn="ctr"/>
                      <a:r>
                        <a:rPr lang="zh-CN" altLang="en-US" sz="1400" b="0" i="0">
                          <a:solidFill>
                            <a:srgbClr val="152A8C"/>
                          </a:solidFill>
                          <a:latin typeface="微软雅黑" panose="020B0503020204020204" charset="-122"/>
                          <a:ea typeface="微软雅黑" panose="020B0503020204020204" charset="-122"/>
                        </a:rPr>
                        <a:t>股权运营部</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400" b="0" i="0">
                          <a:solidFill>
                            <a:srgbClr val="152A8C"/>
                          </a:solidFill>
                          <a:latin typeface="微软雅黑" panose="020B0503020204020204" charset="-122"/>
                          <a:ea typeface="微软雅黑" panose="020B0503020204020204" charset="-122"/>
                        </a:rPr>
                        <a:t>按季</a:t>
                      </a:r>
                      <a:endParaRPr lang="zh-CN" altLang="en-US" sz="1400" b="0" i="0">
                        <a:solidFill>
                          <a:srgbClr val="152A8C"/>
                        </a:solidFill>
                        <a:latin typeface="微软雅黑" panose="020B0503020204020204" charset="-122"/>
                        <a:ea typeface="微软雅黑" panose="020B0503020204020204" charset="-122"/>
                      </a:endParaRPr>
                    </a:p>
                    <a:p>
                      <a:pPr algn="ctr" fontAlgn="ctr"/>
                      <a:r>
                        <a:rPr lang="zh-CN" altLang="en-US" sz="1400" b="0" i="0">
                          <a:solidFill>
                            <a:srgbClr val="152A8C"/>
                          </a:solidFill>
                          <a:latin typeface="微软雅黑" panose="020B0503020204020204" charset="-122"/>
                          <a:ea typeface="微软雅黑" panose="020B0503020204020204" charset="-122"/>
                        </a:rPr>
                        <a:t>评估</a:t>
                      </a:r>
                      <a:endParaRPr lang="zh-CN" altLang="en-US" sz="1400" b="0" i="0">
                        <a:solidFill>
                          <a:srgbClr val="152A8C"/>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custDataLst>
              <p:tags r:id="rId1"/>
            </p:custDataLst>
          </p:nvPr>
        </p:nvSpPr>
        <p:spPr>
          <a:xfrm>
            <a:off x="3756425" y="5588022"/>
            <a:ext cx="4288353" cy="338554"/>
          </a:xfrm>
          <a:prstGeom prst="rect">
            <a:avLst/>
          </a:prstGeom>
          <a:noFill/>
        </p:spPr>
        <p:txBody>
          <a:bodyPr wrap="none" rtlCol="0">
            <a:spAutoFit/>
          </a:bodyPr>
          <a:lstStyle/>
          <a:p>
            <a:pPr marL="0" marR="0" lvl="0" indent="0" algn="l" defTabSz="911225"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（禁止未经脱密，未经审核，扩大知悉范围）</a:t>
            </a:r>
            <a:endParaRPr kumimoji="0" lang="zh-CN" altLang="en-US" sz="1600" b="0"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endParaRPr>
          </a:p>
        </p:txBody>
      </p:sp>
      <p:pic>
        <p:nvPicPr>
          <p:cNvPr id="3" name="图片 2"/>
          <p:cNvPicPr>
            <a:picLocks noChangeAspect="1"/>
          </p:cNvPicPr>
          <p:nvPr/>
        </p:nvPicPr>
        <p:blipFill>
          <a:blip r:embed="rId2"/>
          <a:stretch>
            <a:fillRect/>
          </a:stretch>
        </p:blipFill>
        <p:spPr>
          <a:xfrm>
            <a:off x="1319370" y="2026798"/>
            <a:ext cx="9553260" cy="2804403"/>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77859" y="327918"/>
            <a:ext cx="9850832" cy="548571"/>
          </a:xfrm>
        </p:spPr>
        <p:txBody>
          <a:bodyPr/>
          <a:lstStyle/>
          <a:p>
            <a:r>
              <a:rPr lang="en-US" altLang="zh-CN" dirty="0" smtClean="0">
                <a:sym typeface="+mn-ea"/>
              </a:rPr>
              <a:t>Backup-</a:t>
            </a:r>
            <a:r>
              <a:rPr dirty="0" smtClean="0">
                <a:sym typeface="+mn-ea"/>
              </a:rPr>
              <a:t>入库相关表单（</a:t>
            </a:r>
            <a:r>
              <a:rPr lang="en-US" altLang="zh-CN" dirty="0" smtClean="0">
                <a:sym typeface="+mn-ea"/>
              </a:rPr>
              <a:t>1/3</a:t>
            </a:r>
            <a:r>
              <a:rPr dirty="0" smtClean="0">
                <a:sym typeface="+mn-ea"/>
              </a:rPr>
              <a:t>）</a:t>
            </a:r>
            <a:endParaRPr dirty="0" smtClean="0">
              <a:sym typeface="+mn-ea"/>
            </a:endParaRPr>
          </a:p>
        </p:txBody>
      </p:sp>
      <p:sp>
        <p:nvSpPr>
          <p:cNvPr id="2" name="文本框 1"/>
          <p:cNvSpPr txBox="1"/>
          <p:nvPr/>
        </p:nvSpPr>
        <p:spPr>
          <a:xfrm>
            <a:off x="477859" y="75420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拟邀专家清单（涵盖集团公司、被投企业、外部</a:t>
            </a: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机构）</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graphicFrame>
        <p:nvGraphicFramePr>
          <p:cNvPr id="6" name="表格 5"/>
          <p:cNvGraphicFramePr>
            <a:graphicFrameLocks noGrp="1"/>
          </p:cNvGraphicFramePr>
          <p:nvPr>
            <p:custDataLst>
              <p:tags r:id="rId1"/>
            </p:custDataLst>
          </p:nvPr>
        </p:nvGraphicFramePr>
        <p:xfrm>
          <a:off x="1122680" y="1313180"/>
          <a:ext cx="9728200" cy="5032375"/>
        </p:xfrm>
        <a:graphic>
          <a:graphicData uri="http://schemas.openxmlformats.org/drawingml/2006/table">
            <a:tbl>
              <a:tblPr firstRow="1" firstCol="1" bandRow="1"/>
              <a:tblGrid>
                <a:gridCol w="865505"/>
                <a:gridCol w="1590040"/>
                <a:gridCol w="2014220"/>
                <a:gridCol w="2696845"/>
                <a:gridCol w="2561590"/>
              </a:tblGrid>
              <a:tr h="360045">
                <a:tc>
                  <a:txBody>
                    <a:bodyPr/>
                    <a:lstStyle/>
                    <a:p>
                      <a:pPr algn="ctr">
                        <a:lnSpc>
                          <a:spcPct val="120000"/>
                        </a:lnSpc>
                        <a:spcAft>
                          <a:spcPts val="0"/>
                        </a:spcAft>
                        <a:buClrTx/>
                        <a:buSzTx/>
                        <a:buFontTx/>
                      </a:pPr>
                      <a:r>
                        <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rPr>
                        <a:t>序号</a:t>
                      </a:r>
                      <a:endPar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152A8C"/>
                    </a:solidFill>
                  </a:tcPr>
                </a:tc>
                <a:tc>
                  <a:txBody>
                    <a:bodyPr/>
                    <a:lstStyle/>
                    <a:p>
                      <a:pPr algn="ctr">
                        <a:lnSpc>
                          <a:spcPct val="120000"/>
                        </a:lnSpc>
                        <a:spcAft>
                          <a:spcPts val="0"/>
                        </a:spcAft>
                        <a:buClrTx/>
                        <a:buSzTx/>
                        <a:buFontTx/>
                      </a:pPr>
                      <a:r>
                        <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rPr>
                        <a:t>专业领域</a:t>
                      </a:r>
                      <a:endPar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152A8C"/>
                    </a:solidFill>
                  </a:tcPr>
                </a:tc>
                <a:tc>
                  <a:txBody>
                    <a:bodyPr/>
                    <a:lstStyle/>
                    <a:p>
                      <a:pPr algn="ctr">
                        <a:lnSpc>
                          <a:spcPct val="120000"/>
                        </a:lnSpc>
                        <a:spcAft>
                          <a:spcPts val="0"/>
                        </a:spcAft>
                        <a:buClrTx/>
                        <a:buSzTx/>
                        <a:buFontTx/>
                      </a:pPr>
                      <a:r>
                        <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rPr>
                        <a:t>拟邀专家</a:t>
                      </a:r>
                      <a:endPar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152A8C"/>
                    </a:solidFill>
                  </a:tcPr>
                </a:tc>
                <a:tc>
                  <a:txBody>
                    <a:bodyPr/>
                    <a:p>
                      <a:pPr algn="ctr">
                        <a:lnSpc>
                          <a:spcPct val="120000"/>
                        </a:lnSpc>
                        <a:spcAft>
                          <a:spcPts val="0"/>
                        </a:spcAft>
                        <a:buClrTx/>
                        <a:buSzTx/>
                        <a:buFontTx/>
                      </a:pPr>
                      <a:r>
                        <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rPr>
                        <a:t>所在单位</a:t>
                      </a:r>
                      <a:endPar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152A8C"/>
                    </a:solidFill>
                  </a:tcPr>
                </a:tc>
                <a:tc>
                  <a:txBody>
                    <a:bodyPr/>
                    <a:lstStyle/>
                    <a:p>
                      <a:pPr algn="ctr">
                        <a:lnSpc>
                          <a:spcPct val="120000"/>
                        </a:lnSpc>
                        <a:spcAft>
                          <a:spcPts val="0"/>
                        </a:spcAft>
                        <a:buClrTx/>
                        <a:buSzTx/>
                        <a:buFontTx/>
                      </a:pPr>
                      <a:r>
                        <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rPr>
                        <a:t>职级</a:t>
                      </a:r>
                      <a:endParaRPr lang="zh-CN" altLang="en-US" sz="1200" b="1" i="0" spc="120" dirty="0" smtClean="0">
                        <a:solidFill>
                          <a:schemeClr val="bg1"/>
                        </a:solidFill>
                        <a:effectLst/>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lgn="ctr">
                      <a:solidFill>
                        <a:schemeClr val="tx2">
                          <a:lumMod val="60000"/>
                          <a:lumOff val="40000"/>
                        </a:schemeClr>
                      </a:solidFill>
                      <a:prstDash val="solid"/>
                      <a:round/>
                      <a:headEnd type="none" w="med" len="med"/>
                      <a:tailEnd type="none" w="med" len="med"/>
                    </a:lnL>
                    <a:lnR w="12700" cap="flat" cmpd="sng" algn="ctr">
                      <a:solidFill>
                        <a:schemeClr val="tx2">
                          <a:lumMod val="60000"/>
                          <a:lumOff val="40000"/>
                        </a:schemeClr>
                      </a:solidFill>
                      <a:prstDash val="solid"/>
                      <a:round/>
                      <a:headEnd type="none" w="med" len="med"/>
                      <a:tailEnd type="none" w="med" len="med"/>
                    </a:lnR>
                    <a:lnT w="12700" cap="flat" cmpd="sng" algn="ctr">
                      <a:solidFill>
                        <a:schemeClr val="tx2">
                          <a:lumMod val="60000"/>
                          <a:lumOff val="4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solidFill>
                      <a:srgbClr val="152A8C"/>
                    </a:solidFill>
                  </a:tcPr>
                </a:tc>
              </a:tr>
              <a:tr h="195580">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具身智能</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吕颖</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研发总院人工智能课题组</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首席</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r>
              <a:tr h="239395">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2</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动力电池</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王德平</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研发总院科学家工作室</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首席科学家</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r>
              <a:tr h="184785">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3</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动力电池</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孙焕丽</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研发总院全固态电池组</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首席</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r>
              <a:tr h="139065">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4</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先进底盘</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高尚</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研发总院底盘开发部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r>
              <a:tr h="212090">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5</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数字座舱</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郑红丽</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研发总院数字座舱开发部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c>
                  <a:txBody>
                    <a:bodyPr/>
                    <a:lstStyle/>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lgn="ctr">
                      <a:solidFill>
                        <a:schemeClr val="tx2">
                          <a:lumMod val="40000"/>
                          <a:lumOff val="60000"/>
                        </a:schemeClr>
                      </a:solidFill>
                      <a:prstDash val="solid"/>
                      <a:round/>
                      <a:headEnd type="none" w="med" len="med"/>
                      <a:tailEnd type="none" w="med" len="med"/>
                    </a:lnL>
                    <a:lnR w="12700" cap="flat" cmpd="sng" algn="ctr">
                      <a:solidFill>
                        <a:schemeClr val="tx2">
                          <a:lumMod val="40000"/>
                          <a:lumOff val="60000"/>
                        </a:schemeClr>
                      </a:solidFill>
                      <a:prstDash val="solid"/>
                      <a:round/>
                      <a:headEnd type="none" w="med" len="med"/>
                      <a:tailEnd type="none" w="med" len="med"/>
                    </a:lnR>
                    <a:lnT w="12700" cap="flat" cmpd="sng" algn="ctr">
                      <a:solidFill>
                        <a:schemeClr val="tx2">
                          <a:lumMod val="40000"/>
                          <a:lumOff val="60000"/>
                        </a:schemeClr>
                      </a:solidFill>
                      <a:prstDash val="solid"/>
                      <a:round/>
                      <a:headEnd type="none" w="med" len="med"/>
                      <a:tailEnd type="none" w="med" len="med"/>
                    </a:lnT>
                    <a:lnB w="12700" cap="flat" cmpd="sng" algn="ctr">
                      <a:solidFill>
                        <a:schemeClr val="tx2">
                          <a:lumMod val="40000"/>
                          <a:lumOff val="60000"/>
                        </a:schemeClr>
                      </a:solidFill>
                      <a:prstDash val="solid"/>
                      <a:round/>
                      <a:headEnd type="none" w="med" len="med"/>
                      <a:tailEnd type="none" w="med" len="med"/>
                    </a:lnB>
                  </a:tcPr>
                </a:tc>
              </a:tr>
              <a:tr h="19304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6</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高效电驱</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赵慧超</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旗新动力</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总经理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9304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7</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高效电驱</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王斯博</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旗新动力电驱动开发部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8</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飞行汽车</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李丹</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旗翼科技</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总经理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9</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飞行汽车</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刘欣颖</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旗翼科技</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9304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10</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全域热管理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张爱文</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研发总院新能源系统开发部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主任</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7780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11</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全域热管理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瞿晓华</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富奥热系统事业部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技术总监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9304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12</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芯片生态</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王程</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PM体系运营中心</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主任</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61925">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13</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芯片生态</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王强</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研发总院电控产品开发部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高级主任</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9304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14</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芯片生态</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鲍海森</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华大半导体汽车事业部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15</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氢能生态</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刘江唯</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战略部氢能办公室</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16</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智驾生态</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沈劭劼</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卓驭科技</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总经理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46685">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17</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智驾生态</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王祎男</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研发总院智能驾驶开发部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总监</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162560">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18</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车路云一体化</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刘斌</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车路云星课题组</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首席</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300355">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19</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补能生态</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陈明君</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开迈斯公司</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a:txBody>
                    <a:bodyPr/>
                    <a:p>
                      <a:pPr algn="ctr" fontAlgn="ctr">
                        <a:lnSpc>
                          <a:spcPct val="120000"/>
                        </a:lnSpc>
                        <a:buClrTx/>
                        <a:buSzTx/>
                        <a:buFontTx/>
                      </a:pPr>
                      <a:r>
                        <a:rPr lang="zh-CN" altLang="en-US" sz="1200" b="0" i="0">
                          <a:solidFill>
                            <a:srgbClr val="000000"/>
                          </a:solidFill>
                          <a:latin typeface="微软雅黑" panose="020B0503020204020204" charset="-122"/>
                          <a:ea typeface="微软雅黑" panose="020B0503020204020204" charset="-122"/>
                        </a:rPr>
                        <a:t>总经理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r h="300355">
                <a:tc gridSpan="5">
                  <a:txBody>
                    <a:bodyPr/>
                    <a:p>
                      <a:pPr algn="ctr" fontAlgn="ctr">
                        <a:lnSpc>
                          <a:spcPct val="120000"/>
                        </a:lnSpc>
                        <a:buClrTx/>
                        <a:buSzTx/>
                        <a:buFontTx/>
                        <a:buNone/>
                      </a:pP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持续推荐中（重点参考</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中国智能网联汽车产业创新联盟专家库</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2025年集团公司投资专家人才库名单</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内</a:t>
                      </a:r>
                      <a:r>
                        <a:rPr lang="zh-CN" altLang="en-US" sz="1200" b="0" i="0">
                          <a:solidFill>
                            <a:srgbClr val="000000"/>
                          </a:solidFill>
                          <a:latin typeface="微软雅黑" panose="020B0503020204020204" charset="-122"/>
                          <a:ea typeface="微软雅黑" panose="020B0503020204020204" charset="-122"/>
                        </a:rPr>
                        <a:t>人员）</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hMerge="1">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hMerge="1">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hMerge="1">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c hMerge="1">
                  <a:tcPr marL="6667" marR="6667" marT="6667" marB="0" anchor="ctr" anchorCtr="0">
                    <a:lnL w="12700" cmpd="sng">
                      <a:solidFill>
                        <a:schemeClr val="tx2">
                          <a:lumMod val="40000"/>
                          <a:lumOff val="60000"/>
                        </a:schemeClr>
                      </a:solidFill>
                      <a:prstDash val="solid"/>
                    </a:lnL>
                    <a:lnR w="12700" cmpd="sng">
                      <a:solidFill>
                        <a:schemeClr val="tx2">
                          <a:lumMod val="40000"/>
                          <a:lumOff val="60000"/>
                        </a:schemeClr>
                      </a:solidFill>
                      <a:prstDash val="solid"/>
                    </a:lnR>
                    <a:lnT w="12700" cmpd="sng">
                      <a:solidFill>
                        <a:schemeClr val="tx2">
                          <a:lumMod val="40000"/>
                          <a:lumOff val="60000"/>
                        </a:schemeClr>
                      </a:solidFill>
                      <a:prstDash val="solid"/>
                    </a:lnT>
                    <a:lnB w="12700" cmpd="sng">
                      <a:solidFill>
                        <a:schemeClr val="tx2">
                          <a:lumMod val="40000"/>
                          <a:lumOff val="60000"/>
                        </a:schemeClr>
                      </a:solidFill>
                      <a:prstDash val="solid"/>
                    </a:lnB>
                  </a:tcPr>
                </a:tc>
              </a:tr>
            </a:tbl>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477859" y="327918"/>
            <a:ext cx="9850832" cy="548571"/>
          </a:xfrm>
        </p:spPr>
        <p:txBody>
          <a:bodyPr/>
          <a:lstStyle/>
          <a:p>
            <a:r>
              <a:rPr lang="en-US" altLang="zh-CN" dirty="0" smtClean="0">
                <a:sym typeface="+mn-ea"/>
              </a:rPr>
              <a:t>Backup-</a:t>
            </a:r>
            <a:r>
              <a:rPr dirty="0" smtClean="0">
                <a:sym typeface="+mn-ea"/>
              </a:rPr>
              <a:t>入库相关表单（</a:t>
            </a:r>
            <a:r>
              <a:rPr lang="en-US" altLang="zh-CN" dirty="0" smtClean="0">
                <a:sym typeface="+mn-ea"/>
              </a:rPr>
              <a:t>2/3</a:t>
            </a:r>
            <a:r>
              <a:rPr dirty="0" smtClean="0">
                <a:sym typeface="+mn-ea"/>
              </a:rPr>
              <a:t>）</a:t>
            </a:r>
            <a:endParaRPr dirty="0" smtClean="0">
              <a:sym typeface="+mn-ea"/>
            </a:endParaRPr>
          </a:p>
        </p:txBody>
      </p:sp>
      <p:sp>
        <p:nvSpPr>
          <p:cNvPr id="2" name="文本框 1"/>
          <p:cNvSpPr txBox="1"/>
          <p:nvPr/>
        </p:nvSpPr>
        <p:spPr>
          <a:xfrm>
            <a:off x="477859" y="75420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专家入库</a:t>
            </a: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申请表</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graphicFrame>
        <p:nvGraphicFramePr>
          <p:cNvPr id="5" name="表格 4"/>
          <p:cNvGraphicFramePr/>
          <p:nvPr>
            <p:custDataLst>
              <p:tags r:id="rId1"/>
            </p:custDataLst>
          </p:nvPr>
        </p:nvGraphicFramePr>
        <p:xfrm>
          <a:off x="509905" y="1322705"/>
          <a:ext cx="5128260" cy="5300980"/>
        </p:xfrm>
        <a:graphic>
          <a:graphicData uri="http://schemas.openxmlformats.org/drawingml/2006/table">
            <a:tbl>
              <a:tblPr/>
              <a:tblGrid>
                <a:gridCol w="777875"/>
                <a:gridCol w="1001395"/>
                <a:gridCol w="779145"/>
                <a:gridCol w="860425"/>
                <a:gridCol w="925195"/>
                <a:gridCol w="784225"/>
              </a:tblGrid>
              <a:tr h="314960">
                <a:tc gridSpan="6">
                  <a:txBody>
                    <a:bodyPr/>
                    <a:p>
                      <a:pPr algn="ctr" fontAlgn="ctr"/>
                      <a:r>
                        <a:rPr lang="zh-CN" altLang="en-US" sz="1800" b="1" i="0">
                          <a:solidFill>
                            <a:srgbClr val="000000"/>
                          </a:solidFill>
                          <a:latin typeface="微软雅黑" panose="020B0503020204020204" charset="-122"/>
                          <a:ea typeface="微软雅黑" panose="020B0503020204020204" charset="-122"/>
                        </a:rPr>
                        <a:t>专家入库申请表</a:t>
                      </a:r>
                      <a:endParaRPr lang="zh-CN" altLang="en-US" sz="18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2"/>
                      </a:solidFill>
                      <a:prstDash val="solid"/>
                    </a:lnL>
                    <a:lnR w="12700">
                      <a:solidFill>
                        <a:schemeClr val="tx2"/>
                      </a:solidFill>
                      <a:prstDash val="solid"/>
                    </a:lnR>
                    <a:lnT w="12700">
                      <a:solidFill>
                        <a:schemeClr val="tx2"/>
                      </a:solidFill>
                      <a:prstDash val="solid"/>
                    </a:lnT>
                    <a:lnB w="12700" cap="flat" cmpd="sng">
                      <a:solidFill>
                        <a:schemeClr val="tx2"/>
                      </a:solidFill>
                      <a:prstDash val="solid"/>
                      <a:headEnd type="none" w="med" len="med"/>
                      <a:tailEnd type="none" w="med" len="med"/>
                    </a:lnB>
                    <a:solidFill>
                      <a:srgbClr val="C6D9F1"/>
                    </a:solidFill>
                  </a:tcPr>
                </a:tc>
                <a:tc hMerge="1">
                  <a:tcPr>
                    <a:lnT w="12700">
                      <a:solidFill>
                        <a:schemeClr val="tx2"/>
                      </a:solidFill>
                      <a:prstDash val="solid"/>
                    </a:lnT>
                    <a:lnB w="12700" cap="flat" cmpd="sng">
                      <a:solidFill>
                        <a:schemeClr val="tx2"/>
                      </a:solidFill>
                      <a:prstDash val="solid"/>
                      <a:headEnd type="none" w="med" len="med"/>
                      <a:tailEnd type="none" w="med" len="med"/>
                    </a:lnB>
                  </a:tcPr>
                </a:tc>
                <a:tc hMerge="1">
                  <a:tcPr>
                    <a:lnT w="12700">
                      <a:solidFill>
                        <a:schemeClr val="tx2"/>
                      </a:solidFill>
                      <a:prstDash val="solid"/>
                    </a:lnT>
                    <a:lnB w="12700" cap="flat" cmpd="sng">
                      <a:solidFill>
                        <a:schemeClr val="tx2"/>
                      </a:solidFill>
                      <a:prstDash val="solid"/>
                      <a:headEnd type="none" w="med" len="med"/>
                      <a:tailEnd type="none" w="med" len="med"/>
                    </a:lnB>
                  </a:tcPr>
                </a:tc>
                <a:tc hMerge="1">
                  <a:tcPr>
                    <a:lnT w="12700">
                      <a:solidFill>
                        <a:schemeClr val="tx2"/>
                      </a:solidFill>
                      <a:prstDash val="solid"/>
                    </a:lnT>
                    <a:lnB w="12700" cap="flat" cmpd="sng">
                      <a:solidFill>
                        <a:schemeClr val="tx2"/>
                      </a:solidFill>
                      <a:prstDash val="solid"/>
                      <a:headEnd type="none" w="med" len="med"/>
                      <a:tailEnd type="none" w="med" len="med"/>
                    </a:lnB>
                  </a:tcPr>
                </a:tc>
                <a:tc hMerge="1">
                  <a:tcPr>
                    <a:lnT w="12700">
                      <a:solidFill>
                        <a:schemeClr val="tx2"/>
                      </a:solidFill>
                      <a:prstDash val="solid"/>
                    </a:lnT>
                    <a:lnB w="12700" cap="flat" cmpd="sng">
                      <a:solidFill>
                        <a:schemeClr val="tx2"/>
                      </a:solidFill>
                      <a:prstDash val="solid"/>
                      <a:headEnd type="none" w="med" len="med"/>
                      <a:tailEnd type="none" w="med" len="med"/>
                    </a:lnB>
                  </a:tcPr>
                </a:tc>
                <a:tc hMerge="1">
                  <a:tcPr>
                    <a:lnR w="12700">
                      <a:solidFill>
                        <a:schemeClr val="tx2"/>
                      </a:solidFill>
                      <a:prstDash val="solid"/>
                    </a:lnR>
                    <a:lnT w="12700">
                      <a:solidFill>
                        <a:schemeClr val="tx2"/>
                      </a:solidFill>
                      <a:prstDash val="solid"/>
                    </a:lnT>
                    <a:lnB w="12700" cap="flat" cmpd="sng">
                      <a:solidFill>
                        <a:schemeClr val="tx2"/>
                      </a:solidFill>
                      <a:prstDash val="solid"/>
                      <a:headEnd type="none" w="med" len="med"/>
                      <a:tailEnd type="none" w="med" len="med"/>
                    </a:lnB>
                  </a:tcPr>
                </a:tc>
              </a:tr>
              <a:tr h="245110">
                <a:tc gridSpan="6">
                  <a:txBody>
                    <a:bodyPr/>
                    <a:p>
                      <a:pPr algn="ctr" fontAlgn="ctr"/>
                      <a:r>
                        <a:rPr lang="zh-CN" altLang="en-US" sz="1400" b="1" i="0">
                          <a:solidFill>
                            <a:srgbClr val="05073B"/>
                          </a:solidFill>
                          <a:latin typeface="微软雅黑" panose="020B0503020204020204" charset="-122"/>
                          <a:ea typeface="微软雅黑" panose="020B0503020204020204" charset="-122"/>
                        </a:rPr>
                        <a:t>个人基本信息</a:t>
                      </a:r>
                      <a:endParaRPr lang="zh-CN" altLang="en-US" sz="1400" b="1" i="0">
                        <a:solidFill>
                          <a:srgbClr val="05073B"/>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278130">
                <a:tc>
                  <a:txBody>
                    <a:bodyPr/>
                    <a:p>
                      <a:pPr algn="l" fontAlgn="ctr"/>
                      <a:r>
                        <a:rPr lang="zh-CN" altLang="en-US" sz="1400" b="0" i="0">
                          <a:solidFill>
                            <a:srgbClr val="000000"/>
                          </a:solidFill>
                          <a:latin typeface="微软雅黑" panose="020B0503020204020204" charset="-122"/>
                          <a:ea typeface="微软雅黑" panose="020B0503020204020204" charset="-122"/>
                        </a:rPr>
                        <a:t>专家姓名</a:t>
                      </a:r>
                      <a:endParaRPr lang="zh-CN" altLang="en-US"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性    别</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出生</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日期</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r>
              <a:tr h="289560">
                <a:tc>
                  <a:txBody>
                    <a:bodyPr/>
                    <a:p>
                      <a:pPr algn="l" fontAlgn="ctr"/>
                      <a:r>
                        <a:rPr lang="zh-CN" altLang="en-US" sz="1400" b="0" i="0">
                          <a:solidFill>
                            <a:srgbClr val="000000"/>
                          </a:solidFill>
                          <a:latin typeface="微软雅黑" panose="020B0503020204020204" charset="-122"/>
                          <a:ea typeface="微软雅黑" panose="020B0503020204020204" charset="-122"/>
                        </a:rPr>
                        <a:t>证件号码</a:t>
                      </a:r>
                      <a:endParaRPr lang="zh-CN" altLang="en-US"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charset="-122"/>
                          <a:ea typeface="微软雅黑" panose="020B0503020204020204" charset="-122"/>
                        </a:rPr>
                        <a:t>工作单位</a:t>
                      </a:r>
                      <a:endParaRPr lang="zh-CN" altLang="en-US"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职级</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职称</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r>
              <a:tr h="301625">
                <a:tc>
                  <a:txBody>
                    <a:bodyPr/>
                    <a:p>
                      <a:pPr algn="l" fontAlgn="ctr"/>
                      <a:r>
                        <a:rPr lang="zh-CN" altLang="en-US" sz="1400" b="0" i="0">
                          <a:solidFill>
                            <a:srgbClr val="000000"/>
                          </a:solidFill>
                          <a:latin typeface="微软雅黑" panose="020B0503020204020204" charset="-122"/>
                          <a:ea typeface="微软雅黑" panose="020B0503020204020204" charset="-122"/>
                        </a:rPr>
                        <a:t>联系电话</a:t>
                      </a:r>
                      <a:endParaRPr lang="zh-CN" altLang="en-US"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charset="-122"/>
                          <a:ea typeface="微软雅黑" panose="020B0503020204020204" charset="-122"/>
                        </a:rPr>
                        <a:t>电子邮箱</a:t>
                      </a:r>
                      <a:endParaRPr lang="zh-CN" altLang="en-US"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最高毕业院校及</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专业</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mpd="sng">
                      <a:solidFill>
                        <a:schemeClr val="tx2"/>
                      </a:solidFill>
                      <a:prstDash val="solid"/>
                    </a:lnL>
                    <a:lnR w="12700" cmpd="sng">
                      <a:solidFill>
                        <a:schemeClr val="tx2"/>
                      </a:solidFill>
                      <a:prstDash val="soli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a:txBody>
                    <a:bodyPr/>
                    <a:p>
                      <a:pPr algn="l"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mpd="sng">
                      <a:solidFill>
                        <a:schemeClr val="tx2"/>
                      </a:solidFill>
                      <a:prstDash val="soli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266700">
                <a:tc gridSpan="6">
                  <a:txBody>
                    <a:bodyPr/>
                    <a:p>
                      <a:pPr algn="ctr" fontAlgn="ctr"/>
                      <a:r>
                        <a:rPr lang="zh-CN" altLang="en-US" sz="1400" b="1" i="0">
                          <a:solidFill>
                            <a:srgbClr val="05073B"/>
                          </a:solidFill>
                          <a:latin typeface="微软雅黑" panose="020B0503020204020204" charset="-122"/>
                          <a:ea typeface="微软雅黑" panose="020B0503020204020204" charset="-122"/>
                        </a:rPr>
                        <a:t>教育背景</a:t>
                      </a:r>
                      <a:endParaRPr lang="zh-CN" altLang="en-US" sz="1400" b="1" i="0">
                        <a:solidFill>
                          <a:srgbClr val="05073B"/>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332105">
                <a:tc gridSpan="6">
                  <a:txBody>
                    <a:bodyPr/>
                    <a:p>
                      <a:pPr algn="ctr" fontAlgn="ctr"/>
                      <a:endParaRPr sz="14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tcPr>
                </a:tc>
              </a:tr>
              <a:tr h="229235">
                <a:tc gridSpan="6">
                  <a:txBody>
                    <a:bodyPr/>
                    <a:p>
                      <a:pPr algn="ctr" fontAlgn="ctr"/>
                      <a:r>
                        <a:rPr lang="zh-CN" altLang="en-US" sz="1400" b="1" i="0">
                          <a:solidFill>
                            <a:srgbClr val="05073B"/>
                          </a:solidFill>
                          <a:latin typeface="微软雅黑" panose="020B0503020204020204" charset="-122"/>
                          <a:ea typeface="微软雅黑" panose="020B0503020204020204" charset="-122"/>
                        </a:rPr>
                        <a:t>工作经历</a:t>
                      </a:r>
                      <a:endParaRPr lang="zh-CN" altLang="en-US" sz="1400" b="1" i="0">
                        <a:solidFill>
                          <a:srgbClr val="05073B"/>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422275">
                <a:tc gridSpan="6">
                  <a:txBody>
                    <a:bodyPr/>
                    <a:p>
                      <a:pPr algn="ctr" fontAlgn="ctr"/>
                      <a:endParaRPr sz="14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tcPr>
                </a:tc>
              </a:tr>
              <a:tr h="153670">
                <a:tc gridSpan="6">
                  <a:txBody>
                    <a:bodyPr/>
                    <a:p>
                      <a:pPr algn="ctr" fontAlgn="ctr"/>
                      <a:r>
                        <a:rPr lang="zh-CN" altLang="en-US" sz="1400" b="1" i="0">
                          <a:solidFill>
                            <a:srgbClr val="05073B"/>
                          </a:solidFill>
                          <a:latin typeface="微软雅黑" panose="020B0503020204020204" charset="-122"/>
                          <a:ea typeface="微软雅黑" panose="020B0503020204020204" charset="-122"/>
                        </a:rPr>
                        <a:t>资质与证书</a:t>
                      </a:r>
                      <a:endParaRPr lang="zh-CN" altLang="en-US" sz="1400" b="1" i="0">
                        <a:solidFill>
                          <a:srgbClr val="05073B"/>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369570">
                <a:tc gridSpan="6">
                  <a:txBody>
                    <a:bodyPr/>
                    <a:p>
                      <a:pPr algn="ctr" fontAlgn="ctr"/>
                      <a:endParaRPr sz="14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tcPr>
                </a:tc>
              </a:tr>
              <a:tr h="154305">
                <a:tc gridSpan="6">
                  <a:txBody>
                    <a:bodyPr/>
                    <a:p>
                      <a:pPr algn="ctr" fontAlgn="ctr"/>
                      <a:r>
                        <a:rPr lang="zh-CN" altLang="en-US" sz="1400" b="1" i="0">
                          <a:solidFill>
                            <a:srgbClr val="05073B"/>
                          </a:solidFill>
                          <a:latin typeface="微软雅黑" panose="020B0503020204020204" charset="-122"/>
                          <a:ea typeface="微软雅黑" panose="020B0503020204020204" charset="-122"/>
                        </a:rPr>
                        <a:t>专长领域与研究方向</a:t>
                      </a:r>
                      <a:endParaRPr lang="zh-CN" altLang="en-US" sz="1400" b="1" i="0">
                        <a:solidFill>
                          <a:srgbClr val="05073B"/>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412750">
                <a:tc gridSpan="6">
                  <a:txBody>
                    <a:bodyPr/>
                    <a:p>
                      <a:pPr algn="ctr" fontAlgn="ctr"/>
                      <a:endParaRPr sz="14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T w="12700" cap="flat" cmpd="sng">
                      <a:solidFill>
                        <a:schemeClr val="tx2"/>
                      </a:solidFill>
                      <a:prstDash val="solid"/>
                      <a:headEnd type="none" w="med" len="med"/>
                      <a:tailEnd type="none" w="med" len="med"/>
                    </a:lnT>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tcPr>
                </a:tc>
              </a:tr>
              <a:tr h="300355">
                <a:tc rowSpan="3">
                  <a:txBody>
                    <a:bodyPr/>
                    <a:p>
                      <a:pPr algn="ctr" fontAlgn="ctr"/>
                      <a:r>
                        <a:rPr lang="zh-CN" altLang="en-US" sz="1200" b="1" i="0">
                          <a:solidFill>
                            <a:srgbClr val="000000"/>
                          </a:solidFill>
                          <a:latin typeface="微软雅黑" panose="020B0503020204020204" charset="-122"/>
                          <a:ea typeface="微软雅黑" panose="020B0503020204020204" charset="-122"/>
                        </a:rPr>
                        <a:t>审批意见</a:t>
                      </a:r>
                      <a:endParaRPr lang="zh-CN" altLang="en-US" sz="12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gridSpan="5">
                  <a:txBody>
                    <a:bodyPr/>
                    <a:p>
                      <a:pPr algn="l"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申请人：</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                               签字：              日期：          </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369570">
                <a:tc vMerge="1">
                  <a:tcPr>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tcPr>
                </a:tc>
                <a:tc gridSpan="5">
                  <a:txBody>
                    <a:bodyPr/>
                    <a:p>
                      <a:pPr algn="l"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申请部门负责人：</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                               签字：              日期：          </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r h="533400">
                <a:tc vMerge="1">
                  <a:tcPr>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B w="12700" cap="flat" cmpd="sng">
                      <a:solidFill>
                        <a:schemeClr val="tx2"/>
                      </a:solidFill>
                      <a:prstDash val="solid"/>
                      <a:headEnd type="none" w="med" len="med"/>
                      <a:tailEnd type="none" w="med" len="med"/>
                    </a:lnB>
                  </a:tcPr>
                </a:tc>
                <a:tc gridSpan="5">
                  <a:txBody>
                    <a:bodyPr/>
                    <a:p>
                      <a:pPr algn="l" fontAlgn="ct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分管部门副总经理：</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                               签字：              日期：          </a:t>
                      </a:r>
                      <a:endParaRPr lang="zh-CN" altLang="en-US" sz="1400" b="0" i="0">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noFill/>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c hMerge="1">
                  <a:tcPr>
                    <a:lnR w="12700" cap="flat" cmpd="sng">
                      <a:solidFill>
                        <a:schemeClr val="tx2"/>
                      </a:solidFill>
                      <a:prstDash val="solid"/>
                      <a:headEnd type="none" w="med" len="med"/>
                      <a:tailEnd type="none" w="med" len="med"/>
                    </a:lnR>
                    <a:lnT w="12700" cap="flat" cmpd="sng">
                      <a:solidFill>
                        <a:schemeClr val="tx2"/>
                      </a:solidFill>
                      <a:prstDash val="solid"/>
                      <a:headEnd type="none" w="med" len="med"/>
                      <a:tailEnd type="none" w="med" len="med"/>
                    </a:lnT>
                    <a:lnB w="12700" cap="flat" cmpd="sng">
                      <a:solidFill>
                        <a:schemeClr val="tx2"/>
                      </a:solidFill>
                      <a:prstDash val="solid"/>
                      <a:headEnd type="none" w="med" len="med"/>
                      <a:tailEnd type="none" w="med" len="med"/>
                    </a:lnB>
                  </a:tcPr>
                </a:tc>
              </a:tr>
            </a:tbl>
          </a:graphicData>
        </a:graphic>
      </p:graphicFrame>
      <p:sp>
        <p:nvSpPr>
          <p:cNvPr id="9" name="文本框 8"/>
          <p:cNvSpPr txBox="1"/>
          <p:nvPr/>
        </p:nvSpPr>
        <p:spPr>
          <a:xfrm>
            <a:off x="5959814" y="75420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人才信息表</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graphicFrame>
        <p:nvGraphicFramePr>
          <p:cNvPr id="11" name="表格 10"/>
          <p:cNvGraphicFramePr/>
          <p:nvPr/>
        </p:nvGraphicFramePr>
        <p:xfrm>
          <a:off x="5960110" y="1322705"/>
          <a:ext cx="5741035" cy="1673860"/>
        </p:xfrm>
        <a:graphic>
          <a:graphicData uri="http://schemas.openxmlformats.org/drawingml/2006/table">
            <a:tbl>
              <a:tblPr/>
              <a:tblGrid>
                <a:gridCol w="363855"/>
                <a:gridCol w="363855"/>
                <a:gridCol w="363855"/>
                <a:gridCol w="283845"/>
                <a:gridCol w="364490"/>
                <a:gridCol w="363855"/>
                <a:gridCol w="363220"/>
                <a:gridCol w="364490"/>
                <a:gridCol w="362585"/>
                <a:gridCol w="364490"/>
                <a:gridCol w="363220"/>
                <a:gridCol w="363855"/>
                <a:gridCol w="363855"/>
                <a:gridCol w="363855"/>
                <a:gridCol w="363855"/>
                <a:gridCol w="363855"/>
              </a:tblGrid>
              <a:tr h="252730">
                <a:tc gridSpan="16">
                  <a:txBody>
                    <a:bodyPr/>
                    <a:p>
                      <a:pPr algn="ctr" fontAlgn="ctr">
                        <a:buClrTx/>
                        <a:buSzTx/>
                        <a:buFontTx/>
                      </a:pPr>
                      <a:r>
                        <a:rPr lang="zh-CN" altLang="en-US" sz="1800" b="1" i="0">
                          <a:solidFill>
                            <a:srgbClr val="000000"/>
                          </a:solidFill>
                          <a:latin typeface="微软雅黑" panose="020B0503020204020204" charset="-122"/>
                          <a:ea typeface="微软雅黑" panose="020B0503020204020204" charset="-122"/>
                        </a:rPr>
                        <a:t>人才信息表</a:t>
                      </a:r>
                      <a:endParaRPr lang="zh-CN" altLang="en-US" sz="18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2"/>
                      </a:solidFill>
                      <a:prstDash val="solid"/>
                    </a:lnL>
                    <a:lnR w="12700">
                      <a:solidFill>
                        <a:schemeClr val="tx2"/>
                      </a:solidFill>
                      <a:prstDash val="solid"/>
                    </a:lnR>
                    <a:lnT w="12700">
                      <a:solidFill>
                        <a:schemeClr val="tx2"/>
                      </a:solidFill>
                      <a:prstDash val="solid"/>
                    </a:lnT>
                    <a:lnB w="12700" cap="flat" cmpd="sng">
                      <a:solidFill>
                        <a:srgbClr val="000000"/>
                      </a:solidFill>
                      <a:prstDash val="solid"/>
                      <a:headEnd type="none" w="med" len="med"/>
                      <a:tailEnd type="none" w="med" len="med"/>
                    </a:lnB>
                    <a:noFill/>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T w="12700">
                      <a:solidFill>
                        <a:schemeClr val="tx2"/>
                      </a:solidFill>
                      <a:prstDash val="solid"/>
                    </a:lnT>
                    <a:lnB w="12700" cap="flat" cmpd="sng">
                      <a:solidFill>
                        <a:srgbClr val="000000"/>
                      </a:solidFill>
                      <a:prstDash val="solid"/>
                      <a:headEnd type="none" w="med" len="med"/>
                      <a:tailEnd type="none" w="med" len="med"/>
                    </a:lnB>
                  </a:tcPr>
                </a:tc>
                <a:tc hMerge="1">
                  <a:tcPr>
                    <a:lnR w="12700">
                      <a:solidFill>
                        <a:schemeClr val="tx2"/>
                      </a:solidFill>
                      <a:prstDash val="solid"/>
                    </a:lnR>
                    <a:lnT w="12700">
                      <a:solidFill>
                        <a:schemeClr val="tx2"/>
                      </a:solidFill>
                      <a:prstDash val="solid"/>
                    </a:lnT>
                    <a:lnB w="12700" cap="flat" cmpd="sng">
                      <a:solidFill>
                        <a:srgbClr val="000000"/>
                      </a:solidFill>
                      <a:prstDash val="solid"/>
                      <a:headEnd type="none" w="med" len="med"/>
                      <a:tailEnd type="none" w="med" len="med"/>
                    </a:lnB>
                  </a:tcPr>
                </a:tc>
              </a:tr>
              <a:tr h="168910">
                <a:tc gridSpan="5">
                  <a:txBody>
                    <a:bodyPr/>
                    <a:p>
                      <a:pPr algn="ctr" fontAlgn="ctr"/>
                      <a:r>
                        <a:rPr lang="zh-CN" altLang="en-US" sz="700" b="1" i="0">
                          <a:solidFill>
                            <a:srgbClr val="000000"/>
                          </a:solidFill>
                          <a:latin typeface="微软雅黑" panose="020B0503020204020204" charset="-122"/>
                          <a:ea typeface="微软雅黑" panose="020B0503020204020204" charset="-122"/>
                        </a:rPr>
                        <a:t>领域标签</a:t>
                      </a:r>
                      <a:endParaRPr lang="zh-CN" altLang="en-US" sz="700" b="1" i="0">
                        <a:solidFill>
                          <a:srgbClr val="000000"/>
                        </a:solidFill>
                        <a:latin typeface="微软雅黑" panose="020B0503020204020204" charset="-122"/>
                        <a:ea typeface="微软雅黑" panose="020B0503020204020204" charset="-122"/>
                      </a:endParaRPr>
                    </a:p>
                  </a:txBody>
                  <a:tcPr marL="6667" marR="6667" marT="6667" marB="0" anchor="ctr" anchorCtr="0">
                    <a:lnL w="12700">
                      <a:solidFill>
                        <a:schemeClr val="tx2"/>
                      </a:solidFill>
                      <a:prstDash val="soli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a:noFill/>
                    </a:lnB>
                    <a:solidFill>
                      <a:srgbClr val="DCE6F1"/>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4">
                  <a:txBody>
                    <a:bodyPr/>
                    <a:p>
                      <a:pPr algn="ctr" fontAlgn="ctr"/>
                      <a:r>
                        <a:rPr lang="zh-CN" altLang="en-US" sz="700" b="1" i="0">
                          <a:solidFill>
                            <a:srgbClr val="000000"/>
                          </a:solidFill>
                          <a:latin typeface="微软雅黑" panose="020B0503020204020204" charset="-122"/>
                          <a:ea typeface="微软雅黑" panose="020B0503020204020204" charset="-122"/>
                        </a:rPr>
                        <a:t>专家信息</a:t>
                      </a:r>
                      <a:endParaRPr lang="zh-CN" altLang="en-US" sz="7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3">
                  <a:txBody>
                    <a:bodyPr/>
                    <a:p>
                      <a:pPr algn="ctr" fontAlgn="ctr"/>
                      <a:r>
                        <a:rPr lang="zh-CN" altLang="en-US" sz="700" b="1" i="0">
                          <a:solidFill>
                            <a:srgbClr val="000000"/>
                          </a:solidFill>
                          <a:latin typeface="微软雅黑" panose="020B0503020204020204" charset="-122"/>
                          <a:ea typeface="微软雅黑" panose="020B0503020204020204" charset="-122"/>
                        </a:rPr>
                        <a:t>能力等级</a:t>
                      </a:r>
                      <a:endParaRPr lang="zh-CN" altLang="en-US" sz="7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hMerge="1">
                  <a:tcP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700" b="1" i="0">
                          <a:solidFill>
                            <a:srgbClr val="000000"/>
                          </a:solidFill>
                          <a:latin typeface="微软雅黑" panose="020B0503020204020204" charset="-122"/>
                          <a:ea typeface="微软雅黑" panose="020B0503020204020204" charset="-122"/>
                        </a:rPr>
                        <a:t>使用状态</a:t>
                      </a:r>
                      <a:endParaRPr lang="zh-CN" altLang="en-US" sz="7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hMerge="1">
                  <a:tcPr>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gridSpan="2">
                  <a:txBody>
                    <a:bodyPr/>
                    <a:p>
                      <a:pPr algn="ctr" fontAlgn="ctr"/>
                      <a:r>
                        <a:rPr lang="zh-CN" altLang="en-US" sz="700" b="1" i="0">
                          <a:solidFill>
                            <a:srgbClr val="000000"/>
                          </a:solidFill>
                          <a:latin typeface="微软雅黑" panose="020B0503020204020204" charset="-122"/>
                          <a:ea typeface="微软雅黑" panose="020B0503020204020204" charset="-122"/>
                        </a:rPr>
                        <a:t>库管理</a:t>
                      </a:r>
                      <a:endParaRPr lang="zh-CN" altLang="en-US" sz="7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12700">
                      <a:solidFill>
                        <a:schemeClr val="tx2"/>
                      </a:solidFill>
                      <a:prstDash val="soli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hMerge="1">
                  <a:tcPr>
                    <a:lnR w="12700">
                      <a:solidFill>
                        <a:schemeClr val="tx2"/>
                      </a:solidFill>
                      <a:prstDash val="soli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r>
              <a:tr h="269240">
                <a:tc>
                  <a:txBody>
                    <a:bodyPr/>
                    <a:p>
                      <a:pPr algn="ctr" fontAlgn="ctr"/>
                      <a:r>
                        <a:rPr lang="zh-CN" altLang="en-US" sz="600" b="1" i="0">
                          <a:solidFill>
                            <a:srgbClr val="000000"/>
                          </a:solidFill>
                          <a:latin typeface="微软雅黑" panose="020B0503020204020204" charset="-122"/>
                          <a:ea typeface="微软雅黑" panose="020B0503020204020204" charset="-122"/>
                        </a:rPr>
                        <a:t>主领域</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a:noFill/>
                    </a:lnR>
                    <a:lnT>
                      <a:noFill/>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细分方向</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a:noFill/>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关联领域</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细分方向</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技术关键词</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姓名</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人才来源</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所在单位</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职务</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职称</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从业年限</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专业等级（评定）</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FCD5B4"/>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可承担角色</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累计项目数</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专家编号</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00000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c>
                  <a:txBody>
                    <a:bodyPr/>
                    <a:p>
                      <a:pPr algn="ctr" fontAlgn="ctr"/>
                      <a:r>
                        <a:rPr lang="zh-CN" altLang="en-US" sz="600" b="1" i="0">
                          <a:solidFill>
                            <a:srgbClr val="000000"/>
                          </a:solidFill>
                          <a:latin typeface="微软雅黑" panose="020B0503020204020204" charset="-122"/>
                          <a:ea typeface="微软雅黑" panose="020B0503020204020204" charset="-122"/>
                        </a:rPr>
                        <a:t>入库日期</a:t>
                      </a:r>
                      <a:endParaRPr lang="zh-CN" altLang="en-US" sz="6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12700">
                      <a:solidFill>
                        <a:schemeClr val="tx2"/>
                      </a:solidFill>
                      <a:prstDash val="soli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solidFill>
                      <a:srgbClr val="DCE6F1"/>
                    </a:solidFill>
                  </a:tcPr>
                </a:tc>
              </a:tr>
              <a:tr h="253365">
                <a:tc>
                  <a:txBody>
                    <a:bodyPr/>
                    <a:p>
                      <a:pPr algn="ctr" fontAlgn="ctr"/>
                      <a:r>
                        <a:rPr lang="zh-CN" altLang="en-US" sz="600" b="0" i="1">
                          <a:solidFill>
                            <a:srgbClr val="808080"/>
                          </a:solidFill>
                          <a:latin typeface="微软雅黑" panose="020B0503020204020204" charset="-122"/>
                          <a:ea typeface="微软雅黑" panose="020B0503020204020204" charset="-122"/>
                        </a:rPr>
                        <a:t>智驾生态</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12700" cap="flat" cmpd="sng">
                      <a:solidFill>
                        <a:schemeClr val="tx2"/>
                      </a:solidFill>
                      <a:prstDash val="solid"/>
                      <a:headEnd type="none" w="med" len="med"/>
                      <a:tailEnd type="none" w="med" len="med"/>
                    </a:lnL>
                    <a:lnR>
                      <a:noFill/>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安全</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a:noFill/>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车路云一体化</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感知算法</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激光雷达</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张</a:t>
                      </a:r>
                      <a:r>
                        <a:rPr lang="en-US" altLang="zh-CN" sz="600" b="0" i="1">
                          <a:solidFill>
                            <a:srgbClr val="808080"/>
                          </a:solidFill>
                          <a:latin typeface="微软雅黑" panose="020B0503020204020204" charset="-122"/>
                          <a:ea typeface="微软雅黑" panose="020B0503020204020204" charset="-122"/>
                        </a:rPr>
                        <a:t>XX</a:t>
                      </a:r>
                      <a:r>
                        <a:rPr lang="zh-CN" altLang="en-US" sz="600" b="0" i="1">
                          <a:solidFill>
                            <a:srgbClr val="808080"/>
                          </a:solidFill>
                          <a:latin typeface="微软雅黑" panose="020B0503020204020204" charset="-122"/>
                          <a:ea typeface="微软雅黑" panose="020B0503020204020204" charset="-122"/>
                        </a:rPr>
                        <a:t>（示例）</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被投企业</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富奥股份公司</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技术总监</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高级</a:t>
                      </a:r>
                      <a:r>
                        <a:rPr lang="en-US" altLang="zh-CN" sz="600" b="0" i="1">
                          <a:solidFill>
                            <a:srgbClr val="808080"/>
                          </a:solidFill>
                          <a:latin typeface="微软雅黑" panose="020B0503020204020204" charset="-122"/>
                          <a:ea typeface="微软雅黑" panose="020B0503020204020204" charset="-122"/>
                        </a:rPr>
                        <a:t>XX</a:t>
                      </a:r>
                      <a:endParaRPr lang="en-US" altLang="zh-CN"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en-US" altLang="zh-CN" sz="600" b="0" i="1">
                          <a:solidFill>
                            <a:srgbClr val="808080"/>
                          </a:solidFill>
                          <a:latin typeface="微软雅黑" panose="020B0503020204020204" charset="-122"/>
                          <a:ea typeface="微软雅黑" panose="020B0503020204020204" charset="-122"/>
                        </a:rPr>
                        <a:t>15</a:t>
                      </a:r>
                      <a:r>
                        <a:rPr lang="zh-CN" altLang="en-US" sz="600" b="0" i="1">
                          <a:solidFill>
                            <a:srgbClr val="808080"/>
                          </a:solidFill>
                          <a:latin typeface="微软雅黑" panose="020B0503020204020204" charset="-122"/>
                          <a:ea typeface="微软雅黑" panose="020B0503020204020204" charset="-122"/>
                        </a:rPr>
                        <a:t>年</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一级</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zh-CN" altLang="en-US" sz="600" b="0" i="1">
                          <a:solidFill>
                            <a:srgbClr val="808080"/>
                          </a:solidFill>
                          <a:latin typeface="微软雅黑" panose="020B0503020204020204" charset="-122"/>
                          <a:ea typeface="微软雅黑" panose="020B0503020204020204" charset="-122"/>
                        </a:rPr>
                        <a:t>项目评审、技术咨询、投前尽调支持</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en-US" altLang="zh-CN" sz="600" b="0" i="1">
                          <a:solidFill>
                            <a:srgbClr val="808080"/>
                          </a:solidFill>
                          <a:latin typeface="微软雅黑" panose="020B0503020204020204" charset="-122"/>
                          <a:ea typeface="微软雅黑" panose="020B0503020204020204" charset="-122"/>
                        </a:rPr>
                        <a:t>3</a:t>
                      </a:r>
                      <a:r>
                        <a:rPr lang="zh-CN" altLang="en-US" sz="600" b="0" i="1">
                          <a:solidFill>
                            <a:srgbClr val="808080"/>
                          </a:solidFill>
                          <a:latin typeface="微软雅黑" panose="020B0503020204020204" charset="-122"/>
                          <a:ea typeface="微软雅黑" panose="020B0503020204020204" charset="-122"/>
                        </a:rPr>
                        <a:t>个项目</a:t>
                      </a:r>
                      <a:endParaRPr lang="zh-CN" altLang="en-US"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en-US" altLang="zh-CN" sz="600" b="0" i="1">
                          <a:solidFill>
                            <a:srgbClr val="808080"/>
                          </a:solidFill>
                          <a:latin typeface="微软雅黑" panose="020B0503020204020204" charset="-122"/>
                          <a:ea typeface="微软雅黑" panose="020B0503020204020204" charset="-122"/>
                        </a:rPr>
                        <a:t>DJ-001</a:t>
                      </a:r>
                      <a:endParaRPr lang="en-US" altLang="zh-CN"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ctr" fontAlgn="ctr"/>
                      <a:r>
                        <a:rPr lang="en-US" altLang="zh-CN" sz="600" b="0" i="1">
                          <a:solidFill>
                            <a:srgbClr val="808080"/>
                          </a:solidFill>
                          <a:latin typeface="微软雅黑" panose="020B0503020204020204" charset="-122"/>
                          <a:ea typeface="微软雅黑" panose="020B0503020204020204" charset="-122"/>
                        </a:rPr>
                        <a:t>2026-07-29</a:t>
                      </a:r>
                      <a:endParaRPr lang="en-US" altLang="zh-CN" sz="600" b="0" i="1">
                        <a:solidFill>
                          <a:srgbClr val="808080"/>
                        </a:solidFill>
                        <a:latin typeface="微软雅黑" panose="020B0503020204020204" charset="-122"/>
                        <a:ea typeface="微软雅黑" panose="020B0503020204020204" charset="-122"/>
                      </a:endParaRPr>
                    </a:p>
                  </a:txBody>
                  <a:tcPr marL="6667" marR="6667" marT="6667" marB="0" anchor="ctr" anchorCtr="0">
                    <a:lnL w="6350" cap="flat" cmpd="sng">
                      <a:solidFill>
                        <a:srgbClr val="B0B0B0"/>
                      </a:solidFill>
                      <a:prstDash val="solid"/>
                      <a:headEnd type="none" w="med" len="med"/>
                      <a:tailEnd type="none" w="med" len="med"/>
                    </a:lnL>
                    <a:lnR w="12700">
                      <a:solidFill>
                        <a:schemeClr val="tx2"/>
                      </a:solidFill>
                      <a:prstDash val="solid"/>
                    </a:lnR>
                    <a:lnT w="12700" cap="flat" cmpd="sng">
                      <a:solidFill>
                        <a:srgbClr val="000000"/>
                      </a:solidFill>
                      <a:prstDash val="solid"/>
                      <a:headEnd type="none" w="med" len="med"/>
                      <a:tailEnd type="none" w="med" len="med"/>
                    </a:lnT>
                    <a:lnB w="6350" cap="flat" cmpd="sng">
                      <a:solidFill>
                        <a:srgbClr val="B0B0B0"/>
                      </a:solidFill>
                      <a:prstDash val="solid"/>
                      <a:headEnd type="none" w="med" len="med"/>
                      <a:tailEnd type="none" w="med" len="med"/>
                    </a:lnB>
                    <a:noFill/>
                  </a:tcPr>
                </a:tc>
              </a:tr>
              <a:tr h="121920">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12700" cap="flat" cmpd="sng">
                      <a:solidFill>
                        <a:schemeClr val="tx2"/>
                      </a:solidFill>
                      <a:prstDash val="solid"/>
                      <a:headEnd type="none" w="med" len="med"/>
                      <a:tailEnd type="none" w="med" len="med"/>
                    </a:lnL>
                    <a:lnR>
                      <a:noFill/>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a:noFill/>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12700">
                      <a:solidFill>
                        <a:schemeClr val="tx2"/>
                      </a:solidFill>
                      <a:prstDash val="soli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r>
              <a:tr h="122555">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12700" cap="flat" cmpd="sng">
                      <a:solidFill>
                        <a:schemeClr val="tx2"/>
                      </a:solidFill>
                      <a:prstDash val="solid"/>
                      <a:headEnd type="none" w="med" len="med"/>
                      <a:tailEnd type="none" w="med" len="med"/>
                    </a:lnL>
                    <a:lnR>
                      <a:noFill/>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a:noFill/>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12700">
                      <a:solidFill>
                        <a:schemeClr val="tx2"/>
                      </a:solidFill>
                      <a:prstDash val="soli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r>
              <a:tr h="121920">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12700" cap="flat" cmpd="sng">
                      <a:solidFill>
                        <a:schemeClr val="tx2"/>
                      </a:solidFill>
                      <a:prstDash val="solid"/>
                      <a:headEnd type="none" w="med" len="med"/>
                      <a:tailEnd type="none" w="med" len="med"/>
                    </a:lnL>
                    <a:lnR>
                      <a:noFill/>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a:noFill/>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12700">
                      <a:solidFill>
                        <a:schemeClr val="tx2"/>
                      </a:solidFill>
                      <a:prstDash val="soli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r>
              <a:tr h="122555">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12700" cap="flat" cmpd="sng">
                      <a:solidFill>
                        <a:schemeClr val="tx2"/>
                      </a:solidFill>
                      <a:prstDash val="solid"/>
                      <a:headEnd type="none" w="med" len="med"/>
                      <a:tailEnd type="none" w="med" len="med"/>
                    </a:lnL>
                    <a:lnR>
                      <a:noFill/>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a:noFill/>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12700">
                      <a:solidFill>
                        <a:schemeClr val="tx2"/>
                      </a:solidFill>
                      <a:prstDash val="solid"/>
                    </a:lnR>
                    <a:lnT w="6350" cap="flat" cmpd="sng">
                      <a:solidFill>
                        <a:srgbClr val="B0B0B0"/>
                      </a:solidFill>
                      <a:prstDash val="solid"/>
                      <a:headEnd type="none" w="med" len="med"/>
                      <a:tailEnd type="none" w="med" len="med"/>
                    </a:lnT>
                    <a:lnB w="6350" cap="flat" cmpd="sng">
                      <a:solidFill>
                        <a:srgbClr val="B0B0B0"/>
                      </a:solidFill>
                      <a:prstDash val="solid"/>
                      <a:headEnd type="none" w="med" len="med"/>
                      <a:tailEnd type="none" w="med" len="med"/>
                    </a:lnB>
                    <a:noFill/>
                  </a:tcPr>
                </a:tc>
              </a:tr>
              <a:tr h="121920">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12700" cap="flat" cmpd="sng">
                      <a:solidFill>
                        <a:schemeClr val="tx2"/>
                      </a:solidFill>
                      <a:prstDash val="solid"/>
                      <a:headEnd type="none" w="med" len="med"/>
                      <a:tailEnd type="none" w="med" len="med"/>
                    </a:lnL>
                    <a:lnR>
                      <a:noFill/>
                    </a:lnR>
                    <a:lnT w="6350" cap="flat" cmpd="sng">
                      <a:solidFill>
                        <a:srgbClr val="B0B0B0"/>
                      </a:solidFill>
                      <a:prstDash val="solid"/>
                      <a:headEnd type="none" w="med" len="med"/>
                      <a:tailEnd type="none" w="med" len="med"/>
                    </a:lnT>
                    <a:lnB w="12700" cap="flat" cmpd="sng">
                      <a:solidFill>
                        <a:schemeClr val="tx2"/>
                      </a:solidFill>
                      <a:prstDash val="solid"/>
                      <a:headEnd type="none" w="med" len="med"/>
                      <a:tailEnd type="none" w="med" len="me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a:noFill/>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6350" cap="flat" cmpd="sng">
                      <a:solidFill>
                        <a:srgbClr val="B0B0B0"/>
                      </a:solidFill>
                      <a:prstDash val="solid"/>
                      <a:headEnd type="none" w="med" len="med"/>
                      <a:tailEnd type="none" w="med" len="med"/>
                    </a:lnR>
                    <a:lnT w="6350" cap="flat" cmpd="sng">
                      <a:solidFill>
                        <a:srgbClr val="B0B0B0"/>
                      </a:solidFill>
                      <a:prstDash val="solid"/>
                      <a:headEnd type="none" w="med" len="med"/>
                      <a:tailEnd type="none" w="med" len="med"/>
                    </a:lnT>
                    <a:lnB w="12700">
                      <a:solidFill>
                        <a:schemeClr val="tx2"/>
                      </a:solidFill>
                      <a:prstDash val="solid"/>
                    </a:lnB>
                    <a:noFill/>
                  </a:tcPr>
                </a:tc>
                <a:tc>
                  <a:txBody>
                    <a:bodyPr/>
                    <a:p>
                      <a:pPr algn="l" fontAlgn="t"/>
                      <a:endParaRPr sz="700" b="0" i="0">
                        <a:solidFill>
                          <a:srgbClr val="000000"/>
                        </a:solidFill>
                        <a:latin typeface="微软雅黑" panose="020B0503020204020204" charset="-122"/>
                        <a:ea typeface="微软雅黑" panose="020B0503020204020204" charset="-122"/>
                      </a:endParaRPr>
                    </a:p>
                  </a:txBody>
                  <a:tcPr marL="6667" marR="6667" marT="6667" marB="0" anchor="t" anchorCtr="0">
                    <a:lnL w="6350" cap="flat" cmpd="sng">
                      <a:solidFill>
                        <a:srgbClr val="B0B0B0"/>
                      </a:solidFill>
                      <a:prstDash val="solid"/>
                      <a:headEnd type="none" w="med" len="med"/>
                      <a:tailEnd type="none" w="med" len="med"/>
                    </a:lnL>
                    <a:lnR w="12700">
                      <a:solidFill>
                        <a:schemeClr val="tx2"/>
                      </a:solidFill>
                      <a:prstDash val="solid"/>
                    </a:lnR>
                    <a:lnT w="6350" cap="flat" cmpd="sng">
                      <a:solidFill>
                        <a:srgbClr val="B0B0B0"/>
                      </a:solidFill>
                      <a:prstDash val="solid"/>
                      <a:headEnd type="none" w="med" len="med"/>
                      <a:tailEnd type="none" w="med" len="med"/>
                    </a:lnT>
                    <a:lnB w="12700">
                      <a:solidFill>
                        <a:schemeClr val="tx2"/>
                      </a:solidFill>
                      <a:prstDash val="solid"/>
                    </a:lnB>
                    <a:noFill/>
                  </a:tcPr>
                </a:tc>
              </a:tr>
            </a:tbl>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ym typeface="+mn-ea"/>
              </a:rPr>
              <a:t>Backup-</a:t>
            </a:r>
            <a:r>
              <a:rPr dirty="0" smtClean="0">
                <a:sym typeface="+mn-ea"/>
              </a:rPr>
              <a:t>入库相关表单（</a:t>
            </a:r>
            <a:r>
              <a:rPr lang="en-US" altLang="zh-CN" dirty="0" smtClean="0">
                <a:sym typeface="+mn-ea"/>
              </a:rPr>
              <a:t>3/3</a:t>
            </a:r>
            <a:r>
              <a:rPr dirty="0" smtClean="0">
                <a:sym typeface="+mn-ea"/>
              </a:rPr>
              <a:t>）</a:t>
            </a:r>
            <a:endParaRPr dirty="0" smtClean="0">
              <a:sym typeface="+mn-ea"/>
            </a:endParaRPr>
          </a:p>
        </p:txBody>
      </p:sp>
      <p:sp>
        <p:nvSpPr>
          <p:cNvPr id="2" name="文本框 1"/>
          <p:cNvSpPr txBox="1"/>
          <p:nvPr>
            <p:custDataLst>
              <p:tags r:id="rId1"/>
            </p:custDataLst>
          </p:nvPr>
        </p:nvSpPr>
        <p:spPr>
          <a:xfrm>
            <a:off x="578824" y="73134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合作</a:t>
            </a: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邀请函</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pic>
        <p:nvPicPr>
          <p:cNvPr id="4" name="图片 3"/>
          <p:cNvPicPr>
            <a:picLocks noChangeAspect="1"/>
          </p:cNvPicPr>
          <p:nvPr>
            <p:custDataLst>
              <p:tags r:id="rId2"/>
            </p:custDataLst>
          </p:nvPr>
        </p:nvPicPr>
        <p:blipFill>
          <a:blip r:embed="rId3"/>
          <a:stretch>
            <a:fillRect/>
          </a:stretch>
        </p:blipFill>
        <p:spPr>
          <a:xfrm>
            <a:off x="626110" y="1375410"/>
            <a:ext cx="4852035" cy="5006975"/>
          </a:xfrm>
          <a:prstGeom prst="rect">
            <a:avLst/>
          </a:prstGeom>
          <a:noFill/>
          <a:ln w="9525">
            <a:noFill/>
          </a:ln>
        </p:spPr>
      </p:pic>
      <p:sp>
        <p:nvSpPr>
          <p:cNvPr id="24" name="矩形 23"/>
          <p:cNvSpPr/>
          <p:nvPr>
            <p:custDataLst>
              <p:tags r:id="rId4"/>
            </p:custDataLst>
          </p:nvPr>
        </p:nvSpPr>
        <p:spPr>
          <a:xfrm>
            <a:off x="539115" y="1271270"/>
            <a:ext cx="5086350" cy="525780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6" name="文本框 5"/>
          <p:cNvSpPr txBox="1"/>
          <p:nvPr>
            <p:custDataLst>
              <p:tags r:id="rId5"/>
            </p:custDataLst>
          </p:nvPr>
        </p:nvSpPr>
        <p:spPr>
          <a:xfrm>
            <a:off x="5799159" y="73134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邀请话术及常见问题回复</a:t>
            </a: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参考</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sp>
        <p:nvSpPr>
          <p:cNvPr id="7" name="矩形 6"/>
          <p:cNvSpPr/>
          <p:nvPr>
            <p:custDataLst>
              <p:tags r:id="rId6"/>
            </p:custDataLst>
          </p:nvPr>
        </p:nvSpPr>
        <p:spPr>
          <a:xfrm>
            <a:off x="5860415" y="1273810"/>
            <a:ext cx="5543550" cy="525780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12" name="文本框 11"/>
          <p:cNvSpPr txBox="1"/>
          <p:nvPr/>
        </p:nvSpPr>
        <p:spPr>
          <a:xfrm>
            <a:off x="6096000" y="1489710"/>
            <a:ext cx="2891155" cy="774700"/>
          </a:xfrm>
          <a:prstGeom prst="rect">
            <a:avLst/>
          </a:prstGeom>
          <a:noFill/>
        </p:spPr>
        <p:txBody>
          <a:bodyPr vert="horz" wrap="square" lIns="91440" tIns="45720" rIns="91440" bIns="45720" numCol="1" rtlCol="0" anchor="ctr" anchorCtr="0" compatLnSpc="0">
            <a:noAutofit/>
          </a:bodyPr>
          <a:lstStyle/>
          <a:p>
            <a:pPr lvl="0" indent="0" algn="l">
              <a:lnSpc>
                <a:spcPct val="130000"/>
              </a:lnSpc>
              <a:spcBef>
                <a:spcPts val="0"/>
              </a:spcBef>
              <a:spcAft>
                <a:spcPts val="0"/>
              </a:spcAft>
              <a:buClrTx/>
              <a:buSzTx/>
              <a:buFont typeface="Wingdings" panose="05000000000000000000" charset="0"/>
              <a:buNone/>
              <a:defRPr/>
            </a:pPr>
            <a:r>
              <a:rPr lang="zh-CN" altLang="en-US" sz="1400" noProof="0" dirty="0">
                <a:ln>
                  <a:noFill/>
                </a:ln>
                <a:solidFill>
                  <a:srgbClr val="000000"/>
                </a:solidFill>
                <a:effectLst/>
                <a:uLnTx/>
                <a:uFillTx/>
                <a:latin typeface="微软雅黑" panose="020B0503020204020204" charset="-122"/>
                <a:ea typeface="微软雅黑" panose="020B0503020204020204" charset="-122"/>
                <a:sym typeface="+mn-ea"/>
              </a:rPr>
              <a:t>……</a:t>
            </a:r>
            <a:r>
              <a:rPr lang="zh-CN" altLang="en-US" sz="1400" noProof="0" dirty="0">
                <a:ln>
                  <a:noFill/>
                </a:ln>
                <a:solidFill>
                  <a:srgbClr val="000000"/>
                </a:solidFill>
                <a:effectLst/>
                <a:uLnTx/>
                <a:uFillTx/>
                <a:latin typeface="微软雅黑" panose="020B0503020204020204" charset="-122"/>
                <a:ea typeface="微软雅黑" panose="020B0503020204020204" charset="-122"/>
                <a:sym typeface="+mn-ea"/>
              </a:rPr>
              <a:t>后续积累</a:t>
            </a:r>
            <a:r>
              <a:rPr lang="zh-CN" altLang="en-US" sz="1400" noProof="0" dirty="0">
                <a:ln>
                  <a:noFill/>
                </a:ln>
                <a:solidFill>
                  <a:srgbClr val="000000"/>
                </a:solidFill>
                <a:effectLst/>
                <a:uLnTx/>
                <a:uFillTx/>
                <a:latin typeface="微软雅黑" panose="020B0503020204020204" charset="-122"/>
                <a:ea typeface="微软雅黑" panose="020B0503020204020204" charset="-122"/>
                <a:sym typeface="+mn-ea"/>
              </a:rPr>
              <a:t>完善</a:t>
            </a:r>
            <a:endParaRPr lang="zh-CN" altLang="en-US" sz="1400" noProof="0" dirty="0">
              <a:ln>
                <a:noFill/>
              </a:ln>
              <a:solidFill>
                <a:srgbClr val="000000"/>
              </a:solidFill>
              <a:effectLst/>
              <a:uLnTx/>
              <a:uFillTx/>
              <a:latin typeface="微软雅黑" panose="020B0503020204020204" charset="-122"/>
              <a:ea typeface="微软雅黑" panose="020B0503020204020204" charset="-122"/>
              <a:sym typeface="+mn-ea"/>
            </a:endParaRPr>
          </a:p>
        </p:txBody>
      </p:sp>
    </p:spTree>
    <p:custDataLst>
      <p:tags r:id="rId7"/>
    </p:custData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ym typeface="+mn-ea"/>
              </a:rPr>
              <a:t>Backup-</a:t>
            </a:r>
            <a:r>
              <a:rPr dirty="0" smtClean="0">
                <a:sym typeface="+mn-ea"/>
              </a:rPr>
              <a:t>调用相关表单（</a:t>
            </a:r>
            <a:r>
              <a:rPr lang="en-US" altLang="zh-CN" dirty="0" smtClean="0">
                <a:sym typeface="+mn-ea"/>
              </a:rPr>
              <a:t>1/2</a:t>
            </a:r>
            <a:r>
              <a:rPr dirty="0" smtClean="0">
                <a:sym typeface="+mn-ea"/>
              </a:rPr>
              <a:t>）</a:t>
            </a:r>
            <a:endParaRPr dirty="0" smtClean="0">
              <a:sym typeface="+mn-ea"/>
            </a:endParaRPr>
          </a:p>
        </p:txBody>
      </p:sp>
      <p:sp>
        <p:nvSpPr>
          <p:cNvPr id="2" name="文本框 1"/>
          <p:cNvSpPr txBox="1"/>
          <p:nvPr>
            <p:custDataLst>
              <p:tags r:id="rId1"/>
            </p:custDataLst>
          </p:nvPr>
        </p:nvSpPr>
        <p:spPr>
          <a:xfrm>
            <a:off x="578824" y="73134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专家调用</a:t>
            </a: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申请表</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sp>
        <p:nvSpPr>
          <p:cNvPr id="24" name="矩形 23"/>
          <p:cNvSpPr/>
          <p:nvPr>
            <p:custDataLst>
              <p:tags r:id="rId2"/>
            </p:custDataLst>
          </p:nvPr>
        </p:nvSpPr>
        <p:spPr>
          <a:xfrm>
            <a:off x="539115" y="1271270"/>
            <a:ext cx="5086350" cy="5257800"/>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6" name="文本框 5"/>
          <p:cNvSpPr txBox="1"/>
          <p:nvPr>
            <p:custDataLst>
              <p:tags r:id="rId3"/>
            </p:custDataLst>
          </p:nvPr>
        </p:nvSpPr>
        <p:spPr>
          <a:xfrm>
            <a:off x="5799159" y="73134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利害关系承诺</a:t>
            </a: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表</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graphicFrame>
        <p:nvGraphicFramePr>
          <p:cNvPr id="5" name="表格 4"/>
          <p:cNvGraphicFramePr/>
          <p:nvPr/>
        </p:nvGraphicFramePr>
        <p:xfrm>
          <a:off x="5799455" y="1271270"/>
          <a:ext cx="5697220" cy="5257800"/>
        </p:xfrm>
        <a:graphic>
          <a:graphicData uri="http://schemas.openxmlformats.org/drawingml/2006/table">
            <a:tbl>
              <a:tblPr/>
              <a:tblGrid>
                <a:gridCol w="5697220"/>
              </a:tblGrid>
              <a:tr h="5257800">
                <a:tc>
                  <a:txBody>
                    <a:bodyPr/>
                    <a:p>
                      <a:pPr algn="l" fontAlgn="ct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en-US" altLang="zh-CN" sz="16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600" b="1" i="0">
                          <a:solidFill>
                            <a:srgbClr val="000000"/>
                          </a:solidFill>
                          <a:latin typeface="微软雅黑" panose="020B0503020204020204" charset="-122"/>
                          <a:ea typeface="微软雅黑" panose="020B0503020204020204" charset="-122"/>
                          <a:cs typeface="微软雅黑" panose="020B0503020204020204" charset="-122"/>
                        </a:rPr>
                        <a:t>声</a:t>
                      </a:r>
                      <a:r>
                        <a:rPr lang="zh-CN" altLang="en-US" sz="16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600" b="1" i="0">
                          <a:solidFill>
                            <a:srgbClr val="000000"/>
                          </a:solidFill>
                          <a:latin typeface="微软雅黑" panose="020B0503020204020204" charset="-122"/>
                          <a:ea typeface="微软雅黑" panose="020B0503020204020204" charset="-122"/>
                          <a:cs typeface="微软雅黑" panose="020B0503020204020204" charset="-122"/>
                        </a:rPr>
                        <a:t>明</a:t>
                      </a:r>
                      <a:br>
                        <a:rPr lang="zh-CN" altLang="en-US" sz="1600" b="0" i="0">
                          <a:solidFill>
                            <a:srgbClr val="000000"/>
                          </a:solidFill>
                          <a:latin typeface="微软雅黑" panose="020B0503020204020204" charset="-122"/>
                          <a:ea typeface="微软雅黑" panose="020B0503020204020204" charset="-122"/>
                          <a:cs typeface="微软雅黑" panose="020B0503020204020204" charset="-122"/>
                        </a:rPr>
                      </a:b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本人作为本项目咨询专家并代表本人近亲属 （“本人”），特作出如下承诺与声明：</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一、本人与标的公司、标的公司</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5%</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以上股东、董事、监事、高级管理人员均不存在</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中华人民共和国公司法</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上海证券交易所科创板股票上市规则</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企业会计准则第</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36</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号</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关联方披露</a:t>
                      </a: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等法律法规规定的关联关系，亦不存在其他影响本次交易公允性的现实的和预期的利害关系，本人具有独立性。</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二、本人未替标的公司承担任何费用，未向标的公司输送任何不正当商业利益或为标的公司谋取任何商业机会，亦不存在为标的公司提供担保、借款或其他形式资金资助的情形；标的公司未替本人承担任何费用，未向本人输送任何不正当商业利益或为本人谋取任何商业机会，亦不存在为本人提供担保、借款或其他形式资金资助的情形。</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本人声明（包括本声明附件）的以上内容均是真实、准确、完整的，不存在任何虚假记载、误导性陈述或者遗漏。本人愿意为该等声明承担相应的法律责任。</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本声明自出具之日至本次交易完成之日期间持续有效。</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承诺人（签字）： </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endParaRPr lang="en-US" altLang="zh-CN" sz="1400" b="0" i="0">
                        <a:solidFill>
                          <a:srgbClr val="000000"/>
                        </a:solidFill>
                        <a:latin typeface="微软雅黑" panose="020B0503020204020204" charset="-122"/>
                        <a:ea typeface="微软雅黑" panose="020B0503020204020204" charset="-122"/>
                        <a:cs typeface="微软雅黑" panose="020B0503020204020204" charset="-122"/>
                      </a:endParaRPr>
                    </a:p>
                    <a:p>
                      <a:pPr algn="l" fontAlgn="ctr"/>
                      <a:r>
                        <a:rPr lang="en-US" altLang="zh-CN" sz="1400" b="0" i="0">
                          <a:solidFill>
                            <a:srgbClr val="000000"/>
                          </a:solidFill>
                          <a:latin typeface="微软雅黑" panose="020B0503020204020204" charset="-122"/>
                          <a:ea typeface="微软雅黑" panose="020B0503020204020204" charset="-122"/>
                          <a:cs typeface="微软雅黑" panose="020B0503020204020204" charset="-122"/>
                        </a:rPr>
                        <a:t>       </a:t>
                      </a:r>
                      <a: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t>签署日期：      年   月   日</a:t>
                      </a:r>
                      <a:br>
                        <a:rPr lang="zh-CN" altLang="en-US" sz="1400" b="0" i="0">
                          <a:solidFill>
                            <a:srgbClr val="000000"/>
                          </a:solidFill>
                          <a:latin typeface="微软雅黑" panose="020B0503020204020204" charset="-122"/>
                          <a:ea typeface="微软雅黑" panose="020B0503020204020204" charset="-122"/>
                          <a:cs typeface="微软雅黑" panose="020B0503020204020204" charset="-122"/>
                        </a:rPr>
                      </a:br>
                      <a:endParaRPr lang="zh-CN" altLang="en-US" sz="1400" b="0" i="0" u="sng">
                        <a:solidFill>
                          <a:srgbClr val="000000"/>
                        </a:solidFill>
                        <a:latin typeface="微软雅黑" panose="020B0503020204020204" charset="-122"/>
                        <a:ea typeface="微软雅黑" panose="020B0503020204020204" charset="-122"/>
                        <a:cs typeface="微软雅黑" panose="020B0503020204020204" charset="-122"/>
                      </a:endParaRPr>
                    </a:p>
                  </a:txBody>
                  <a:tcPr marL="6667" marR="6667" marT="6667" marB="0" anchor="ctr" anchorCtr="0">
                    <a:lnL w="12700">
                      <a:solidFill>
                        <a:schemeClr val="tx1">
                          <a:lumMod val="75000"/>
                        </a:schemeClr>
                      </a:solidFill>
                      <a:prstDash val="solid"/>
                    </a:lnL>
                    <a:lnR w="12700">
                      <a:solidFill>
                        <a:schemeClr val="tx1">
                          <a:lumMod val="75000"/>
                        </a:schemeClr>
                      </a:solidFill>
                      <a:prstDash val="solid"/>
                    </a:lnR>
                    <a:lnT w="12700">
                      <a:solidFill>
                        <a:schemeClr val="tx1">
                          <a:lumMod val="75000"/>
                        </a:schemeClr>
                      </a:solidFill>
                      <a:prstDash val="solid"/>
                    </a:lnT>
                    <a:lnB w="12700">
                      <a:solidFill>
                        <a:schemeClr val="tx1">
                          <a:lumMod val="75000"/>
                        </a:schemeClr>
                      </a:solidFill>
                      <a:prstDash val="solid"/>
                    </a:lnB>
                    <a:noFill/>
                  </a:tcPr>
                </a:tc>
              </a:tr>
            </a:tbl>
          </a:graphicData>
        </a:graphic>
      </p:graphicFrame>
      <p:graphicFrame>
        <p:nvGraphicFramePr>
          <p:cNvPr id="8" name="表格 7"/>
          <p:cNvGraphicFramePr/>
          <p:nvPr/>
        </p:nvGraphicFramePr>
        <p:xfrm>
          <a:off x="862330" y="1436370"/>
          <a:ext cx="4600575" cy="4946650"/>
        </p:xfrm>
        <a:graphic>
          <a:graphicData uri="http://schemas.openxmlformats.org/drawingml/2006/table">
            <a:tbl>
              <a:tblPr/>
              <a:tblGrid>
                <a:gridCol w="1685290"/>
                <a:gridCol w="2915285"/>
              </a:tblGrid>
              <a:tr h="345440">
                <a:tc gridSpan="2">
                  <a:txBody>
                    <a:bodyPr/>
                    <a:p>
                      <a:pPr algn="ctr" fontAlgn="ctr">
                        <a:buClrTx/>
                        <a:buSzTx/>
                        <a:buFontTx/>
                      </a:pPr>
                      <a:r>
                        <a:rPr lang="zh-CN" altLang="en-US" sz="1800" b="1" i="0">
                          <a:solidFill>
                            <a:srgbClr val="000000"/>
                          </a:solidFill>
                          <a:latin typeface="微软雅黑" panose="020B0503020204020204" charset="-122"/>
                          <a:ea typeface="微软雅黑" panose="020B0503020204020204" charset="-122"/>
                        </a:rPr>
                        <a:t>人才专家库需求工单</a:t>
                      </a:r>
                      <a:endParaRPr lang="zh-CN" altLang="en-US" sz="1800" b="1"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95B3D7"/>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64160">
                <a:tc>
                  <a:txBody>
                    <a:bodyPr/>
                    <a:p>
                      <a:pPr algn="ctr" fontAlgn="ctr"/>
                      <a:r>
                        <a:rPr lang="zh-CN" altLang="en-US" sz="1200" b="0" i="0">
                          <a:solidFill>
                            <a:srgbClr val="000000"/>
                          </a:solidFill>
                          <a:latin typeface="微软雅黑" panose="020B0503020204020204" charset="-122"/>
                          <a:ea typeface="微软雅黑" panose="020B0503020204020204" charset="-122"/>
                        </a:rPr>
                        <a:t>工单编号</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charset="-122"/>
                          <a:ea typeface="微软雅黑" panose="020B0503020204020204" charset="-122"/>
                        </a:rPr>
                        <a:t>XT-</a:t>
                      </a:r>
                      <a:r>
                        <a:rPr lang="zh-CN" altLang="en-US" sz="1200" b="0" i="0">
                          <a:solidFill>
                            <a:srgbClr val="000000"/>
                          </a:solidFill>
                          <a:latin typeface="微软雅黑" panose="020B0503020204020204" charset="-122"/>
                          <a:ea typeface="微软雅黑" panose="020B0503020204020204" charset="-122"/>
                        </a:rPr>
                        <a:t>年份</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序号</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64160">
                <a:tc>
                  <a:txBody>
                    <a:bodyPr/>
                    <a:p>
                      <a:pPr algn="ctr" fontAlgn="ctr"/>
                      <a:r>
                        <a:rPr lang="zh-CN" altLang="en-US" sz="1200" b="0" i="0">
                          <a:solidFill>
                            <a:srgbClr val="000000"/>
                          </a:solidFill>
                          <a:latin typeface="微软雅黑" panose="020B0503020204020204" charset="-122"/>
                          <a:ea typeface="微软雅黑" panose="020B0503020204020204" charset="-122"/>
                        </a:rPr>
                        <a:t>填报日期</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200" b="0" i="0">
                          <a:solidFill>
                            <a:srgbClr val="000000"/>
                          </a:solidFill>
                          <a:latin typeface="微软雅黑" panose="020B0503020204020204" charset="-122"/>
                          <a:ea typeface="微软雅黑" panose="020B0503020204020204" charset="-122"/>
                        </a:rPr>
                        <a:t>XXXX</a:t>
                      </a:r>
                      <a:r>
                        <a:rPr lang="zh-CN" altLang="en-US" sz="1200" b="0" i="0">
                          <a:solidFill>
                            <a:srgbClr val="000000"/>
                          </a:solidFill>
                          <a:latin typeface="微软雅黑" panose="020B0503020204020204" charset="-122"/>
                          <a:ea typeface="微软雅黑" panose="020B0503020204020204" charset="-122"/>
                        </a:rPr>
                        <a:t>年</a:t>
                      </a:r>
                      <a:r>
                        <a:rPr lang="en-US" altLang="zh-CN" sz="1200" b="0" i="0">
                          <a:solidFill>
                            <a:srgbClr val="000000"/>
                          </a:solidFill>
                          <a:latin typeface="微软雅黑" panose="020B0503020204020204" charset="-122"/>
                          <a:ea typeface="微软雅黑" panose="020B0503020204020204" charset="-122"/>
                        </a:rPr>
                        <a:t>XX</a:t>
                      </a:r>
                      <a:r>
                        <a:rPr lang="zh-CN" altLang="en-US" sz="1200" b="0" i="0">
                          <a:solidFill>
                            <a:srgbClr val="000000"/>
                          </a:solidFill>
                          <a:latin typeface="微软雅黑" panose="020B0503020204020204" charset="-122"/>
                          <a:ea typeface="微软雅黑" panose="020B0503020204020204" charset="-122"/>
                        </a:rPr>
                        <a:t>月</a:t>
                      </a:r>
                      <a:r>
                        <a:rPr lang="en-US" altLang="zh-CN" sz="1200" b="0" i="0">
                          <a:solidFill>
                            <a:srgbClr val="000000"/>
                          </a:solidFill>
                          <a:latin typeface="微软雅黑" panose="020B0503020204020204" charset="-122"/>
                          <a:ea typeface="微软雅黑" panose="020B0503020204020204" charset="-122"/>
                        </a:rPr>
                        <a:t>XX</a:t>
                      </a:r>
                      <a:r>
                        <a:rPr lang="zh-CN" altLang="en-US" sz="1200" b="0" i="0">
                          <a:solidFill>
                            <a:srgbClr val="000000"/>
                          </a:solidFill>
                          <a:latin typeface="微软雅黑" panose="020B0503020204020204" charset="-122"/>
                          <a:ea typeface="微软雅黑" panose="020B0503020204020204" charset="-122"/>
                        </a:rPr>
                        <a:t>日</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850">
                <a:tc gridSpan="2">
                  <a:txBody>
                    <a:bodyPr/>
                    <a:p>
                      <a:pPr algn="l" fontAlgn="ctr"/>
                      <a:r>
                        <a:rPr lang="zh-CN" altLang="en-US" sz="1200" b="0" i="0">
                          <a:solidFill>
                            <a:srgbClr val="000000"/>
                          </a:solidFill>
                          <a:latin typeface="微软雅黑" panose="020B0503020204020204" charset="-122"/>
                          <a:ea typeface="微软雅黑" panose="020B0503020204020204" charset="-122"/>
                        </a:rPr>
                        <a:t>一、需求方基础信息</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CE6F1"/>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35585">
                <a:tc>
                  <a:txBody>
                    <a:bodyPr/>
                    <a:p>
                      <a:pPr algn="ctr" fontAlgn="ctr"/>
                      <a:r>
                        <a:rPr lang="zh-CN" altLang="en-US" sz="1200" b="0" i="0">
                          <a:solidFill>
                            <a:srgbClr val="000000"/>
                          </a:solidFill>
                          <a:latin typeface="微软雅黑" panose="020B0503020204020204" charset="-122"/>
                          <a:ea typeface="微软雅黑" panose="020B0503020204020204" charset="-122"/>
                        </a:rPr>
                        <a:t>需求发起部门</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charset="-122"/>
                          <a:ea typeface="微软雅黑" panose="020B0503020204020204" charset="-122"/>
                        </a:rPr>
                        <a:t>（自动关联）</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45110">
                <a:tc>
                  <a:txBody>
                    <a:bodyPr/>
                    <a:p>
                      <a:pPr algn="ctr" fontAlgn="ctr"/>
                      <a:r>
                        <a:rPr lang="zh-CN" altLang="en-US" sz="1200" b="0" i="0">
                          <a:solidFill>
                            <a:srgbClr val="000000"/>
                          </a:solidFill>
                          <a:latin typeface="微软雅黑" panose="020B0503020204020204" charset="-122"/>
                          <a:ea typeface="微软雅黑" panose="020B0503020204020204" charset="-122"/>
                        </a:rPr>
                        <a:t>申请人</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26060">
                <a:tc>
                  <a:txBody>
                    <a:bodyPr/>
                    <a:p>
                      <a:pPr algn="ctr" fontAlgn="ctr"/>
                      <a:r>
                        <a:rPr lang="zh-CN" altLang="en-US" sz="1200" b="0" i="0">
                          <a:solidFill>
                            <a:srgbClr val="000000"/>
                          </a:solidFill>
                          <a:latin typeface="微软雅黑" panose="020B0503020204020204" charset="-122"/>
                          <a:ea typeface="微软雅黑" panose="020B0503020204020204" charset="-122"/>
                        </a:rPr>
                        <a:t>联系电话 </a:t>
                      </a:r>
                      <a:r>
                        <a:rPr lang="en-US" altLang="zh-CN" sz="1200" b="0" i="0">
                          <a:solidFill>
                            <a:srgbClr val="000000"/>
                          </a:solidFill>
                          <a:latin typeface="微软雅黑" panose="020B0503020204020204" charset="-122"/>
                          <a:ea typeface="微软雅黑" panose="020B0503020204020204" charset="-122"/>
                        </a:rPr>
                        <a:t>/ </a:t>
                      </a:r>
                      <a:r>
                        <a:rPr lang="zh-CN" altLang="en-US" sz="1200" b="0" i="0">
                          <a:solidFill>
                            <a:srgbClr val="000000"/>
                          </a:solidFill>
                          <a:latin typeface="微软雅黑" panose="020B0503020204020204" charset="-122"/>
                          <a:ea typeface="微软雅黑" panose="020B0503020204020204" charset="-122"/>
                        </a:rPr>
                        <a:t>邮箱</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charset="-122"/>
                          <a:ea typeface="微软雅黑" panose="020B0503020204020204" charset="-122"/>
                        </a:rPr>
                        <a:t>（自动关联）</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215">
                <a:tc gridSpan="2">
                  <a:txBody>
                    <a:bodyPr/>
                    <a:p>
                      <a:pPr algn="l" fontAlgn="ctr"/>
                      <a:r>
                        <a:rPr lang="zh-CN" altLang="en-US" sz="1200" b="0" i="0">
                          <a:solidFill>
                            <a:srgbClr val="000000"/>
                          </a:solidFill>
                          <a:latin typeface="微软雅黑" panose="020B0503020204020204" charset="-122"/>
                          <a:ea typeface="微软雅黑" panose="020B0503020204020204" charset="-122"/>
                        </a:rPr>
                        <a:t>二、项目基础信息</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CE6F1"/>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234950">
                <a:tc>
                  <a:txBody>
                    <a:bodyPr/>
                    <a:p>
                      <a:pPr algn="ctr" fontAlgn="ctr"/>
                      <a:r>
                        <a:rPr lang="zh-CN" altLang="en-US" sz="1200" b="0" i="0">
                          <a:solidFill>
                            <a:srgbClr val="000000"/>
                          </a:solidFill>
                          <a:latin typeface="微软雅黑" panose="020B0503020204020204" charset="-122"/>
                          <a:ea typeface="微软雅黑" panose="020B0503020204020204" charset="-122"/>
                        </a:rPr>
                        <a:t>项目名称</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92735">
                <a:tc>
                  <a:txBody>
                    <a:bodyPr/>
                    <a:p>
                      <a:pPr algn="ctr" fontAlgn="ctr"/>
                      <a:r>
                        <a:rPr lang="zh-CN" altLang="en-US" sz="1200" b="0" i="0">
                          <a:solidFill>
                            <a:srgbClr val="000000"/>
                          </a:solidFill>
                          <a:latin typeface="微软雅黑" panose="020B0503020204020204" charset="-122"/>
                          <a:ea typeface="微软雅黑" panose="020B0503020204020204" charset="-122"/>
                        </a:rPr>
                        <a:t>项目投资额</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44475">
                <a:tc>
                  <a:txBody>
                    <a:bodyPr/>
                    <a:p>
                      <a:pPr algn="ctr" fontAlgn="ctr"/>
                      <a:r>
                        <a:rPr lang="zh-CN" altLang="en-US" sz="1200" b="0" i="0">
                          <a:solidFill>
                            <a:srgbClr val="000000"/>
                          </a:solidFill>
                          <a:latin typeface="微软雅黑" panose="020B0503020204020204" charset="-122"/>
                          <a:ea typeface="微软雅黑" panose="020B0503020204020204" charset="-122"/>
                        </a:rPr>
                        <a:t>项目背景</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33680">
                <a:tc>
                  <a:txBody>
                    <a:bodyPr/>
                    <a:p>
                      <a:pPr algn="ctr" fontAlgn="ctr"/>
                      <a:r>
                        <a:rPr lang="zh-CN" altLang="en-US" sz="1200" b="0" i="0">
                          <a:solidFill>
                            <a:srgbClr val="000000"/>
                          </a:solidFill>
                          <a:latin typeface="微软雅黑" panose="020B0503020204020204" charset="-122"/>
                          <a:ea typeface="微软雅黑" panose="020B0503020204020204" charset="-122"/>
                        </a:rPr>
                        <a:t>核心诉求</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850">
                <a:tc gridSpan="2">
                  <a:txBody>
                    <a:bodyPr/>
                    <a:p>
                      <a:pPr algn="l" fontAlgn="ctr"/>
                      <a:r>
                        <a:rPr lang="zh-CN" altLang="en-US" sz="1200" b="0" i="0">
                          <a:solidFill>
                            <a:srgbClr val="000000"/>
                          </a:solidFill>
                          <a:latin typeface="微软雅黑" panose="020B0503020204020204" charset="-122"/>
                          <a:ea typeface="微软雅黑" panose="020B0503020204020204" charset="-122"/>
                        </a:rPr>
                        <a:t>三、专家服务需求明细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CE6F1"/>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96850">
                <a:tc>
                  <a:txBody>
                    <a:bodyPr/>
                    <a:p>
                      <a:pPr algn="ctr" fontAlgn="ctr"/>
                      <a:r>
                        <a:rPr lang="zh-CN" altLang="en-US" sz="1200" b="0" i="0">
                          <a:solidFill>
                            <a:srgbClr val="000000"/>
                          </a:solidFill>
                          <a:latin typeface="微软雅黑" panose="020B0503020204020204" charset="-122"/>
                          <a:ea typeface="微软雅黑" panose="020B0503020204020204" charset="-122"/>
                        </a:rPr>
                        <a:t>所需领域</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850">
                <a:tc>
                  <a:txBody>
                    <a:bodyPr/>
                    <a:p>
                      <a:pPr algn="ctr" fontAlgn="ctr"/>
                      <a:r>
                        <a:rPr lang="zh-CN" altLang="en-US" sz="1200" b="0" i="0">
                          <a:solidFill>
                            <a:srgbClr val="000000"/>
                          </a:solidFill>
                          <a:latin typeface="微软雅黑" panose="020B0503020204020204" charset="-122"/>
                          <a:ea typeface="微软雅黑" panose="020B0503020204020204" charset="-122"/>
                        </a:rPr>
                        <a:t>专家姓名</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charset="-122"/>
                          <a:ea typeface="微软雅黑" panose="020B0503020204020204" charset="-122"/>
                        </a:rPr>
                        <a:t>（自动关联）</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850">
                <a:tc>
                  <a:txBody>
                    <a:bodyPr/>
                    <a:p>
                      <a:pPr algn="ctr" fontAlgn="ctr"/>
                      <a:r>
                        <a:rPr lang="zh-CN" altLang="en-US" sz="1200" b="0" i="0">
                          <a:solidFill>
                            <a:srgbClr val="000000"/>
                          </a:solidFill>
                          <a:latin typeface="微软雅黑" panose="020B0503020204020204" charset="-122"/>
                          <a:ea typeface="微软雅黑" panose="020B0503020204020204" charset="-122"/>
                        </a:rPr>
                        <a:t>服务形式</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charset="-122"/>
                          <a:ea typeface="微软雅黑" panose="020B0503020204020204" charset="-122"/>
                        </a:rPr>
                        <a:t>会议形式</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现场访谈</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现场考察</a:t>
                      </a:r>
                      <a:r>
                        <a:rPr lang="en-US" altLang="zh-CN" sz="1200" b="0" i="0">
                          <a:solidFill>
                            <a:srgbClr val="000000"/>
                          </a:solidFill>
                          <a:latin typeface="微软雅黑" panose="020B0503020204020204" charset="-122"/>
                          <a:ea typeface="微软雅黑" panose="020B0503020204020204" charset="-122"/>
                        </a:rPr>
                        <a:t>/</a:t>
                      </a:r>
                      <a:r>
                        <a:rPr lang="zh-CN" altLang="en-US" sz="1200" b="0" i="0">
                          <a:solidFill>
                            <a:srgbClr val="000000"/>
                          </a:solidFill>
                          <a:latin typeface="微软雅黑" panose="020B0503020204020204" charset="-122"/>
                          <a:ea typeface="微软雅黑" panose="020B0503020204020204" charset="-122"/>
                        </a:rPr>
                        <a:t>通讯形式</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850">
                <a:tc>
                  <a:txBody>
                    <a:bodyPr/>
                    <a:p>
                      <a:pPr algn="ctr" fontAlgn="ctr"/>
                      <a:r>
                        <a:rPr lang="zh-CN" altLang="en-US" sz="1200" b="0" i="0">
                          <a:solidFill>
                            <a:srgbClr val="000000"/>
                          </a:solidFill>
                          <a:latin typeface="微软雅黑" panose="020B0503020204020204" charset="-122"/>
                          <a:ea typeface="微软雅黑" panose="020B0503020204020204" charset="-122"/>
                        </a:rPr>
                        <a:t>预计服务时间段</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5580">
                <a:tc gridSpan="2">
                  <a:txBody>
                    <a:bodyPr/>
                    <a:p>
                      <a:pPr algn="l" fontAlgn="ctr"/>
                      <a:r>
                        <a:rPr lang="zh-CN" altLang="en-US" sz="1200" b="0" i="0">
                          <a:solidFill>
                            <a:srgbClr val="000000"/>
                          </a:solidFill>
                          <a:latin typeface="微软雅黑" panose="020B0503020204020204" charset="-122"/>
                          <a:ea typeface="微软雅黑" panose="020B0503020204020204" charset="-122"/>
                        </a:rPr>
                        <a:t>四、交付与验收要求</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CE6F1"/>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96850">
                <a:tc>
                  <a:txBody>
                    <a:bodyPr/>
                    <a:p>
                      <a:pPr algn="ctr" fontAlgn="ctr"/>
                      <a:r>
                        <a:rPr lang="zh-CN" altLang="en-US" sz="1200" b="0" i="0">
                          <a:solidFill>
                            <a:srgbClr val="000000"/>
                          </a:solidFill>
                          <a:latin typeface="微软雅黑" panose="020B0503020204020204" charset="-122"/>
                          <a:ea typeface="微软雅黑" panose="020B0503020204020204" charset="-122"/>
                        </a:rPr>
                        <a:t>最终交付截止时间</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endParaRPr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850">
                <a:tc gridSpan="2">
                  <a:txBody>
                    <a:bodyPr/>
                    <a:p>
                      <a:pPr algn="l" fontAlgn="ctr"/>
                      <a:r>
                        <a:rPr lang="zh-CN" altLang="en-US" sz="1200" b="0" i="0">
                          <a:solidFill>
                            <a:srgbClr val="000000"/>
                          </a:solidFill>
                          <a:latin typeface="微软雅黑" panose="020B0503020204020204" charset="-122"/>
                          <a:ea typeface="微软雅黑" panose="020B0503020204020204" charset="-122"/>
                        </a:rPr>
                        <a:t>五、预算与费用说明</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CE6F1"/>
                    </a:solidFill>
                  </a:tcPr>
                </a:tc>
                <a:tc hMerge="1">
                  <a:tcPr>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tcPr>
                </a:tc>
              </a:tr>
              <a:tr h="196850">
                <a:tc>
                  <a:txBody>
                    <a:bodyPr/>
                    <a:p>
                      <a:pPr algn="ctr" fontAlgn="ctr"/>
                      <a:r>
                        <a:rPr lang="zh-CN" altLang="en-US" sz="1200" b="0" i="0">
                          <a:solidFill>
                            <a:srgbClr val="000000"/>
                          </a:solidFill>
                          <a:latin typeface="微软雅黑" panose="020B0503020204020204" charset="-122"/>
                          <a:ea typeface="微软雅黑" panose="020B0503020204020204" charset="-122"/>
                        </a:rPr>
                        <a:t>对应单日津贴标准</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charset="-122"/>
                          <a:ea typeface="微软雅黑" panose="020B0503020204020204" charset="-122"/>
                        </a:rPr>
                        <a:t>（自动关联）</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196850">
                <a:tc>
                  <a:txBody>
                    <a:bodyPr/>
                    <a:p>
                      <a:pPr algn="ctr" fontAlgn="ctr"/>
                      <a:r>
                        <a:rPr lang="zh-CN" altLang="en-US" sz="1200" b="0" i="0">
                          <a:solidFill>
                            <a:srgbClr val="000000"/>
                          </a:solidFill>
                          <a:latin typeface="微软雅黑" panose="020B0503020204020204" charset="-122"/>
                          <a:ea typeface="微软雅黑" panose="020B0503020204020204" charset="-122"/>
                        </a:rPr>
                        <a:t>预计服务总费用（税后）</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zh-CN" altLang="en-US" sz="1200" b="0" i="0">
                          <a:solidFill>
                            <a:srgbClr val="000000"/>
                          </a:solidFill>
                          <a:latin typeface="微软雅黑" panose="020B0503020204020204" charset="-122"/>
                          <a:ea typeface="微软雅黑" panose="020B0503020204020204" charset="-122"/>
                        </a:rPr>
                        <a:t>（自动关联）</a:t>
                      </a:r>
                      <a:endParaRPr lang="zh-CN" altLang="en-US" sz="1200" b="0" i="0">
                        <a:solidFill>
                          <a:srgbClr val="000000"/>
                        </a:solidFill>
                        <a:latin typeface="微软雅黑" panose="020B0503020204020204" charset="-122"/>
                        <a:ea typeface="微软雅黑" panose="020B0503020204020204" charset="-122"/>
                      </a:endParaRPr>
                    </a:p>
                  </a:txBody>
                  <a:tcPr marL="6667" marR="6667" marT="666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ustDataLst>
      <p:tags r:id="rId4"/>
    </p:custData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ym typeface="+mn-ea"/>
              </a:rPr>
              <a:t>Backup-</a:t>
            </a:r>
            <a:r>
              <a:rPr dirty="0" smtClean="0">
                <a:sym typeface="+mn-ea"/>
              </a:rPr>
              <a:t>调用相关表单（</a:t>
            </a:r>
            <a:r>
              <a:rPr lang="en-US" altLang="zh-CN" dirty="0" smtClean="0">
                <a:sym typeface="+mn-ea"/>
              </a:rPr>
              <a:t>2/2</a:t>
            </a:r>
            <a:r>
              <a:rPr dirty="0" smtClean="0">
                <a:sym typeface="+mn-ea"/>
              </a:rPr>
              <a:t>）</a:t>
            </a:r>
            <a:endParaRPr dirty="0" smtClean="0">
              <a:sym typeface="+mn-ea"/>
            </a:endParaRPr>
          </a:p>
        </p:txBody>
      </p:sp>
      <p:sp>
        <p:nvSpPr>
          <p:cNvPr id="2" name="文本框 1"/>
          <p:cNvSpPr txBox="1"/>
          <p:nvPr>
            <p:custDataLst>
              <p:tags r:id="rId1"/>
            </p:custDataLst>
          </p:nvPr>
        </p:nvSpPr>
        <p:spPr>
          <a:xfrm>
            <a:off x="578824" y="73134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咨询记录</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sp>
        <p:nvSpPr>
          <p:cNvPr id="24" name="矩形 23"/>
          <p:cNvSpPr/>
          <p:nvPr>
            <p:custDataLst>
              <p:tags r:id="rId2"/>
            </p:custDataLst>
          </p:nvPr>
        </p:nvSpPr>
        <p:spPr>
          <a:xfrm>
            <a:off x="539115" y="1271270"/>
            <a:ext cx="5086350" cy="5398135"/>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sp>
        <p:nvSpPr>
          <p:cNvPr id="6" name="文本框 5"/>
          <p:cNvSpPr txBox="1"/>
          <p:nvPr>
            <p:custDataLst>
              <p:tags r:id="rId3"/>
            </p:custDataLst>
          </p:nvPr>
        </p:nvSpPr>
        <p:spPr>
          <a:xfrm>
            <a:off x="5799159" y="731349"/>
            <a:ext cx="11222729" cy="621102"/>
          </a:xfrm>
          <a:prstGeom prst="rect">
            <a:avLst/>
          </a:prstGeom>
          <a:noFill/>
        </p:spPr>
        <p:txBody>
          <a:bodyPr wrap="square" rtlCol="0" anchor="ctr" anchorCtr="0">
            <a:noAutofit/>
          </a:bodyPr>
          <a:lstStyle/>
          <a:p>
            <a:pPr marL="285750" marR="0" lvl="0" indent="-285750" algn="l" defTabSz="914400" rtl="0" eaLnBrk="1" fontAlgn="auto" latinLnBrk="0" hangingPunct="1">
              <a:lnSpc>
                <a:spcPct val="130000"/>
              </a:lnSpc>
              <a:spcBef>
                <a:spcPts val="0"/>
              </a:spcBef>
              <a:spcAft>
                <a:spcPts val="0"/>
              </a:spcAft>
              <a:buClrTx/>
              <a:buSzTx/>
              <a:buFont typeface="Wingdings" panose="05000000000000000000" pitchFamily="2" charset="2"/>
              <a:buChar char="p"/>
              <a:defRPr/>
            </a:pP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费用管理</a:t>
            </a:r>
            <a:r>
              <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rPr>
              <a:t>标准</a:t>
            </a:r>
            <a:endParaRPr kumimoji="0" lang="zh-CN" altLang="en-US" sz="1800" b="1" i="0" u="none" strike="noStrike" kern="1200" cap="none" spc="0" normalizeH="0" baseline="0" noProof="0" dirty="0">
              <a:ln>
                <a:noFill/>
              </a:ln>
              <a:solidFill>
                <a:srgbClr val="152A8C"/>
              </a:solidFill>
              <a:effectLst/>
              <a:uLnTx/>
              <a:uFillTx/>
              <a:latin typeface="微软雅黑" panose="020B0503020204020204" charset="-122"/>
              <a:ea typeface="微软雅黑" panose="020B0503020204020204" charset="-122"/>
              <a:cs typeface="+mn-cs"/>
            </a:endParaRPr>
          </a:p>
        </p:txBody>
      </p:sp>
      <p:sp>
        <p:nvSpPr>
          <p:cNvPr id="7" name="矩形 6"/>
          <p:cNvSpPr/>
          <p:nvPr>
            <p:custDataLst>
              <p:tags r:id="rId4"/>
            </p:custDataLst>
          </p:nvPr>
        </p:nvSpPr>
        <p:spPr>
          <a:xfrm>
            <a:off x="5860415" y="1273810"/>
            <a:ext cx="5543550" cy="5395595"/>
          </a:xfrm>
          <a:prstGeom prst="rect">
            <a:avLst/>
          </a:prstGeom>
          <a:noFill/>
          <a:ln w="19050" cap="flat" cmpd="sng" algn="ctr">
            <a:solidFill>
              <a:srgbClr val="CCCCCC"/>
            </a:solidFill>
            <a:prstDash val="solid"/>
            <a:miter lim="800000"/>
          </a:ln>
          <a:effectLst/>
          <a:extLst>
            <a:ext uri="{909E8E84-426E-40DD-AFC4-6F175D3DCCD1}">
              <a14:hiddenFill xmlns:a14="http://schemas.microsoft.com/office/drawing/2010/main">
                <a:solidFill>
                  <a:srgbClr val="EDEDED"/>
                </a:solidFill>
              </a14:hiddenFill>
            </a:ext>
          </a:extLst>
        </p:spPr>
        <p:txBody>
          <a:bodyPr rtlCol="0" anchor="ctr"/>
          <a:lstStyle/>
          <a:p>
            <a:pPr marL="0" marR="0" indent="0" algn="ctr" defTabSz="457200" eaLnBrk="1" fontAlgn="auto" latinLnBrk="0" hangingPunct="1">
              <a:lnSpc>
                <a:spcPct val="100000"/>
              </a:lnSpc>
              <a:spcBef>
                <a:spcPts val="0"/>
              </a:spcBef>
              <a:spcAft>
                <a:spcPts val="0"/>
              </a:spcAft>
              <a:buClrTx/>
              <a:buSzTx/>
              <a:buFontTx/>
              <a:buNone/>
            </a:pPr>
            <a:endParaRPr kumimoji="1" lang="zh-CN" altLang="en-US" sz="1800" b="0" i="0" u="none" strike="noStrike" kern="0" cap="none" spc="0" normalizeH="0" baseline="0" noProof="0" dirty="0">
              <a:ln>
                <a:noFill/>
              </a:ln>
              <a:solidFill>
                <a:srgbClr val="FFFFFF"/>
              </a:solidFill>
              <a:effectLst/>
              <a:uLnTx/>
              <a:uFillTx/>
              <a:latin typeface="+mj-ea"/>
              <a:ea typeface="+mj-ea"/>
              <a:cs typeface="+mn-cs"/>
            </a:endParaRPr>
          </a:p>
        </p:txBody>
      </p:sp>
      <p:graphicFrame>
        <p:nvGraphicFramePr>
          <p:cNvPr id="4" name="表格 3"/>
          <p:cNvGraphicFramePr/>
          <p:nvPr/>
        </p:nvGraphicFramePr>
        <p:xfrm>
          <a:off x="657225" y="1513205"/>
          <a:ext cx="4807585" cy="4580255"/>
        </p:xfrm>
        <a:graphic>
          <a:graphicData uri="http://schemas.openxmlformats.org/drawingml/2006/table">
            <a:tbl>
              <a:tblPr/>
              <a:tblGrid>
                <a:gridCol w="1067435"/>
                <a:gridCol w="450215"/>
                <a:gridCol w="538480"/>
                <a:gridCol w="1119505"/>
                <a:gridCol w="654050"/>
                <a:gridCol w="977900"/>
              </a:tblGrid>
              <a:tr h="226695">
                <a:tc gridSpan="6">
                  <a:txBody>
                    <a:bodyPr/>
                    <a:p>
                      <a:pPr algn="ctr" fontAlgn="ctr">
                        <a:buClrTx/>
                        <a:buSzTx/>
                        <a:buFontTx/>
                      </a:pPr>
                      <a:r>
                        <a:rPr lang="zh-CN" altLang="en-US" sz="1800" b="1" i="0">
                          <a:solidFill>
                            <a:srgbClr val="000000"/>
                          </a:solidFill>
                          <a:latin typeface="微软雅黑" panose="020B0503020204020204" charset="-122"/>
                          <a:ea typeface="微软雅黑" panose="020B0503020204020204" charset="-122"/>
                        </a:rPr>
                        <a:t>专家访谈记录表</a:t>
                      </a:r>
                      <a:endParaRPr lang="zh-CN" altLang="en-US" sz="1800" b="1"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A6A6A6"/>
                      </a:solidFill>
                      <a:prstDash val="solid"/>
                      <a:headEnd type="none" w="med" len="med"/>
                      <a:tailEnd type="none" w="med" len="med"/>
                    </a:lnT>
                    <a:lnB w="12700" cap="flat" cmpd="sng">
                      <a:solidFill>
                        <a:srgbClr val="A6A6A6"/>
                      </a:solidFill>
                      <a:prstDash val="solid"/>
                      <a:headEnd type="none" w="med" len="med"/>
                      <a:tailEnd type="none" w="med" len="med"/>
                    </a:lnB>
                    <a:solidFill>
                      <a:srgbClr val="95B3D7"/>
                    </a:solidFill>
                  </a:tcPr>
                </a:tc>
                <a:tc hMerge="1">
                  <a:tcPr>
                    <a:lnT w="12700" cap="flat" cmpd="sng">
                      <a:solidFill>
                        <a:srgbClr val="A6A6A6"/>
                      </a:solidFill>
                      <a:prstDash val="solid"/>
                      <a:headEnd type="none" w="med" len="med"/>
                      <a:tailEnd type="none" w="med" len="med"/>
                    </a:lnT>
                    <a:lnB w="12700" cap="flat" cmpd="sng">
                      <a:solidFill>
                        <a:srgbClr val="A6A6A6"/>
                      </a:solidFill>
                      <a:prstDash val="solid"/>
                      <a:headEnd type="none" w="med" len="med"/>
                      <a:tailEnd type="none" w="med" len="med"/>
                    </a:lnB>
                  </a:tcPr>
                </a:tc>
                <a:tc hMerge="1">
                  <a:tcPr>
                    <a:lnT w="12700" cap="flat" cmpd="sng">
                      <a:solidFill>
                        <a:srgbClr val="A6A6A6"/>
                      </a:solidFill>
                      <a:prstDash val="solid"/>
                      <a:headEnd type="none" w="med" len="med"/>
                      <a:tailEnd type="none" w="med" len="med"/>
                    </a:lnT>
                    <a:lnB w="12700" cap="flat" cmpd="sng">
                      <a:solidFill>
                        <a:srgbClr val="A6A6A6"/>
                      </a:solidFill>
                      <a:prstDash val="solid"/>
                      <a:headEnd type="none" w="med" len="med"/>
                      <a:tailEnd type="none" w="med" len="med"/>
                    </a:lnB>
                  </a:tcPr>
                </a:tc>
                <a:tc hMerge="1">
                  <a:tcPr>
                    <a:lnT w="12700" cap="flat" cmpd="sng">
                      <a:solidFill>
                        <a:srgbClr val="A6A6A6"/>
                      </a:solidFill>
                      <a:prstDash val="solid"/>
                      <a:headEnd type="none" w="med" len="med"/>
                      <a:tailEnd type="none" w="med" len="med"/>
                    </a:lnT>
                    <a:lnB w="12700" cap="flat" cmpd="sng">
                      <a:solidFill>
                        <a:srgbClr val="A6A6A6"/>
                      </a:solidFill>
                      <a:prstDash val="solid"/>
                      <a:headEnd type="none" w="med" len="med"/>
                      <a:tailEnd type="none" w="med" len="med"/>
                    </a:lnB>
                  </a:tcPr>
                </a:tc>
                <a:tc hMerge="1">
                  <a:tcPr>
                    <a:lnT w="12700" cap="flat" cmpd="sng">
                      <a:solidFill>
                        <a:srgbClr val="A6A6A6"/>
                      </a:solidFill>
                      <a:prstDash val="solid"/>
                      <a:headEnd type="none" w="med" len="med"/>
                      <a:tailEnd type="none" w="med" len="med"/>
                    </a:lnT>
                    <a:lnB w="12700" cap="flat" cmpd="sng">
                      <a:solidFill>
                        <a:srgbClr val="A6A6A6"/>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A6A6A6"/>
                      </a:solidFill>
                      <a:prstDash val="solid"/>
                      <a:headEnd type="none" w="med" len="med"/>
                      <a:tailEnd type="none" w="med" len="med"/>
                    </a:lnT>
                    <a:lnB w="12700" cap="flat" cmpd="sng">
                      <a:solidFill>
                        <a:srgbClr val="A6A6A6"/>
                      </a:solidFill>
                      <a:prstDash val="solid"/>
                      <a:headEnd type="none" w="med" len="med"/>
                      <a:tailEnd type="none" w="med" len="med"/>
                    </a:lnB>
                  </a:tcPr>
                </a:tc>
              </a:tr>
              <a:tr h="175895">
                <a:tc gridSpan="6">
                  <a:txBody>
                    <a:bodyPr/>
                    <a:p>
                      <a:pPr algn="l" fontAlgn="b"/>
                      <a:r>
                        <a:rPr lang="zh-CN" altLang="en-US" sz="900" b="1" i="0">
                          <a:solidFill>
                            <a:srgbClr val="000000"/>
                          </a:solidFill>
                          <a:latin typeface="微软雅黑" panose="020B0503020204020204" charset="-122"/>
                          <a:ea typeface="微软雅黑" panose="020B0503020204020204" charset="-122"/>
                        </a:rPr>
                        <a:t>一、基础信息</a:t>
                      </a:r>
                      <a:endParaRPr lang="zh-CN" altLang="en-US" sz="900" b="1"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A6A6A6"/>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A6A6A6"/>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A6A6A6"/>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A6A6A6"/>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A6A6A6"/>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A6A6A6"/>
                      </a:solidFill>
                      <a:prstDash val="solid"/>
                      <a:headEnd type="none" w="med" len="med"/>
                      <a:tailEnd type="none" w="med" len="med"/>
                    </a:lnT>
                    <a:lnB w="12700" cap="flat" cmpd="sng">
                      <a:solidFill>
                        <a:srgbClr val="CCCCCC"/>
                      </a:solidFill>
                      <a:prstDash val="solid"/>
                      <a:headEnd type="none" w="med" len="med"/>
                      <a:tailEnd type="none" w="med" len="med"/>
                    </a:lnB>
                  </a:tcPr>
                </a:tc>
              </a:tr>
              <a:tr h="151130">
                <a:tc>
                  <a:txBody>
                    <a:bodyPr/>
                    <a:p>
                      <a:pPr algn="ctr" fontAlgn="ctr"/>
                      <a:r>
                        <a:rPr lang="zh-CN" altLang="en-US" sz="900" b="0" i="0">
                          <a:solidFill>
                            <a:srgbClr val="000000"/>
                          </a:solidFill>
                          <a:latin typeface="微软雅黑" panose="020B0503020204020204" charset="-122"/>
                          <a:ea typeface="微软雅黑" panose="020B0503020204020204" charset="-122"/>
                        </a:rPr>
                        <a:t>项目名称</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项目等级</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en-US" altLang="zh-CN" sz="900" b="0" i="0">
                          <a:solidFill>
                            <a:srgbClr val="000000"/>
                          </a:solidFill>
                          <a:latin typeface="微软雅黑" panose="020B0503020204020204" charset="-122"/>
                          <a:ea typeface="微软雅黑" panose="020B0503020204020204" charset="-122"/>
                        </a:rPr>
                        <a:t>□Ⅰ </a:t>
                      </a:r>
                      <a:r>
                        <a:rPr lang="zh-CN" altLang="en-US" sz="900" b="0" i="0">
                          <a:solidFill>
                            <a:srgbClr val="000000"/>
                          </a:solidFill>
                          <a:latin typeface="微软雅黑" panose="020B0503020204020204" charset="-122"/>
                          <a:ea typeface="微软雅黑" panose="020B0503020204020204" charset="-122"/>
                        </a:rPr>
                        <a:t>类 </a:t>
                      </a:r>
                      <a:r>
                        <a:rPr lang="en-US" altLang="zh-CN" sz="900" b="0" i="0">
                          <a:solidFill>
                            <a:srgbClr val="000000"/>
                          </a:solidFill>
                          <a:latin typeface="微软雅黑" panose="020B0503020204020204" charset="-122"/>
                          <a:ea typeface="微软雅黑" panose="020B0503020204020204" charset="-122"/>
                        </a:rPr>
                        <a:t>□Ⅱ </a:t>
                      </a:r>
                      <a:r>
                        <a:rPr lang="zh-CN" altLang="en-US" sz="900" b="0" i="0">
                          <a:solidFill>
                            <a:srgbClr val="000000"/>
                          </a:solidFill>
                          <a:latin typeface="微软雅黑" panose="020B0503020204020204" charset="-122"/>
                          <a:ea typeface="微软雅黑" panose="020B0503020204020204" charset="-122"/>
                        </a:rPr>
                        <a:t>类 </a:t>
                      </a:r>
                      <a:r>
                        <a:rPr lang="en-US" altLang="zh-CN" sz="900" b="0" i="0">
                          <a:solidFill>
                            <a:srgbClr val="000000"/>
                          </a:solidFill>
                          <a:latin typeface="微软雅黑" panose="020B0503020204020204" charset="-122"/>
                          <a:ea typeface="微软雅黑" panose="020B0503020204020204" charset="-122"/>
                        </a:rPr>
                        <a:t>□Ⅲ </a:t>
                      </a:r>
                      <a:r>
                        <a:rPr lang="zh-CN" altLang="en-US" sz="900" b="0" i="0">
                          <a:solidFill>
                            <a:srgbClr val="000000"/>
                          </a:solidFill>
                          <a:latin typeface="微软雅黑" panose="020B0503020204020204" charset="-122"/>
                          <a:ea typeface="微软雅黑" panose="020B0503020204020204" charset="-122"/>
                        </a:rPr>
                        <a:t>类</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访谈日期</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年 月 日</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151765">
                <a:tc>
                  <a:txBody>
                    <a:bodyPr/>
                    <a:p>
                      <a:pPr algn="ctr" fontAlgn="ctr"/>
                      <a:r>
                        <a:rPr lang="zh-CN" altLang="en-US" sz="900" b="0" i="0">
                          <a:solidFill>
                            <a:srgbClr val="000000"/>
                          </a:solidFill>
                          <a:latin typeface="微软雅黑" panose="020B0503020204020204" charset="-122"/>
                          <a:ea typeface="微软雅黑" panose="020B0503020204020204" charset="-122"/>
                        </a:rPr>
                        <a:t>访谈人</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访谈方式</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en-US" altLang="zh-CN" sz="900" b="0" i="0">
                          <a:solidFill>
                            <a:srgbClr val="000000"/>
                          </a:solidFill>
                          <a:latin typeface="微软雅黑" panose="020B0503020204020204" charset="-122"/>
                          <a:ea typeface="微软雅黑" panose="020B0503020204020204" charset="-122"/>
                        </a:rPr>
                        <a:t>□</a:t>
                      </a:r>
                      <a:r>
                        <a:rPr lang="zh-CN" altLang="en-US" sz="900" b="0" i="0">
                          <a:solidFill>
                            <a:srgbClr val="000000"/>
                          </a:solidFill>
                          <a:latin typeface="微软雅黑" panose="020B0503020204020204" charset="-122"/>
                          <a:ea typeface="微软雅黑" panose="020B0503020204020204" charset="-122"/>
                        </a:rPr>
                        <a:t>会议</a:t>
                      </a:r>
                      <a:r>
                        <a:rPr lang="en-US" altLang="zh-CN" sz="900" b="0" i="0">
                          <a:solidFill>
                            <a:srgbClr val="000000"/>
                          </a:solidFill>
                          <a:latin typeface="微软雅黑" panose="020B0503020204020204" charset="-122"/>
                          <a:ea typeface="微软雅黑" panose="020B0503020204020204" charset="-122"/>
                        </a:rPr>
                        <a:t>□</a:t>
                      </a:r>
                      <a:r>
                        <a:rPr lang="zh-CN" altLang="en-US" sz="900" b="0" i="0">
                          <a:solidFill>
                            <a:srgbClr val="000000"/>
                          </a:solidFill>
                          <a:latin typeface="微软雅黑" panose="020B0503020204020204" charset="-122"/>
                          <a:ea typeface="微软雅黑" panose="020B0503020204020204" charset="-122"/>
                        </a:rPr>
                        <a:t>现场 </a:t>
                      </a:r>
                      <a:r>
                        <a:rPr lang="en-US" altLang="zh-CN" sz="900" b="0" i="0">
                          <a:solidFill>
                            <a:srgbClr val="000000"/>
                          </a:solidFill>
                          <a:latin typeface="微软雅黑" panose="020B0503020204020204" charset="-122"/>
                          <a:ea typeface="微软雅黑" panose="020B0503020204020204" charset="-122"/>
                        </a:rPr>
                        <a:t>□</a:t>
                      </a:r>
                      <a:r>
                        <a:rPr lang="zh-CN" altLang="en-US" sz="900" b="0" i="0">
                          <a:solidFill>
                            <a:srgbClr val="000000"/>
                          </a:solidFill>
                          <a:latin typeface="微软雅黑" panose="020B0503020204020204" charset="-122"/>
                          <a:ea typeface="微软雅黑" panose="020B0503020204020204" charset="-122"/>
                        </a:rPr>
                        <a:t>电话</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访谈时长</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分钟</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151765">
                <a:tc>
                  <a:txBody>
                    <a:bodyPr/>
                    <a:p>
                      <a:pPr algn="ctr" fontAlgn="ctr"/>
                      <a:r>
                        <a:rPr lang="zh-CN" altLang="en-US" sz="900" b="0" i="0">
                          <a:solidFill>
                            <a:srgbClr val="000000"/>
                          </a:solidFill>
                          <a:latin typeface="微软雅黑" panose="020B0503020204020204" charset="-122"/>
                          <a:ea typeface="微软雅黑" panose="020B0503020204020204" charset="-122"/>
                        </a:rPr>
                        <a:t>专家姓名</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专家等级</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en-US" altLang="zh-CN" sz="900" b="0" i="0">
                          <a:solidFill>
                            <a:srgbClr val="000000"/>
                          </a:solidFill>
                          <a:latin typeface="微软雅黑" panose="020B0503020204020204" charset="-122"/>
                          <a:ea typeface="微软雅黑" panose="020B0503020204020204" charset="-122"/>
                        </a:rPr>
                        <a:t>□</a:t>
                      </a:r>
                      <a:r>
                        <a:rPr lang="zh-CN" altLang="en-US" sz="900" b="0" i="0">
                          <a:solidFill>
                            <a:srgbClr val="000000"/>
                          </a:solidFill>
                          <a:latin typeface="微软雅黑" panose="020B0503020204020204" charset="-122"/>
                          <a:ea typeface="微软雅黑" panose="020B0503020204020204" charset="-122"/>
                        </a:rPr>
                        <a:t>一级 </a:t>
                      </a:r>
                      <a:r>
                        <a:rPr lang="en-US" altLang="zh-CN" sz="900" b="0" i="0">
                          <a:solidFill>
                            <a:srgbClr val="000000"/>
                          </a:solidFill>
                          <a:latin typeface="微软雅黑" panose="020B0503020204020204" charset="-122"/>
                          <a:ea typeface="微软雅黑" panose="020B0503020204020204" charset="-122"/>
                        </a:rPr>
                        <a:t>□</a:t>
                      </a:r>
                      <a:r>
                        <a:rPr lang="zh-CN" altLang="en-US" sz="900" b="0" i="0">
                          <a:solidFill>
                            <a:srgbClr val="000000"/>
                          </a:solidFill>
                          <a:latin typeface="微软雅黑" panose="020B0503020204020204" charset="-122"/>
                          <a:ea typeface="微软雅黑" panose="020B0503020204020204" charset="-122"/>
                        </a:rPr>
                        <a:t>二级 </a:t>
                      </a:r>
                      <a:r>
                        <a:rPr lang="en-US" altLang="zh-CN" sz="900" b="0" i="0">
                          <a:solidFill>
                            <a:srgbClr val="000000"/>
                          </a:solidFill>
                          <a:latin typeface="微软雅黑" panose="020B0503020204020204" charset="-122"/>
                          <a:ea typeface="微软雅黑" panose="020B0503020204020204" charset="-122"/>
                        </a:rPr>
                        <a:t>□</a:t>
                      </a:r>
                      <a:r>
                        <a:rPr lang="zh-CN" altLang="en-US" sz="900" b="0" i="0">
                          <a:solidFill>
                            <a:srgbClr val="000000"/>
                          </a:solidFill>
                          <a:latin typeface="微软雅黑" panose="020B0503020204020204" charset="-122"/>
                          <a:ea typeface="微软雅黑" panose="020B0503020204020204" charset="-122"/>
                        </a:rPr>
                        <a:t>三级</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所属领域</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151765">
                <a:tc gridSpan="6">
                  <a:txBody>
                    <a:bodyPr/>
                    <a:p>
                      <a:pPr algn="l" fontAlgn="b"/>
                      <a:r>
                        <a:rPr lang="zh-CN" altLang="en-US" sz="900" b="1" i="0">
                          <a:solidFill>
                            <a:srgbClr val="000000"/>
                          </a:solidFill>
                          <a:latin typeface="微软雅黑" panose="020B0503020204020204" charset="-122"/>
                          <a:ea typeface="微软雅黑" panose="020B0503020204020204" charset="-122"/>
                        </a:rPr>
                        <a:t>二、访谈核心目的</a:t>
                      </a:r>
                      <a:endParaRPr lang="zh-CN" altLang="en-US" sz="900" b="1"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351790">
                <a:tc gridSpan="6">
                  <a:txBody>
                    <a:bodyPr/>
                    <a:p>
                      <a:pPr algn="ctr" fontAlgn="b"/>
                      <a:endParaRPr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gridSpan="6">
                  <a:txBody>
                    <a:bodyPr/>
                    <a:p>
                      <a:pPr algn="l" fontAlgn="b"/>
                      <a:r>
                        <a:rPr lang="zh-CN" altLang="en-US" sz="900" b="1" i="0">
                          <a:solidFill>
                            <a:srgbClr val="000000"/>
                          </a:solidFill>
                          <a:latin typeface="微软雅黑" panose="020B0503020204020204" charset="-122"/>
                          <a:ea typeface="微软雅黑" panose="020B0503020204020204" charset="-122"/>
                        </a:rPr>
                        <a:t>三、访谈内容记录</a:t>
                      </a:r>
                      <a:endParaRPr lang="zh-CN" altLang="en-US" sz="900" b="1"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ctr"/>
                      <a:r>
                        <a:rPr lang="zh-CN" altLang="en-US" sz="900" b="0" i="0">
                          <a:solidFill>
                            <a:srgbClr val="000000"/>
                          </a:solidFill>
                          <a:latin typeface="微软雅黑" panose="020B0503020204020204" charset="-122"/>
                          <a:ea typeface="微软雅黑" panose="020B0503020204020204" charset="-122"/>
                        </a:rPr>
                        <a:t>序号</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3">
                  <a:txBody>
                    <a:bodyPr/>
                    <a:p>
                      <a:pPr algn="ctr" fontAlgn="ctr"/>
                      <a:r>
                        <a:rPr lang="zh-CN" altLang="en-US" sz="900" b="0" i="0">
                          <a:solidFill>
                            <a:srgbClr val="000000"/>
                          </a:solidFill>
                          <a:latin typeface="微软雅黑" panose="020B0503020204020204" charset="-122"/>
                          <a:ea typeface="微软雅黑" panose="020B0503020204020204" charset="-122"/>
                        </a:rPr>
                        <a:t>访谈问题</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gridSpan="2">
                  <a:txBody>
                    <a:bodyPr/>
                    <a:p>
                      <a:pPr algn="ctr" fontAlgn="ctr"/>
                      <a:r>
                        <a:rPr lang="zh-CN" altLang="en-US" sz="900" b="0" i="0">
                          <a:solidFill>
                            <a:srgbClr val="000000"/>
                          </a:solidFill>
                          <a:latin typeface="微软雅黑" panose="020B0503020204020204" charset="-122"/>
                          <a:ea typeface="微软雅黑" panose="020B0503020204020204" charset="-122"/>
                        </a:rPr>
                        <a:t>专家答复</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ctr"/>
                      <a:r>
                        <a:rPr lang="en-US" altLang="zh-CN" sz="900" b="0" i="0">
                          <a:solidFill>
                            <a:srgbClr val="000000"/>
                          </a:solidFill>
                          <a:latin typeface="微软雅黑" panose="020B0503020204020204" charset="-122"/>
                          <a:ea typeface="微软雅黑" panose="020B0503020204020204" charset="-122"/>
                        </a:rPr>
                        <a:t>1</a:t>
                      </a:r>
                      <a:endParaRPr lang="en-US" altLang="zh-CN"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3">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gridSpan="2">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130">
                <a:tc>
                  <a:txBody>
                    <a:bodyPr/>
                    <a:p>
                      <a:pPr algn="ctr" fontAlgn="ctr"/>
                      <a:r>
                        <a:rPr lang="en-US" altLang="zh-CN" sz="900" b="0" i="0">
                          <a:solidFill>
                            <a:srgbClr val="000000"/>
                          </a:solidFill>
                          <a:latin typeface="微软雅黑" panose="020B0503020204020204" charset="-122"/>
                          <a:ea typeface="微软雅黑" panose="020B0503020204020204" charset="-122"/>
                        </a:rPr>
                        <a:t>2</a:t>
                      </a:r>
                      <a:endParaRPr lang="en-US" altLang="zh-CN"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3">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gridSpan="2">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ctr"/>
                      <a:r>
                        <a:rPr lang="en-US" altLang="zh-CN" sz="900" b="0" i="0">
                          <a:solidFill>
                            <a:srgbClr val="000000"/>
                          </a:solidFill>
                          <a:latin typeface="微软雅黑" panose="020B0503020204020204" charset="-122"/>
                          <a:ea typeface="微软雅黑" panose="020B0503020204020204" charset="-122"/>
                        </a:rPr>
                        <a:t>3</a:t>
                      </a:r>
                      <a:endParaRPr lang="en-US" altLang="zh-CN"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3">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gridSpan="2">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ctr"/>
                      <a:r>
                        <a:rPr lang="en-US" altLang="zh-CN" sz="900" b="0" i="0">
                          <a:solidFill>
                            <a:srgbClr val="000000"/>
                          </a:solidFill>
                          <a:latin typeface="微软雅黑" panose="020B0503020204020204" charset="-122"/>
                          <a:ea typeface="微软雅黑" panose="020B0503020204020204" charset="-122"/>
                        </a:rPr>
                        <a:t>4</a:t>
                      </a:r>
                      <a:endParaRPr lang="en-US" altLang="zh-CN"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3">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gridSpan="2">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ctr"/>
                      <a:r>
                        <a:rPr lang="en-US" altLang="zh-CN" sz="900" b="0" i="0">
                          <a:solidFill>
                            <a:srgbClr val="000000"/>
                          </a:solidFill>
                          <a:latin typeface="微软雅黑" panose="020B0503020204020204" charset="-122"/>
                          <a:ea typeface="微软雅黑" panose="020B0503020204020204" charset="-122"/>
                        </a:rPr>
                        <a:t>5</a:t>
                      </a:r>
                      <a:endParaRPr lang="en-US" altLang="zh-CN"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3">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gridSpan="2">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gridSpan="6">
                  <a:txBody>
                    <a:bodyPr/>
                    <a:p>
                      <a:pPr algn="l" fontAlgn="b"/>
                      <a:r>
                        <a:rPr lang="zh-CN" altLang="en-US" sz="900" b="1" i="0">
                          <a:solidFill>
                            <a:srgbClr val="000000"/>
                          </a:solidFill>
                          <a:latin typeface="微软雅黑" panose="020B0503020204020204" charset="-122"/>
                          <a:ea typeface="微软雅黑" panose="020B0503020204020204" charset="-122"/>
                        </a:rPr>
                        <a:t>四、核心观点分层提炼</a:t>
                      </a:r>
                      <a:endParaRPr lang="zh-CN" altLang="en-US" sz="900" b="1"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b"/>
                      <a:r>
                        <a:rPr lang="zh-CN" altLang="en-US" sz="900" b="0" i="0">
                          <a:solidFill>
                            <a:srgbClr val="000000"/>
                          </a:solidFill>
                          <a:latin typeface="微软雅黑" panose="020B0503020204020204" charset="-122"/>
                          <a:ea typeface="微软雅黑" panose="020B0503020204020204" charset="-122"/>
                        </a:rPr>
                        <a:t>分类</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5">
                  <a:txBody>
                    <a:bodyPr/>
                    <a:p>
                      <a:pPr algn="ctr" fontAlgn="b"/>
                      <a:r>
                        <a:rPr lang="zh-CN" altLang="en-US" sz="900" b="0" i="0">
                          <a:solidFill>
                            <a:srgbClr val="000000"/>
                          </a:solidFill>
                          <a:latin typeface="微软雅黑" panose="020B0503020204020204" charset="-122"/>
                          <a:ea typeface="微软雅黑" panose="020B0503020204020204" charset="-122"/>
                        </a:rPr>
                        <a:t>核心内容</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296545">
                <a:tc>
                  <a:txBody>
                    <a:bodyPr/>
                    <a:p>
                      <a:pPr algn="ctr" fontAlgn="b"/>
                      <a:r>
                        <a:rPr lang="zh-CN" altLang="en-US" sz="900" b="0" i="0">
                          <a:solidFill>
                            <a:srgbClr val="000000"/>
                          </a:solidFill>
                          <a:latin typeface="微软雅黑" panose="020B0503020204020204" charset="-122"/>
                          <a:ea typeface="微软雅黑" panose="020B0503020204020204" charset="-122"/>
                        </a:rPr>
                        <a:t>事实类（客观数据 </a:t>
                      </a:r>
                      <a:r>
                        <a:rPr lang="en-US" altLang="zh-CN" sz="900" b="0" i="0">
                          <a:solidFill>
                            <a:srgbClr val="000000"/>
                          </a:solidFill>
                          <a:latin typeface="微软雅黑" panose="020B0503020204020204" charset="-122"/>
                          <a:ea typeface="微软雅黑" panose="020B0503020204020204" charset="-122"/>
                        </a:rPr>
                        <a:t>/ </a:t>
                      </a:r>
                      <a:r>
                        <a:rPr lang="zh-CN" altLang="en-US" sz="900" b="0" i="0">
                          <a:solidFill>
                            <a:srgbClr val="000000"/>
                          </a:solidFill>
                          <a:latin typeface="微软雅黑" panose="020B0503020204020204" charset="-122"/>
                          <a:ea typeface="微软雅黑" panose="020B0503020204020204" charset="-122"/>
                        </a:rPr>
                        <a:t>行业现状）</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5">
                  <a:txBody>
                    <a:bodyPr/>
                    <a:p>
                      <a:pPr algn="ctr" fontAlgn="b"/>
                      <a:endParaRPr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296545">
                <a:tc>
                  <a:txBody>
                    <a:bodyPr/>
                    <a:p>
                      <a:pPr algn="ctr" fontAlgn="b"/>
                      <a:r>
                        <a:rPr lang="zh-CN" altLang="en-US" sz="900" b="0" i="0">
                          <a:solidFill>
                            <a:srgbClr val="000000"/>
                          </a:solidFill>
                          <a:latin typeface="微软雅黑" panose="020B0503020204020204" charset="-122"/>
                          <a:ea typeface="微软雅黑" panose="020B0503020204020204" charset="-122"/>
                        </a:rPr>
                        <a:t>判断类（趋势观点 </a:t>
                      </a:r>
                      <a:r>
                        <a:rPr lang="en-US" altLang="zh-CN" sz="900" b="0" i="0">
                          <a:solidFill>
                            <a:srgbClr val="000000"/>
                          </a:solidFill>
                          <a:latin typeface="微软雅黑" panose="020B0503020204020204" charset="-122"/>
                          <a:ea typeface="微软雅黑" panose="020B0503020204020204" charset="-122"/>
                        </a:rPr>
                        <a:t>/ </a:t>
                      </a:r>
                      <a:r>
                        <a:rPr lang="zh-CN" altLang="en-US" sz="900" b="0" i="0">
                          <a:solidFill>
                            <a:srgbClr val="000000"/>
                          </a:solidFill>
                          <a:latin typeface="微软雅黑" panose="020B0503020204020204" charset="-122"/>
                          <a:ea typeface="微软雅黑" panose="020B0503020204020204" charset="-122"/>
                        </a:rPr>
                        <a:t>优劣评价）</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5">
                  <a:txBody>
                    <a:bodyPr/>
                    <a:p>
                      <a:pPr algn="ctr" fontAlgn="b"/>
                      <a:endParaRPr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297180">
                <a:tc>
                  <a:txBody>
                    <a:bodyPr/>
                    <a:p>
                      <a:pPr algn="ctr" fontAlgn="b"/>
                      <a:r>
                        <a:rPr lang="zh-CN" altLang="en-US" sz="900" b="0" i="0">
                          <a:solidFill>
                            <a:srgbClr val="000000"/>
                          </a:solidFill>
                          <a:latin typeface="微软雅黑" panose="020B0503020204020204" charset="-122"/>
                          <a:ea typeface="微软雅黑" panose="020B0503020204020204" charset="-122"/>
                        </a:rPr>
                        <a:t>逻辑类（推导依据 </a:t>
                      </a:r>
                      <a:r>
                        <a:rPr lang="en-US" altLang="zh-CN" sz="900" b="0" i="0">
                          <a:solidFill>
                            <a:srgbClr val="000000"/>
                          </a:solidFill>
                          <a:latin typeface="微软雅黑" panose="020B0503020204020204" charset="-122"/>
                          <a:ea typeface="微软雅黑" panose="020B0503020204020204" charset="-122"/>
                        </a:rPr>
                        <a:t>/ </a:t>
                      </a:r>
                      <a:r>
                        <a:rPr lang="zh-CN" altLang="en-US" sz="900" b="0" i="0">
                          <a:solidFill>
                            <a:srgbClr val="000000"/>
                          </a:solidFill>
                          <a:latin typeface="微软雅黑" panose="020B0503020204020204" charset="-122"/>
                          <a:ea typeface="微软雅黑" panose="020B0503020204020204" charset="-122"/>
                        </a:rPr>
                        <a:t>底层原因）</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5">
                  <a:txBody>
                    <a:bodyPr/>
                    <a:p>
                      <a:pPr algn="ctr" fontAlgn="b"/>
                      <a:endParaRPr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gridSpan="6">
                  <a:txBody>
                    <a:bodyPr/>
                    <a:p>
                      <a:pPr algn="l" fontAlgn="b"/>
                      <a:r>
                        <a:rPr lang="zh-CN" altLang="en-US" sz="900" b="1" i="0">
                          <a:solidFill>
                            <a:srgbClr val="000000"/>
                          </a:solidFill>
                          <a:latin typeface="微软雅黑" panose="020B0503020204020204" charset="-122"/>
                          <a:ea typeface="微软雅黑" panose="020B0503020204020204" charset="-122"/>
                        </a:rPr>
                        <a:t>五、风险提示与行动建议</a:t>
                      </a:r>
                      <a:endParaRPr lang="zh-CN" altLang="en-US" sz="900" b="1"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b"/>
                      <a:r>
                        <a:rPr lang="zh-CN" altLang="en-US" sz="900" b="0" i="0">
                          <a:solidFill>
                            <a:srgbClr val="000000"/>
                          </a:solidFill>
                          <a:latin typeface="微软雅黑" panose="020B0503020204020204" charset="-122"/>
                          <a:ea typeface="微软雅黑" panose="020B0503020204020204" charset="-122"/>
                        </a:rPr>
                        <a:t>核心风险点</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5">
                  <a:txBody>
                    <a:bodyPr/>
                    <a:p>
                      <a:pPr algn="ctr" fontAlgn="b"/>
                      <a:endParaRPr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130">
                <a:tc>
                  <a:txBody>
                    <a:bodyPr/>
                    <a:p>
                      <a:pPr algn="ctr" fontAlgn="b"/>
                      <a:r>
                        <a:rPr lang="zh-CN" altLang="en-US" sz="900" b="0" i="0">
                          <a:solidFill>
                            <a:srgbClr val="000000"/>
                          </a:solidFill>
                          <a:latin typeface="微软雅黑" panose="020B0503020204020204" charset="-122"/>
                          <a:ea typeface="微软雅黑" panose="020B0503020204020204" charset="-122"/>
                        </a:rPr>
                        <a:t>后续行动建议</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5">
                  <a:txBody>
                    <a:bodyPr/>
                    <a:p>
                      <a:pPr algn="ctr" fontAlgn="b"/>
                      <a:endParaRPr sz="900" b="0"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gridSpan="6">
                  <a:txBody>
                    <a:bodyPr/>
                    <a:p>
                      <a:pPr algn="l" fontAlgn="b"/>
                      <a:r>
                        <a:rPr lang="zh-CN" altLang="en-US" sz="900" b="1" i="0">
                          <a:solidFill>
                            <a:srgbClr val="000000"/>
                          </a:solidFill>
                          <a:latin typeface="微软雅黑" panose="020B0503020204020204" charset="-122"/>
                          <a:ea typeface="微软雅黑" panose="020B0503020204020204" charset="-122"/>
                        </a:rPr>
                        <a:t>六、归档信息</a:t>
                      </a:r>
                      <a:endParaRPr lang="zh-CN" altLang="en-US" sz="900" b="1" i="0">
                        <a:solidFill>
                          <a:srgbClr val="000000"/>
                        </a:solidFill>
                        <a:latin typeface="微软雅黑" panose="020B0503020204020204" charset="-122"/>
                        <a:ea typeface="微软雅黑" panose="020B0503020204020204" charset="-122"/>
                      </a:endParaRPr>
                    </a:p>
                  </a:txBody>
                  <a:tcPr marL="6667" marR="6667" marT="6667" marB="0" anchor="b" anchorCtr="0">
                    <a:lnL w="12700" cap="flat" cmpd="sng">
                      <a:solidFill>
                        <a:srgbClr val="A6A6A6"/>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r>
              <a:tr h="151765">
                <a:tc>
                  <a:txBody>
                    <a:bodyPr/>
                    <a:p>
                      <a:pPr algn="ctr" fontAlgn="ctr"/>
                      <a:r>
                        <a:rPr lang="zh-CN" altLang="en-US" sz="900" b="0" i="0">
                          <a:solidFill>
                            <a:srgbClr val="000000"/>
                          </a:solidFill>
                          <a:latin typeface="微软雅黑" panose="020B0503020204020204" charset="-122"/>
                          <a:ea typeface="微软雅黑" panose="020B0503020204020204" charset="-122"/>
                        </a:rPr>
                        <a:t>归档编号</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gridSpan="3">
                  <a:txBody>
                    <a:bodyPr/>
                    <a:p>
                      <a:pPr algn="ctr" fontAlgn="ctr"/>
                      <a:r>
                        <a:rPr lang="zh-CN" altLang="en-US" sz="900" b="0" i="1">
                          <a:solidFill>
                            <a:srgbClr val="A6A6A6"/>
                          </a:solidFill>
                          <a:latin typeface="微软雅黑" panose="020B0503020204020204" charset="-122"/>
                          <a:ea typeface="微软雅黑" panose="020B0503020204020204" charset="-122"/>
                        </a:rPr>
                        <a:t>系统自动生成</a:t>
                      </a:r>
                      <a:endParaRPr lang="zh-CN" altLang="en-US" sz="900" b="0" i="1">
                        <a:solidFill>
                          <a:srgbClr val="A6A6A6"/>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tcPr>
                </a:tc>
                <a:tc>
                  <a:txBody>
                    <a:bodyPr/>
                    <a:p>
                      <a:pPr algn="ctr" fontAlgn="ctr"/>
                      <a:r>
                        <a:rPr lang="zh-CN" altLang="en-US" sz="900" b="0" i="0">
                          <a:solidFill>
                            <a:srgbClr val="000000"/>
                          </a:solidFill>
                          <a:latin typeface="微软雅黑" panose="020B0503020204020204" charset="-122"/>
                          <a:ea typeface="微软雅黑" panose="020B0503020204020204" charset="-122"/>
                        </a:rPr>
                        <a:t>归档日期</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c>
                  <a:txBody>
                    <a:bodyPr/>
                    <a:p>
                      <a:pPr algn="ctr" fontAlgn="ctr"/>
                      <a:r>
                        <a:rPr lang="zh-CN" altLang="en-US" sz="900" b="0" i="0">
                          <a:solidFill>
                            <a:srgbClr val="000000"/>
                          </a:solidFill>
                          <a:latin typeface="微软雅黑" panose="020B0503020204020204" charset="-122"/>
                          <a:ea typeface="微软雅黑" panose="020B0503020204020204" charset="-122"/>
                        </a:rPr>
                        <a:t>年 月 日</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CCCCCC"/>
                      </a:solidFill>
                      <a:prstDash val="solid"/>
                      <a:headEnd type="none" w="med" len="med"/>
                      <a:tailEnd type="none" w="med" len="med"/>
                    </a:lnB>
                    <a:noFill/>
                  </a:tcPr>
                </a:tc>
              </a:tr>
              <a:tr h="151765">
                <a:tc>
                  <a:txBody>
                    <a:bodyPr/>
                    <a:p>
                      <a:pPr algn="ctr" fontAlgn="ctr"/>
                      <a:r>
                        <a:rPr lang="zh-CN" altLang="en-US" sz="900" b="0" i="0">
                          <a:solidFill>
                            <a:srgbClr val="000000"/>
                          </a:solidFill>
                          <a:latin typeface="微软雅黑" panose="020B0503020204020204" charset="-122"/>
                          <a:ea typeface="微软雅黑" panose="020B0503020204020204" charset="-122"/>
                        </a:rPr>
                        <a:t>需求部门审核</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A6A6A6"/>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A6A6A6"/>
                      </a:solidFill>
                      <a:prstDash val="solid"/>
                      <a:headEnd type="none" w="med" len="med"/>
                      <a:tailEnd type="none" w="med" len="med"/>
                    </a:lnB>
                    <a:noFill/>
                  </a:tcPr>
                </a:tc>
                <a:tc gridSpan="3">
                  <a:txBody>
                    <a:bodyPr/>
                    <a:p>
                      <a:pPr algn="ctr" fontAlgn="ctr"/>
                      <a:r>
                        <a:rPr lang="zh-CN" altLang="en-US" sz="900" b="0" i="1">
                          <a:solidFill>
                            <a:srgbClr val="A6A6A6"/>
                          </a:solidFill>
                          <a:latin typeface="微软雅黑" panose="020B0503020204020204" charset="-122"/>
                          <a:ea typeface="微软雅黑" panose="020B0503020204020204" charset="-122"/>
                        </a:rPr>
                        <a:t>系统自动生成</a:t>
                      </a:r>
                      <a:endParaRPr lang="zh-CN" altLang="en-US" sz="900" b="0" i="1">
                        <a:solidFill>
                          <a:srgbClr val="A6A6A6"/>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A6A6A6"/>
                      </a:solidFill>
                      <a:prstDash val="solid"/>
                      <a:headEnd type="none" w="med" len="med"/>
                      <a:tailEnd type="none" w="med" len="med"/>
                    </a:lnB>
                    <a:noFill/>
                  </a:tcPr>
                </a:tc>
                <a:tc hMerge="1">
                  <a:tcPr>
                    <a:lnT w="12700" cap="flat" cmpd="sng">
                      <a:solidFill>
                        <a:srgbClr val="CCCCCC"/>
                      </a:solidFill>
                      <a:prstDash val="solid"/>
                      <a:headEnd type="none" w="med" len="med"/>
                      <a:tailEnd type="none" w="med" len="med"/>
                    </a:lnT>
                    <a:lnB w="12700" cap="flat" cmpd="sng">
                      <a:solidFill>
                        <a:srgbClr val="A6A6A6"/>
                      </a:solidFill>
                      <a:prstDash val="solid"/>
                      <a:headEnd type="none" w="med" len="med"/>
                      <a:tailEnd type="none" w="med" len="med"/>
                    </a:lnB>
                  </a:tcPr>
                </a:tc>
                <a:tc hMerge="1">
                  <a:tcPr>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A6A6A6"/>
                      </a:solidFill>
                      <a:prstDash val="solid"/>
                      <a:headEnd type="none" w="med" len="med"/>
                      <a:tailEnd type="none" w="med" len="med"/>
                    </a:lnB>
                  </a:tcPr>
                </a:tc>
                <a:tc>
                  <a:txBody>
                    <a:bodyPr/>
                    <a:p>
                      <a:pPr algn="ctr" fontAlgn="ctr"/>
                      <a:r>
                        <a:rPr lang="zh-CN" altLang="en-US" sz="900" b="0" i="0">
                          <a:solidFill>
                            <a:srgbClr val="000000"/>
                          </a:solidFill>
                          <a:latin typeface="微软雅黑" panose="020B0503020204020204" charset="-122"/>
                          <a:ea typeface="微软雅黑" panose="020B0503020204020204" charset="-122"/>
                        </a:rPr>
                        <a:t>备注</a:t>
                      </a:r>
                      <a:endParaRPr lang="zh-CN" altLang="en-US"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CCCCCC"/>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A6A6A6"/>
                      </a:solidFill>
                      <a:prstDash val="solid"/>
                      <a:headEnd type="none" w="med" len="med"/>
                      <a:tailEnd type="none" w="med" len="med"/>
                    </a:lnB>
                    <a:noFill/>
                  </a:tcPr>
                </a:tc>
                <a:tc>
                  <a:txBody>
                    <a:bodyPr/>
                    <a:p>
                      <a:pPr algn="ctr" fontAlgn="ctr"/>
                      <a:endParaRPr sz="900" b="0" i="0">
                        <a:solidFill>
                          <a:srgbClr val="000000"/>
                        </a:solidFill>
                        <a:latin typeface="微软雅黑" panose="020B0503020204020204" charset="-122"/>
                        <a:ea typeface="微软雅黑" panose="020B0503020204020204" charset="-122"/>
                      </a:endParaRPr>
                    </a:p>
                  </a:txBody>
                  <a:tcPr marL="6667" marR="6667" marT="6667" marB="0" anchor="ctr" anchorCtr="0">
                    <a:lnL w="12700" cap="flat" cmpd="sng">
                      <a:solidFill>
                        <a:srgbClr val="CCCCCC"/>
                      </a:solidFill>
                      <a:prstDash val="solid"/>
                      <a:headEnd type="none" w="med" len="med"/>
                      <a:tailEnd type="none" w="med" len="med"/>
                    </a:lnL>
                    <a:lnR w="12700" cap="flat" cmpd="sng">
                      <a:solidFill>
                        <a:srgbClr val="A6A6A6"/>
                      </a:solidFill>
                      <a:prstDash val="solid"/>
                      <a:headEnd type="none" w="med" len="med"/>
                      <a:tailEnd type="none" w="med" len="med"/>
                    </a:lnR>
                    <a:lnT w="12700" cap="flat" cmpd="sng">
                      <a:solidFill>
                        <a:srgbClr val="CCCCCC"/>
                      </a:solidFill>
                      <a:prstDash val="solid"/>
                      <a:headEnd type="none" w="med" len="med"/>
                      <a:tailEnd type="none" w="med" len="med"/>
                    </a:lnT>
                    <a:lnB w="12700" cap="flat" cmpd="sng">
                      <a:solidFill>
                        <a:srgbClr val="A6A6A6"/>
                      </a:solidFill>
                      <a:prstDash val="solid"/>
                      <a:headEnd type="none" w="med" len="med"/>
                      <a:tailEnd type="none" w="med" len="med"/>
                    </a:lnB>
                    <a:noFill/>
                  </a:tcPr>
                </a:tc>
              </a:tr>
            </a:tbl>
          </a:graphicData>
        </a:graphic>
      </p:graphicFrame>
      <p:sp>
        <p:nvSpPr>
          <p:cNvPr id="5" name="文本框 4"/>
          <p:cNvSpPr txBox="1"/>
          <p:nvPr/>
        </p:nvSpPr>
        <p:spPr>
          <a:xfrm>
            <a:off x="5961380" y="1352867"/>
            <a:ext cx="5080000" cy="275590"/>
          </a:xfrm>
          <a:prstGeom prst="rect">
            <a:avLst/>
          </a:prstGeom>
        </p:spPr>
        <p:txBody>
          <a:bodyPr>
            <a:spAutoFit/>
          </a:bodyPr>
          <a:p>
            <a:pPr marL="285750" indent="-285750" defTabSz="266700">
              <a:buFont typeface="Wingdings" panose="05000000000000000000" charset="0"/>
              <a:buChar char="Ø"/>
            </a:pPr>
            <a:r>
              <a:rPr lang="zh-CN" altLang="en-US" sz="1200">
                <a:solidFill>
                  <a:srgbClr val="000000"/>
                </a:solidFill>
                <a:latin typeface="微软雅黑" panose="020B0503020204020204" charset="-122"/>
                <a:ea typeface="微软雅黑" panose="020B0503020204020204" charset="-122"/>
              </a:rPr>
              <a:t>外聘专家进行咨询，相应费用不得高于以下标准</a:t>
            </a:r>
            <a:endParaRPr lang="zh-CN" altLang="en-US" sz="1200">
              <a:solidFill>
                <a:srgbClr val="000000"/>
              </a:solidFill>
              <a:latin typeface="微软雅黑" panose="020B0503020204020204" charset="-122"/>
              <a:ea typeface="微软雅黑" panose="020B0503020204020204" charset="-122"/>
            </a:endParaRPr>
          </a:p>
        </p:txBody>
      </p:sp>
      <p:graphicFrame>
        <p:nvGraphicFramePr>
          <p:cNvPr id="8" name="表格 7"/>
          <p:cNvGraphicFramePr/>
          <p:nvPr/>
        </p:nvGraphicFramePr>
        <p:xfrm>
          <a:off x="6240780" y="1681480"/>
          <a:ext cx="5029835" cy="1873250"/>
        </p:xfrm>
        <a:graphic>
          <a:graphicData uri="http://schemas.openxmlformats.org/drawingml/2006/table">
            <a:tbl>
              <a:tblPr/>
              <a:tblGrid>
                <a:gridCol w="1833245"/>
                <a:gridCol w="1348740"/>
                <a:gridCol w="1847850"/>
              </a:tblGrid>
              <a:tr h="250825">
                <a:tc>
                  <a:txBody>
                    <a:bodyPr/>
                    <a:p>
                      <a:pPr algn="ctr" fontAlgn="ctr"/>
                      <a:r>
                        <a:rPr lang="zh-CN" altLang="en-US" sz="1000" b="1" i="0">
                          <a:solidFill>
                            <a:srgbClr val="000000"/>
                          </a:solidFill>
                          <a:latin typeface="仿宋_GB2312" panose="02010609030101010101" charset="-122"/>
                          <a:ea typeface="仿宋_GB2312" panose="02010609030101010101" charset="-122"/>
                        </a:rPr>
                        <a:t>职称级别</a:t>
                      </a:r>
                      <a:endParaRPr lang="zh-CN" altLang="en-US" sz="10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000" b="1" i="0">
                          <a:solidFill>
                            <a:srgbClr val="000000"/>
                          </a:solidFill>
                          <a:latin typeface="仿宋_GB2312" panose="02010609030101010101" charset="-122"/>
                          <a:ea typeface="仿宋_GB2312" panose="02010609030101010101" charset="-122"/>
                        </a:rPr>
                        <a:t>标准</a:t>
                      </a:r>
                      <a:endParaRPr lang="zh-CN" altLang="en-US" sz="1000" b="1" i="0">
                        <a:solidFill>
                          <a:srgbClr val="000000"/>
                        </a:solidFill>
                        <a:latin typeface="仿宋_GB2312" panose="02010609030101010101" charset="-122"/>
                        <a:ea typeface="仿宋_GB2312" panose="02010609030101010101" charset="-122"/>
                      </a:endParaRPr>
                    </a:p>
                    <a:p>
                      <a:pPr algn="ctr" fontAlgn="ctr"/>
                      <a:r>
                        <a:rPr lang="zh-CN" altLang="en-US" sz="1000" b="1" i="0">
                          <a:solidFill>
                            <a:srgbClr val="000000"/>
                          </a:solidFill>
                          <a:latin typeface="仿宋_GB2312" panose="02010609030101010101" charset="-122"/>
                          <a:ea typeface="仿宋_GB2312" panose="02010609030101010101" charset="-122"/>
                        </a:rPr>
                        <a:t>（税后，元</a:t>
                      </a:r>
                      <a:r>
                        <a:rPr lang="en-US" altLang="zh-CN" sz="1000" b="1" i="0">
                          <a:solidFill>
                            <a:srgbClr val="000000"/>
                          </a:solidFill>
                          <a:latin typeface="仿宋_GB2312" panose="02010609030101010101" charset="-122"/>
                          <a:ea typeface="仿宋_GB2312" panose="02010609030101010101" charset="-122"/>
                        </a:rPr>
                        <a:t>/</a:t>
                      </a:r>
                      <a:r>
                        <a:rPr lang="zh-CN" altLang="en-US" sz="1000" b="1" i="0">
                          <a:solidFill>
                            <a:srgbClr val="000000"/>
                          </a:solidFill>
                          <a:latin typeface="仿宋_GB2312" panose="02010609030101010101" charset="-122"/>
                          <a:ea typeface="仿宋_GB2312" panose="02010609030101010101" charset="-122"/>
                        </a:rPr>
                        <a:t>人</a:t>
                      </a:r>
                      <a:r>
                        <a:rPr lang="en-US" altLang="zh-CN" sz="1000" b="1" i="0">
                          <a:solidFill>
                            <a:srgbClr val="000000"/>
                          </a:solidFill>
                          <a:latin typeface="仿宋_GB2312" panose="02010609030101010101" charset="-122"/>
                          <a:ea typeface="仿宋_GB2312" panose="02010609030101010101" charset="-122"/>
                        </a:rPr>
                        <a:t>/</a:t>
                      </a:r>
                      <a:r>
                        <a:rPr lang="zh-CN" altLang="en-US" sz="1000" b="1" i="0">
                          <a:solidFill>
                            <a:srgbClr val="000000"/>
                          </a:solidFill>
                          <a:latin typeface="仿宋_GB2312" panose="02010609030101010101" charset="-122"/>
                          <a:ea typeface="仿宋_GB2312" panose="02010609030101010101" charset="-122"/>
                        </a:rPr>
                        <a:t>半天）</a:t>
                      </a:r>
                      <a:endParaRPr lang="zh-CN" altLang="en-US" sz="10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000" b="1" i="0">
                          <a:solidFill>
                            <a:srgbClr val="000000"/>
                          </a:solidFill>
                          <a:latin typeface="仿宋_GB2312" panose="02010609030101010101" charset="-122"/>
                          <a:ea typeface="仿宋_GB2312" panose="02010609030101010101" charset="-122"/>
                        </a:rPr>
                        <a:t>备注</a:t>
                      </a:r>
                      <a:endParaRPr lang="zh-CN" altLang="en-US" sz="10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365125">
                <a:tc>
                  <a:txBody>
                    <a:bodyPr/>
                    <a:p>
                      <a:pPr algn="ctr" fontAlgn="ctr"/>
                      <a:r>
                        <a:rPr lang="zh-CN" altLang="en-US" sz="1000" b="0" i="0">
                          <a:solidFill>
                            <a:srgbClr val="000000"/>
                          </a:solidFill>
                          <a:latin typeface="仿宋_GB2312" panose="02010609030101010101" charset="-122"/>
                          <a:ea typeface="仿宋_GB2312" panose="02010609030101010101" charset="-122"/>
                        </a:rPr>
                        <a:t>中国科学院院士或中国工程院院士</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zh-CN" altLang="en-US" sz="1000" b="0" i="0">
                          <a:solidFill>
                            <a:srgbClr val="000000"/>
                          </a:solidFill>
                          <a:latin typeface="仿宋_GB2312" panose="02010609030101010101" charset="-122"/>
                          <a:ea typeface="仿宋_GB2312" panose="02010609030101010101" charset="-122"/>
                        </a:rPr>
                        <a:t>2500</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rowSpan="6">
                  <a:txBody>
                    <a:bodyPr/>
                    <a:p>
                      <a:pPr algn="l" fontAlgn="ctr">
                        <a:buClrTx/>
                        <a:buSzTx/>
                        <a:buFontTx/>
                      </a:pPr>
                      <a:r>
                        <a:rPr lang="zh-CN" altLang="en-US" sz="1000" b="0" i="0">
                          <a:solidFill>
                            <a:srgbClr val="000000"/>
                          </a:solidFill>
                          <a:latin typeface="仿宋_GB2312" panose="02010609030101010101" charset="-122"/>
                          <a:ea typeface="仿宋_GB2312" panose="02010609030101010101" charset="-122"/>
                        </a:rPr>
                        <a:t>1.对应层级参照执行</a:t>
                      </a:r>
                      <a:endParaRPr lang="zh-CN" altLang="en-US" sz="1000" b="0" i="0">
                        <a:solidFill>
                          <a:srgbClr val="000000"/>
                        </a:solidFill>
                        <a:latin typeface="仿宋_GB2312" panose="02010609030101010101" charset="-122"/>
                        <a:ea typeface="仿宋_GB2312" panose="02010609030101010101" charset="-122"/>
                      </a:endParaRPr>
                    </a:p>
                    <a:p>
                      <a:pPr algn="l" fontAlgn="ctr">
                        <a:buClrTx/>
                        <a:buSzTx/>
                        <a:buFontTx/>
                      </a:pPr>
                      <a:r>
                        <a:rPr lang="zh-CN" altLang="en-US" sz="1000" b="0" i="0">
                          <a:solidFill>
                            <a:srgbClr val="000000"/>
                          </a:solidFill>
                          <a:latin typeface="仿宋_GB2312" panose="02010609030101010101" charset="-122"/>
                          <a:ea typeface="仿宋_GB2312" panose="02010609030101010101" charset="-122"/>
                        </a:rPr>
                        <a:t>2.咨询方式为会议形式、现场访谈、现场考察的采用本标准。不足2小时的按半天标准折半，2-4小时的按半天计算；超过2天的，第1-2天按标准，第3天起按标准的50%执行</a:t>
                      </a:r>
                      <a:endParaRPr lang="zh-CN" altLang="en-US" sz="1000" b="0" i="0">
                        <a:solidFill>
                          <a:srgbClr val="000000"/>
                        </a:solidFill>
                        <a:latin typeface="仿宋_GB2312" panose="02010609030101010101" charset="-122"/>
                        <a:ea typeface="仿宋_GB2312" panose="02010609030101010101" charset="-122"/>
                      </a:endParaRPr>
                    </a:p>
                    <a:p>
                      <a:pPr algn="l" fontAlgn="ctr">
                        <a:buClrTx/>
                        <a:buSzTx/>
                        <a:buFontTx/>
                      </a:pPr>
                      <a:r>
                        <a:rPr lang="zh-CN" altLang="en-US" sz="1000" b="0" i="0">
                          <a:solidFill>
                            <a:srgbClr val="000000"/>
                          </a:solidFill>
                          <a:latin typeface="仿宋_GB2312" panose="02010609030101010101" charset="-122"/>
                          <a:ea typeface="仿宋_GB2312" panose="02010609030101010101" charset="-122"/>
                        </a:rPr>
                        <a:t>3.咨询方式为通讯形式的按次计算，每次按标准的20%执行</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182880">
                <a:tc>
                  <a:txBody>
                    <a:bodyPr/>
                    <a:p>
                      <a:pPr algn="ctr" fontAlgn="ctr"/>
                      <a:r>
                        <a:rPr lang="zh-CN" altLang="en-US" sz="1000" b="0" i="0">
                          <a:solidFill>
                            <a:srgbClr val="000000"/>
                          </a:solidFill>
                          <a:latin typeface="仿宋_GB2312" panose="02010609030101010101" charset="-122"/>
                          <a:ea typeface="仿宋_GB2312" panose="02010609030101010101" charset="-122"/>
                        </a:rPr>
                        <a:t>高级专家（享受国务院特别津贴或国家级、省部级特殊人才计划）</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zh-CN" altLang="en-US" sz="1000" b="0" i="0">
                          <a:solidFill>
                            <a:srgbClr val="000000"/>
                          </a:solidFill>
                          <a:latin typeface="仿宋_GB2312" panose="02010609030101010101" charset="-122"/>
                          <a:ea typeface="仿宋_GB2312" panose="02010609030101010101" charset="-122"/>
                        </a:rPr>
                        <a:t>2000</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noFill/>
                  </a:tcPr>
                </a:tc>
              </a:tr>
              <a:tr h="247650">
                <a:tc>
                  <a:txBody>
                    <a:bodyPr/>
                    <a:p>
                      <a:pPr algn="ctr" fontAlgn="ctr"/>
                      <a:r>
                        <a:rPr lang="zh-CN" altLang="en-US" sz="1000" b="0" i="0">
                          <a:solidFill>
                            <a:srgbClr val="000000"/>
                          </a:solidFill>
                          <a:latin typeface="仿宋_GB2312" panose="02010609030101010101" charset="-122"/>
                          <a:ea typeface="仿宋_GB2312" panose="02010609030101010101" charset="-122"/>
                        </a:rPr>
                        <a:t>正高级职称</a:t>
                      </a:r>
                      <a:r>
                        <a:rPr lang="en-US" altLang="zh-CN" sz="1000" b="0" i="0">
                          <a:solidFill>
                            <a:srgbClr val="000000"/>
                          </a:solidFill>
                          <a:latin typeface="仿宋_GB2312" panose="02010609030101010101" charset="-122"/>
                          <a:ea typeface="仿宋_GB2312" panose="02010609030101010101" charset="-122"/>
                        </a:rPr>
                        <a:t>/</a:t>
                      </a:r>
                      <a:r>
                        <a:rPr lang="zh-CN" altLang="en-US" sz="1000" b="0" i="0">
                          <a:solidFill>
                            <a:srgbClr val="000000"/>
                          </a:solidFill>
                          <a:latin typeface="仿宋_GB2312" panose="02010609030101010101" charset="-122"/>
                          <a:ea typeface="仿宋_GB2312" panose="02010609030101010101" charset="-122"/>
                        </a:rPr>
                        <a:t>教授</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zh-CN" altLang="en-US" sz="1000" b="0" i="0">
                          <a:solidFill>
                            <a:srgbClr val="000000"/>
                          </a:solidFill>
                          <a:latin typeface="仿宋_GB2312" panose="02010609030101010101" charset="-122"/>
                          <a:ea typeface="仿宋_GB2312" panose="02010609030101010101" charset="-122"/>
                        </a:rPr>
                        <a:t>1500</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w="12700" cap="flat" cmpd="sng">
                      <a:solidFill>
                        <a:srgbClr val="000000"/>
                      </a:solidFill>
                      <a:prstDash val="solid"/>
                      <a:headEnd type="none" w="med" len="med"/>
                      <a:tailEnd type="none" w="med" len="med"/>
                    </a:lnB>
                    <a:noFill/>
                  </a:tcPr>
                </a:tc>
              </a:tr>
              <a:tr h="238125">
                <a:tc>
                  <a:txBody>
                    <a:bodyPr/>
                    <a:p>
                      <a:pPr algn="ctr" fontAlgn="ctr"/>
                      <a:r>
                        <a:rPr lang="zh-CN" altLang="en-US" sz="1000" b="0" i="0">
                          <a:solidFill>
                            <a:srgbClr val="000000"/>
                          </a:solidFill>
                          <a:latin typeface="仿宋_GB2312" panose="02010609030101010101" charset="-122"/>
                          <a:ea typeface="仿宋_GB2312" panose="02010609030101010101" charset="-122"/>
                        </a:rPr>
                        <a:t>副高级职称</a:t>
                      </a:r>
                      <a:r>
                        <a:rPr lang="en-US" altLang="zh-CN" sz="1000" b="0" i="0">
                          <a:solidFill>
                            <a:srgbClr val="000000"/>
                          </a:solidFill>
                          <a:latin typeface="仿宋_GB2312" panose="02010609030101010101" charset="-122"/>
                          <a:ea typeface="仿宋_GB2312" panose="02010609030101010101" charset="-122"/>
                        </a:rPr>
                        <a:t>/</a:t>
                      </a:r>
                      <a:r>
                        <a:rPr lang="zh-CN" altLang="en-US" sz="1000" b="0" i="0">
                          <a:solidFill>
                            <a:srgbClr val="000000"/>
                          </a:solidFill>
                          <a:latin typeface="仿宋_GB2312" panose="02010609030101010101" charset="-122"/>
                          <a:ea typeface="仿宋_GB2312" panose="02010609030101010101" charset="-122"/>
                        </a:rPr>
                        <a:t>副教授</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zh-CN" altLang="en-US" sz="1000" b="0" i="0">
                          <a:solidFill>
                            <a:srgbClr val="000000"/>
                          </a:solidFill>
                          <a:latin typeface="仿宋_GB2312" panose="02010609030101010101" charset="-122"/>
                          <a:ea typeface="仿宋_GB2312" panose="02010609030101010101" charset="-122"/>
                        </a:rPr>
                        <a:t>1000</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200025">
                <a:tc>
                  <a:txBody>
                    <a:bodyPr/>
                    <a:p>
                      <a:pPr algn="ctr" fontAlgn="ctr"/>
                      <a:r>
                        <a:rPr lang="zh-CN" altLang="en-US" sz="1000" b="0" i="0">
                          <a:solidFill>
                            <a:srgbClr val="000000"/>
                          </a:solidFill>
                          <a:latin typeface="仿宋_GB2312" panose="02010609030101010101" charset="-122"/>
                          <a:ea typeface="仿宋_GB2312" panose="02010609030101010101" charset="-122"/>
                        </a:rPr>
                        <a:t>中级职称</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zh-CN" altLang="en-US" sz="1000" b="0" i="0">
                          <a:solidFill>
                            <a:srgbClr val="000000"/>
                          </a:solidFill>
                          <a:latin typeface="仿宋_GB2312" panose="02010609030101010101" charset="-122"/>
                          <a:ea typeface="仿宋_GB2312" panose="02010609030101010101" charset="-122"/>
                        </a:rPr>
                        <a:t>800</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200025">
                <a:tc>
                  <a:txBody>
                    <a:bodyPr/>
                    <a:p>
                      <a:pPr algn="ctr" fontAlgn="ctr"/>
                      <a:r>
                        <a:rPr lang="zh-CN" altLang="en-US" sz="1000" b="0" i="0">
                          <a:solidFill>
                            <a:srgbClr val="000000"/>
                          </a:solidFill>
                          <a:latin typeface="仿宋_GB2312" panose="02010609030101010101" charset="-122"/>
                          <a:ea typeface="仿宋_GB2312" panose="02010609030101010101" charset="-122"/>
                        </a:rPr>
                        <a:t>其他人员</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buClrTx/>
                        <a:buSzTx/>
                        <a:buFontTx/>
                      </a:pPr>
                      <a:r>
                        <a:rPr lang="zh-CN" altLang="en-US" sz="1000" b="0" i="0">
                          <a:solidFill>
                            <a:srgbClr val="000000"/>
                          </a:solidFill>
                          <a:latin typeface="仿宋_GB2312" panose="02010609030101010101" charset="-122"/>
                          <a:ea typeface="仿宋_GB2312" panose="02010609030101010101" charset="-122"/>
                        </a:rPr>
                        <a:t>500</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B w="12700" cap="flat" cmpd="sng">
                      <a:solidFill>
                        <a:srgbClr val="000000"/>
                      </a:solidFill>
                      <a:prstDash val="solid"/>
                      <a:headEnd type="none" w="med" len="med"/>
                      <a:tailEnd type="none" w="med" len="med"/>
                    </a:lnB>
                  </a:tcPr>
                </a:tc>
              </a:tr>
            </a:tbl>
          </a:graphicData>
        </a:graphic>
      </p:graphicFrame>
      <p:sp>
        <p:nvSpPr>
          <p:cNvPr id="9" name="文本框 8"/>
          <p:cNvSpPr txBox="1"/>
          <p:nvPr/>
        </p:nvSpPr>
        <p:spPr>
          <a:xfrm>
            <a:off x="5961380" y="3622675"/>
            <a:ext cx="5309235" cy="486410"/>
          </a:xfrm>
          <a:prstGeom prst="rect">
            <a:avLst/>
          </a:prstGeom>
        </p:spPr>
        <p:txBody>
          <a:bodyPr>
            <a:noAutofit/>
          </a:bodyPr>
          <a:p>
            <a:pPr marL="285750" indent="-285750" defTabSz="266700">
              <a:buFont typeface="Wingdings" panose="05000000000000000000" charset="0"/>
              <a:buChar char="Ø"/>
            </a:pPr>
            <a:r>
              <a:rPr lang="zh-CN" altLang="en-US" sz="1200">
                <a:solidFill>
                  <a:srgbClr val="000000"/>
                </a:solidFill>
                <a:latin typeface="微软雅黑" panose="020B0503020204020204" charset="-122"/>
                <a:ea typeface="微软雅黑" panose="020B0503020204020204" charset="-122"/>
              </a:rPr>
              <a:t>邀请东风集团内部专家在公司内进行咨询，支付给专家个人的咨询费参照以下标准 </a:t>
            </a:r>
            <a:endParaRPr lang="zh-CN" altLang="en-US" sz="1200">
              <a:solidFill>
                <a:srgbClr val="000000"/>
              </a:solidFill>
              <a:latin typeface="微软雅黑" panose="020B0503020204020204" charset="-122"/>
              <a:ea typeface="微软雅黑" panose="020B0503020204020204" charset="-122"/>
            </a:endParaRPr>
          </a:p>
        </p:txBody>
      </p:sp>
      <p:graphicFrame>
        <p:nvGraphicFramePr>
          <p:cNvPr id="11" name="表格 10"/>
          <p:cNvGraphicFramePr/>
          <p:nvPr>
            <p:custDataLst>
              <p:tags r:id="rId5"/>
            </p:custDataLst>
          </p:nvPr>
        </p:nvGraphicFramePr>
        <p:xfrm>
          <a:off x="6240145" y="4059555"/>
          <a:ext cx="5030470" cy="1907540"/>
        </p:xfrm>
        <a:graphic>
          <a:graphicData uri="http://schemas.openxmlformats.org/drawingml/2006/table">
            <a:tbl>
              <a:tblPr/>
              <a:tblGrid>
                <a:gridCol w="1257935"/>
                <a:gridCol w="1214755"/>
                <a:gridCol w="983615"/>
                <a:gridCol w="1574165"/>
              </a:tblGrid>
              <a:tr h="349250">
                <a:tc rowSpan="2">
                  <a:txBody>
                    <a:bodyPr/>
                    <a:p>
                      <a:pPr algn="ctr" fontAlgn="ctr"/>
                      <a:r>
                        <a:rPr lang="zh-CN" altLang="en-US" sz="1000" b="1" i="0">
                          <a:solidFill>
                            <a:srgbClr val="000000"/>
                          </a:solidFill>
                          <a:latin typeface="仿宋_GB2312" panose="02010609030101010101" charset="-122"/>
                          <a:ea typeface="仿宋_GB2312" panose="02010609030101010101" charset="-122"/>
                        </a:rPr>
                        <a:t>职级</a:t>
                      </a:r>
                      <a:r>
                        <a:rPr lang="en-US" altLang="zh-CN" sz="1000" b="1" i="0">
                          <a:solidFill>
                            <a:srgbClr val="000000"/>
                          </a:solidFill>
                          <a:latin typeface="仿宋_GB2312" panose="02010609030101010101" charset="-122"/>
                          <a:ea typeface="仿宋_GB2312" panose="02010609030101010101" charset="-122"/>
                        </a:rPr>
                        <a:t>/</a:t>
                      </a:r>
                      <a:r>
                        <a:rPr lang="zh-CN" altLang="en-US" sz="1000" b="1" i="0">
                          <a:solidFill>
                            <a:srgbClr val="000000"/>
                          </a:solidFill>
                          <a:latin typeface="仿宋_GB2312" panose="02010609030101010101" charset="-122"/>
                          <a:ea typeface="仿宋_GB2312" panose="02010609030101010101" charset="-122"/>
                        </a:rPr>
                        <a:t>职称级别</a:t>
                      </a:r>
                      <a:endParaRPr lang="zh-CN" altLang="en-US" sz="1000" b="1" i="0">
                        <a:solidFill>
                          <a:srgbClr val="000000"/>
                        </a:solidFill>
                        <a:latin typeface="仿宋_GB2312" panose="02010609030101010101" charset="-122"/>
                        <a:ea typeface="仿宋_GB2312" panose="02010609030101010101" charset="-122"/>
                      </a:endParaRPr>
                    </a:p>
                    <a:p>
                      <a:pPr algn="ctr" fontAlgn="ctr"/>
                      <a:r>
                        <a:rPr lang="zh-CN" altLang="en-US" sz="1000" b="1" i="0">
                          <a:solidFill>
                            <a:srgbClr val="000000"/>
                          </a:solidFill>
                          <a:latin typeface="仿宋_GB2312" panose="02010609030101010101" charset="-122"/>
                          <a:ea typeface="仿宋_GB2312" panose="02010609030101010101" charset="-122"/>
                        </a:rPr>
                        <a:t>（就高原则）</a:t>
                      </a:r>
                      <a:endParaRPr lang="zh-CN" altLang="en-US" sz="10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gridSpan="2">
                  <a:txBody>
                    <a:bodyPr/>
                    <a:p>
                      <a:pPr algn="ctr" fontAlgn="ctr"/>
                      <a:r>
                        <a:rPr lang="zh-CN" altLang="en-US" sz="1200" b="1" i="0">
                          <a:solidFill>
                            <a:srgbClr val="000000"/>
                          </a:solidFill>
                          <a:latin typeface="仿宋_GB2312" panose="02010609030101010101" charset="-122"/>
                          <a:ea typeface="仿宋_GB2312" panose="02010609030101010101" charset="-122"/>
                        </a:rPr>
                        <a:t>标准（税前，元</a:t>
                      </a:r>
                      <a:r>
                        <a:rPr lang="en-US" altLang="zh-CN" sz="1200" b="1" i="0">
                          <a:solidFill>
                            <a:srgbClr val="000000"/>
                          </a:solidFill>
                          <a:latin typeface="仿宋_GB2312" panose="02010609030101010101" charset="-122"/>
                          <a:ea typeface="仿宋_GB2312" panose="02010609030101010101" charset="-122"/>
                        </a:rPr>
                        <a:t>/</a:t>
                      </a:r>
                      <a:r>
                        <a:rPr lang="zh-CN" altLang="en-US" sz="1200" b="1" i="0">
                          <a:solidFill>
                            <a:srgbClr val="000000"/>
                          </a:solidFill>
                          <a:latin typeface="仿宋_GB2312" panose="02010609030101010101" charset="-122"/>
                          <a:ea typeface="仿宋_GB2312" panose="02010609030101010101" charset="-122"/>
                        </a:rPr>
                        <a:t>人</a:t>
                      </a:r>
                      <a:r>
                        <a:rPr lang="en-US" altLang="zh-CN" sz="1200" b="1" i="0">
                          <a:solidFill>
                            <a:srgbClr val="000000"/>
                          </a:solidFill>
                          <a:latin typeface="仿宋_GB2312" panose="02010609030101010101" charset="-122"/>
                          <a:ea typeface="仿宋_GB2312" panose="02010609030101010101" charset="-122"/>
                        </a:rPr>
                        <a:t>/</a:t>
                      </a:r>
                      <a:r>
                        <a:rPr lang="zh-CN" altLang="en-US" sz="1200" b="1" i="0">
                          <a:solidFill>
                            <a:srgbClr val="000000"/>
                          </a:solidFill>
                          <a:latin typeface="仿宋_GB2312" panose="02010609030101010101" charset="-122"/>
                          <a:ea typeface="仿宋_GB2312" panose="02010609030101010101" charset="-122"/>
                        </a:rPr>
                        <a:t>半天）</a:t>
                      </a:r>
                      <a:endParaRPr lang="zh-CN" altLang="en-US" sz="12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hMerge="1">
                  <a:tcPr>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tcPr>
                </a:tc>
                <a:tc rowSpan="2">
                  <a:txBody>
                    <a:bodyPr/>
                    <a:p>
                      <a:pPr algn="ctr" fontAlgn="ctr"/>
                      <a:r>
                        <a:rPr lang="zh-CN" altLang="en-US" sz="1000" b="1" i="0">
                          <a:solidFill>
                            <a:srgbClr val="000000"/>
                          </a:solidFill>
                          <a:latin typeface="仿宋_GB2312" panose="02010609030101010101" charset="-122"/>
                          <a:ea typeface="仿宋_GB2312" panose="02010609030101010101" charset="-122"/>
                        </a:rPr>
                        <a:t>备注</a:t>
                      </a:r>
                      <a:endParaRPr lang="zh-CN" altLang="en-US" sz="10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0">
                <a:tc vMerge="1">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noFill/>
                  </a:tcPr>
                </a:tc>
                <a:tc>
                  <a:txBody>
                    <a:bodyPr/>
                    <a:p>
                      <a:pPr algn="ctr" fontAlgn="ctr"/>
                      <a:r>
                        <a:rPr lang="zh-CN" altLang="en-US" sz="1000" b="1" i="0">
                          <a:solidFill>
                            <a:srgbClr val="000000"/>
                          </a:solidFill>
                          <a:latin typeface="仿宋_GB2312" panose="02010609030101010101" charset="-122"/>
                          <a:ea typeface="仿宋_GB2312" panose="02010609030101010101" charset="-122"/>
                        </a:rPr>
                        <a:t>业余时间</a:t>
                      </a:r>
                      <a:endParaRPr lang="zh-CN" altLang="en-US" sz="1000" b="1" i="0">
                        <a:solidFill>
                          <a:srgbClr val="000000"/>
                        </a:solidFill>
                        <a:latin typeface="仿宋_GB2312" panose="02010609030101010101" charset="-122"/>
                        <a:ea typeface="仿宋_GB2312" panose="02010609030101010101" charset="-122"/>
                      </a:endParaRPr>
                    </a:p>
                    <a:p>
                      <a:pPr algn="ctr" fontAlgn="ctr"/>
                      <a:r>
                        <a:rPr lang="zh-CN" altLang="en-US" sz="900" b="1" i="0">
                          <a:solidFill>
                            <a:srgbClr val="000000"/>
                          </a:solidFill>
                          <a:latin typeface="仿宋_GB2312" panose="02010609030101010101" charset="-122"/>
                          <a:ea typeface="仿宋_GB2312" panose="02010609030101010101" charset="-122"/>
                        </a:rPr>
                        <a:t>（</a:t>
                      </a:r>
                      <a:r>
                        <a:rPr lang="en-US" altLang="zh-CN" sz="900" b="1" i="0">
                          <a:solidFill>
                            <a:srgbClr val="000000"/>
                          </a:solidFill>
                          <a:latin typeface="仿宋_GB2312" panose="02010609030101010101" charset="-122"/>
                          <a:ea typeface="仿宋_GB2312" panose="02010609030101010101" charset="-122"/>
                        </a:rPr>
                        <a:t>8</a:t>
                      </a:r>
                      <a:r>
                        <a:rPr lang="zh-CN" altLang="en-US" sz="900" b="1" i="0">
                          <a:solidFill>
                            <a:srgbClr val="000000"/>
                          </a:solidFill>
                          <a:latin typeface="仿宋_GB2312" panose="02010609030101010101" charset="-122"/>
                          <a:ea typeface="仿宋_GB2312" panose="02010609030101010101" charset="-122"/>
                        </a:rPr>
                        <a:t>小时之外）</a:t>
                      </a:r>
                      <a:endParaRPr lang="zh-CN" altLang="en-US" sz="9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zh-CN" altLang="en-US" sz="1000" b="1" i="0">
                          <a:solidFill>
                            <a:srgbClr val="000000"/>
                          </a:solidFill>
                          <a:latin typeface="仿宋_GB2312" panose="02010609030101010101" charset="-122"/>
                          <a:ea typeface="仿宋_GB2312" panose="02010609030101010101" charset="-122"/>
                        </a:rPr>
                        <a:t>工作时间</a:t>
                      </a:r>
                      <a:endParaRPr lang="zh-CN" altLang="en-US" sz="1000" b="1" i="0">
                        <a:solidFill>
                          <a:srgbClr val="000000"/>
                        </a:solidFill>
                        <a:latin typeface="仿宋_GB2312" panose="02010609030101010101" charset="-122"/>
                        <a:ea typeface="仿宋_GB2312" panose="02010609030101010101" charset="-122"/>
                      </a:endParaRPr>
                    </a:p>
                    <a:p>
                      <a:pPr algn="ctr" fontAlgn="ctr"/>
                      <a:r>
                        <a:rPr lang="zh-CN" altLang="en-US" sz="900" b="1" i="0">
                          <a:solidFill>
                            <a:srgbClr val="000000"/>
                          </a:solidFill>
                          <a:latin typeface="仿宋_GB2312" panose="02010609030101010101" charset="-122"/>
                          <a:ea typeface="仿宋_GB2312" panose="02010609030101010101" charset="-122"/>
                        </a:rPr>
                        <a:t>（</a:t>
                      </a:r>
                      <a:r>
                        <a:rPr lang="en-US" altLang="zh-CN" sz="900" b="1" i="0">
                          <a:solidFill>
                            <a:srgbClr val="000000"/>
                          </a:solidFill>
                          <a:latin typeface="仿宋_GB2312" panose="02010609030101010101" charset="-122"/>
                          <a:ea typeface="仿宋_GB2312" panose="02010609030101010101" charset="-122"/>
                        </a:rPr>
                        <a:t>8</a:t>
                      </a:r>
                      <a:r>
                        <a:rPr lang="zh-CN" altLang="en-US" sz="900" b="1" i="0">
                          <a:solidFill>
                            <a:srgbClr val="000000"/>
                          </a:solidFill>
                          <a:latin typeface="仿宋_GB2312" panose="02010609030101010101" charset="-122"/>
                          <a:ea typeface="仿宋_GB2312" panose="02010609030101010101" charset="-122"/>
                        </a:rPr>
                        <a:t>小时之内）</a:t>
                      </a:r>
                      <a:endParaRPr lang="zh-CN" altLang="en-US" sz="900" b="1"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tcPr>
                </a:tc>
              </a:tr>
              <a:tr h="174625">
                <a:tc>
                  <a:txBody>
                    <a:bodyPr/>
                    <a:p>
                      <a:pPr algn="ctr" fontAlgn="ctr"/>
                      <a:r>
                        <a:rPr lang="zh-CN" altLang="en-US" sz="1000" b="0" i="0">
                          <a:solidFill>
                            <a:srgbClr val="000000"/>
                          </a:solidFill>
                          <a:latin typeface="仿宋_GB2312" panose="02010609030101010101" charset="-122"/>
                          <a:ea typeface="仿宋_GB2312" panose="02010609030101010101" charset="-122"/>
                        </a:rPr>
                        <a:t>首席科学家</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2000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1500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rowSpan="5">
                  <a:txBody>
                    <a:bodyPr/>
                    <a:p>
                      <a:pPr algn="just" fontAlgn="ctr"/>
                      <a:r>
                        <a:rPr lang="en-US" altLang="zh-CN" sz="900" b="0" i="0">
                          <a:solidFill>
                            <a:srgbClr val="000000"/>
                          </a:solidFill>
                          <a:latin typeface="仿宋_GB2312" panose="02010609030101010101" charset="-122"/>
                          <a:ea typeface="仿宋_GB2312" panose="02010609030101010101" charset="-122"/>
                        </a:rPr>
                        <a:t>1.</a:t>
                      </a:r>
                      <a:r>
                        <a:rPr lang="zh-CN" altLang="en-US" sz="900" b="0" i="0">
                          <a:solidFill>
                            <a:srgbClr val="000000"/>
                          </a:solidFill>
                          <a:latin typeface="仿宋_GB2312" panose="02010609030101010101" charset="-122"/>
                          <a:ea typeface="仿宋_GB2312" panose="02010609030101010101" charset="-122"/>
                        </a:rPr>
                        <a:t>对应层级参照执行</a:t>
                      </a:r>
                      <a:endParaRPr lang="zh-CN" altLang="en-US" sz="900" b="0" i="0">
                        <a:solidFill>
                          <a:srgbClr val="000000"/>
                        </a:solidFill>
                        <a:latin typeface="仿宋_GB2312" panose="02010609030101010101" charset="-122"/>
                        <a:ea typeface="仿宋_GB2312" panose="02010609030101010101" charset="-122"/>
                      </a:endParaRPr>
                    </a:p>
                    <a:p>
                      <a:pPr algn="just" fontAlgn="ctr"/>
                      <a:r>
                        <a:rPr lang="en-US" altLang="zh-CN" sz="900" b="0" i="0">
                          <a:solidFill>
                            <a:srgbClr val="000000"/>
                          </a:solidFill>
                          <a:latin typeface="仿宋_GB2312" panose="02010609030101010101" charset="-122"/>
                          <a:ea typeface="仿宋_GB2312" panose="02010609030101010101" charset="-122"/>
                        </a:rPr>
                        <a:t>2.</a:t>
                      </a:r>
                      <a:r>
                        <a:rPr lang="zh-CN" altLang="en-US" sz="900" b="0" i="0">
                          <a:solidFill>
                            <a:srgbClr val="000000"/>
                          </a:solidFill>
                          <a:latin typeface="仿宋_GB2312" panose="02010609030101010101" charset="-122"/>
                          <a:ea typeface="仿宋_GB2312" panose="02010609030101010101" charset="-122"/>
                        </a:rPr>
                        <a:t>咨询方式为会议形式、现场访谈、现场考察的采用本标准。不足</a:t>
                      </a:r>
                      <a:r>
                        <a:rPr lang="en-US" altLang="zh-CN" sz="900" b="0" i="0">
                          <a:solidFill>
                            <a:srgbClr val="000000"/>
                          </a:solidFill>
                          <a:latin typeface="仿宋_GB2312" panose="02010609030101010101" charset="-122"/>
                          <a:ea typeface="仿宋_GB2312" panose="02010609030101010101" charset="-122"/>
                        </a:rPr>
                        <a:t>2</a:t>
                      </a:r>
                      <a:r>
                        <a:rPr lang="zh-CN" altLang="en-US" sz="900" b="0" i="0">
                          <a:solidFill>
                            <a:srgbClr val="000000"/>
                          </a:solidFill>
                          <a:latin typeface="仿宋_GB2312" panose="02010609030101010101" charset="-122"/>
                          <a:ea typeface="仿宋_GB2312" panose="02010609030101010101" charset="-122"/>
                        </a:rPr>
                        <a:t>小时的按半天标准折半，</a:t>
                      </a:r>
                      <a:r>
                        <a:rPr lang="en-US" altLang="zh-CN" sz="900" b="0" i="0">
                          <a:solidFill>
                            <a:srgbClr val="000000"/>
                          </a:solidFill>
                          <a:latin typeface="仿宋_GB2312" panose="02010609030101010101" charset="-122"/>
                          <a:ea typeface="仿宋_GB2312" panose="02010609030101010101" charset="-122"/>
                        </a:rPr>
                        <a:t>2-4</a:t>
                      </a:r>
                      <a:r>
                        <a:rPr lang="zh-CN" altLang="en-US" sz="900" b="0" i="0">
                          <a:solidFill>
                            <a:srgbClr val="000000"/>
                          </a:solidFill>
                          <a:latin typeface="仿宋_GB2312" panose="02010609030101010101" charset="-122"/>
                          <a:ea typeface="仿宋_GB2312" panose="02010609030101010101" charset="-122"/>
                        </a:rPr>
                        <a:t>小时的按半天计算；超过</a:t>
                      </a:r>
                      <a:r>
                        <a:rPr lang="en-US" altLang="zh-CN" sz="900" b="0" i="0">
                          <a:solidFill>
                            <a:srgbClr val="000000"/>
                          </a:solidFill>
                          <a:latin typeface="仿宋_GB2312" panose="02010609030101010101" charset="-122"/>
                          <a:ea typeface="仿宋_GB2312" panose="02010609030101010101" charset="-122"/>
                        </a:rPr>
                        <a:t>2</a:t>
                      </a:r>
                      <a:r>
                        <a:rPr lang="zh-CN" altLang="en-US" sz="900" b="0" i="0">
                          <a:solidFill>
                            <a:srgbClr val="000000"/>
                          </a:solidFill>
                          <a:latin typeface="仿宋_GB2312" panose="02010609030101010101" charset="-122"/>
                          <a:ea typeface="仿宋_GB2312" panose="02010609030101010101" charset="-122"/>
                        </a:rPr>
                        <a:t>天的，第</a:t>
                      </a:r>
                      <a:r>
                        <a:rPr lang="en-US" altLang="zh-CN" sz="900" b="0" i="0">
                          <a:solidFill>
                            <a:srgbClr val="000000"/>
                          </a:solidFill>
                          <a:latin typeface="仿宋_GB2312" panose="02010609030101010101" charset="-122"/>
                          <a:ea typeface="仿宋_GB2312" panose="02010609030101010101" charset="-122"/>
                        </a:rPr>
                        <a:t>1-2</a:t>
                      </a:r>
                      <a:r>
                        <a:rPr lang="zh-CN" altLang="en-US" sz="900" b="0" i="0">
                          <a:solidFill>
                            <a:srgbClr val="000000"/>
                          </a:solidFill>
                          <a:latin typeface="仿宋_GB2312" panose="02010609030101010101" charset="-122"/>
                          <a:ea typeface="仿宋_GB2312" panose="02010609030101010101" charset="-122"/>
                        </a:rPr>
                        <a:t>天按标准，第</a:t>
                      </a:r>
                      <a:r>
                        <a:rPr lang="en-US" altLang="zh-CN" sz="900" b="0" i="0">
                          <a:solidFill>
                            <a:srgbClr val="000000"/>
                          </a:solidFill>
                          <a:latin typeface="仿宋_GB2312" panose="02010609030101010101" charset="-122"/>
                          <a:ea typeface="仿宋_GB2312" panose="02010609030101010101" charset="-122"/>
                        </a:rPr>
                        <a:t>3</a:t>
                      </a:r>
                      <a:r>
                        <a:rPr lang="zh-CN" altLang="en-US" sz="900" b="0" i="0">
                          <a:solidFill>
                            <a:srgbClr val="000000"/>
                          </a:solidFill>
                          <a:latin typeface="仿宋_GB2312" panose="02010609030101010101" charset="-122"/>
                          <a:ea typeface="仿宋_GB2312" panose="02010609030101010101" charset="-122"/>
                        </a:rPr>
                        <a:t>天起按标准的</a:t>
                      </a:r>
                      <a:r>
                        <a:rPr lang="en-US" altLang="zh-CN" sz="900" b="0" i="0">
                          <a:solidFill>
                            <a:srgbClr val="000000"/>
                          </a:solidFill>
                          <a:latin typeface="仿宋_GB2312" panose="02010609030101010101" charset="-122"/>
                          <a:ea typeface="仿宋_GB2312" panose="02010609030101010101" charset="-122"/>
                        </a:rPr>
                        <a:t>50%</a:t>
                      </a:r>
                      <a:r>
                        <a:rPr lang="zh-CN" altLang="en-US" sz="900" b="0" i="0">
                          <a:solidFill>
                            <a:srgbClr val="000000"/>
                          </a:solidFill>
                          <a:latin typeface="仿宋_GB2312" panose="02010609030101010101" charset="-122"/>
                          <a:ea typeface="仿宋_GB2312" panose="02010609030101010101" charset="-122"/>
                        </a:rPr>
                        <a:t>执行</a:t>
                      </a:r>
                      <a:endParaRPr lang="zh-CN" altLang="en-US" sz="900" b="0" i="0">
                        <a:solidFill>
                          <a:srgbClr val="000000"/>
                        </a:solidFill>
                        <a:latin typeface="仿宋_GB2312" panose="02010609030101010101" charset="-122"/>
                        <a:ea typeface="仿宋_GB2312" panose="02010609030101010101" charset="-122"/>
                      </a:endParaRPr>
                    </a:p>
                    <a:p>
                      <a:pPr algn="just" fontAlgn="ctr"/>
                      <a:r>
                        <a:rPr lang="en-US" altLang="zh-CN" sz="900" b="0" i="0">
                          <a:solidFill>
                            <a:srgbClr val="000000"/>
                          </a:solidFill>
                          <a:latin typeface="仿宋_GB2312" panose="02010609030101010101" charset="-122"/>
                          <a:ea typeface="仿宋_GB2312" panose="02010609030101010101" charset="-122"/>
                        </a:rPr>
                        <a:t>3.</a:t>
                      </a:r>
                      <a:r>
                        <a:rPr lang="zh-CN" altLang="en-US" sz="900" b="0" i="0">
                          <a:solidFill>
                            <a:srgbClr val="000000"/>
                          </a:solidFill>
                          <a:latin typeface="仿宋_GB2312" panose="02010609030101010101" charset="-122"/>
                          <a:ea typeface="仿宋_GB2312" panose="02010609030101010101" charset="-122"/>
                        </a:rPr>
                        <a:t>咨询方式为通讯形式的按次计算，每次按标准的</a:t>
                      </a:r>
                      <a:r>
                        <a:rPr lang="en-US" altLang="zh-CN" sz="900" b="0" i="0">
                          <a:solidFill>
                            <a:srgbClr val="000000"/>
                          </a:solidFill>
                          <a:latin typeface="仿宋_GB2312" panose="02010609030101010101" charset="-122"/>
                          <a:ea typeface="仿宋_GB2312" panose="02010609030101010101" charset="-122"/>
                        </a:rPr>
                        <a:t>20%</a:t>
                      </a:r>
                      <a:r>
                        <a:rPr lang="zh-CN" altLang="en-US" sz="900" b="0" i="0">
                          <a:solidFill>
                            <a:srgbClr val="000000"/>
                          </a:solidFill>
                          <a:latin typeface="仿宋_GB2312" panose="02010609030101010101" charset="-122"/>
                          <a:ea typeface="仿宋_GB2312" panose="02010609030101010101" charset="-122"/>
                        </a:rPr>
                        <a:t>执行</a:t>
                      </a:r>
                      <a:endParaRPr lang="zh-CN" altLang="en-US" sz="9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r>
              <a:tr h="174625">
                <a:tc>
                  <a:txBody>
                    <a:bodyPr/>
                    <a:p>
                      <a:pPr algn="ctr" fontAlgn="ctr"/>
                      <a:r>
                        <a:rPr lang="zh-CN" altLang="en-US" sz="1000" b="0" i="0">
                          <a:solidFill>
                            <a:srgbClr val="000000"/>
                          </a:solidFill>
                          <a:latin typeface="仿宋_GB2312" panose="02010609030101010101" charset="-122"/>
                          <a:ea typeface="仿宋_GB2312" panose="02010609030101010101" charset="-122"/>
                        </a:rPr>
                        <a:t>专家、总师、正高级职称</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1500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1000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noFill/>
                  </a:tcPr>
                </a:tc>
              </a:tr>
              <a:tr h="301625">
                <a:tc>
                  <a:txBody>
                    <a:bodyPr/>
                    <a:p>
                      <a:pPr algn="ctr" fontAlgn="ctr"/>
                      <a:r>
                        <a:rPr lang="zh-CN" altLang="en-US" sz="1000" b="0" i="0">
                          <a:solidFill>
                            <a:srgbClr val="000000"/>
                          </a:solidFill>
                          <a:latin typeface="仿宋_GB2312" panose="02010609030101010101" charset="-122"/>
                          <a:ea typeface="仿宋_GB2312" panose="02010609030101010101" charset="-122"/>
                        </a:rPr>
                        <a:t>主任级、副高级职称</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800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500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noFill/>
                  </a:tcPr>
                </a:tc>
              </a:tr>
              <a:tr h="243205">
                <a:tc>
                  <a:txBody>
                    <a:bodyPr/>
                    <a:p>
                      <a:pPr algn="ctr" fontAlgn="ctr"/>
                      <a:r>
                        <a:rPr lang="zh-CN" altLang="en-US" sz="1000" b="0" i="0">
                          <a:solidFill>
                            <a:srgbClr val="000000"/>
                          </a:solidFill>
                          <a:latin typeface="仿宋_GB2312" panose="02010609030101010101" charset="-122"/>
                          <a:ea typeface="仿宋_GB2312" panose="02010609030101010101" charset="-122"/>
                        </a:rPr>
                        <a:t>主管级、中级职称</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600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400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a:noFill/>
                    </a:lnB>
                    <a:noFill/>
                  </a:tcPr>
                </a:tc>
              </a:tr>
              <a:tr h="231775">
                <a:tc>
                  <a:txBody>
                    <a:bodyPr/>
                    <a:p>
                      <a:pPr algn="ctr" fontAlgn="ctr"/>
                      <a:r>
                        <a:rPr lang="zh-CN" altLang="en-US" sz="1000" b="0" i="0">
                          <a:solidFill>
                            <a:srgbClr val="000000"/>
                          </a:solidFill>
                          <a:latin typeface="仿宋_GB2312" panose="02010609030101010101" charset="-122"/>
                          <a:ea typeface="仿宋_GB2312" panose="02010609030101010101" charset="-122"/>
                        </a:rPr>
                        <a:t>其他人员</a:t>
                      </a:r>
                      <a:endParaRPr lang="zh-CN" altLang="en-US"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400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a:txBody>
                    <a:bodyPr/>
                    <a:p>
                      <a:pPr algn="ctr" fontAlgn="ctr"/>
                      <a:r>
                        <a:rPr lang="en-US" altLang="zh-CN" sz="1000" b="0" i="0">
                          <a:solidFill>
                            <a:srgbClr val="000000"/>
                          </a:solidFill>
                          <a:latin typeface="仿宋_GB2312" panose="02010609030101010101" charset="-122"/>
                          <a:ea typeface="仿宋_GB2312" panose="02010609030101010101" charset="-122"/>
                        </a:rPr>
                        <a:t>250</a:t>
                      </a:r>
                      <a:endParaRPr lang="en-US" altLang="zh-CN" sz="1000" b="0" i="0">
                        <a:solidFill>
                          <a:srgbClr val="000000"/>
                        </a:solidFill>
                        <a:latin typeface="仿宋_GB2312" panose="02010609030101010101" charset="-122"/>
                        <a:ea typeface="仿宋_GB2312" panose="02010609030101010101" charset="-122"/>
                      </a:endParaRPr>
                    </a:p>
                  </a:txBody>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noFill/>
                  </a:tcPr>
                </a:tc>
                <a:tc vMerge="1">
                  <a:tcPr marL="6667" marR="6667" marT="6667" marB="0" anchor="ctr" anchorCtr="0">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a:noFill/>
                    </a:lnT>
                    <a:lnB w="12700" cap="flat" cmpd="sng">
                      <a:solidFill>
                        <a:srgbClr val="000000"/>
                      </a:solidFill>
                      <a:prstDash val="solid"/>
                      <a:headEnd type="none" w="med" len="med"/>
                      <a:tailEnd type="none" w="med" len="med"/>
                    </a:lnB>
                    <a:noFill/>
                  </a:tcPr>
                </a:tc>
              </a:tr>
            </a:tbl>
          </a:graphicData>
        </a:graphic>
      </p:graphicFrame>
      <p:sp>
        <p:nvSpPr>
          <p:cNvPr id="13" name="文本框 12"/>
          <p:cNvSpPr txBox="1"/>
          <p:nvPr/>
        </p:nvSpPr>
        <p:spPr>
          <a:xfrm>
            <a:off x="5961380" y="6024245"/>
            <a:ext cx="5309235" cy="645160"/>
          </a:xfrm>
          <a:prstGeom prst="rect">
            <a:avLst/>
          </a:prstGeom>
        </p:spPr>
        <p:txBody>
          <a:bodyPr wrap="square">
            <a:spAutoFit/>
          </a:bodyPr>
          <a:p>
            <a:pPr marL="285750" indent="-285750" algn="l" defTabSz="266700">
              <a:lnSpc>
                <a:spcPct val="100000"/>
              </a:lnSpc>
              <a:buClrTx/>
              <a:buSzTx/>
              <a:buFont typeface="Wingdings" panose="05000000000000000000" charset="0"/>
              <a:buChar char="Ø"/>
            </a:pPr>
            <a:r>
              <a:rPr lang="zh-CN" altLang="en-US" sz="1200">
                <a:solidFill>
                  <a:srgbClr val="000000"/>
                </a:solidFill>
                <a:latin typeface="微软雅黑" panose="020B0503020204020204" charset="-122"/>
                <a:ea typeface="微软雅黑" panose="020B0503020204020204" charset="-122"/>
              </a:rPr>
              <a:t>因咨询活动需发生差旅费的，专家差旅费参照一汽股权</a:t>
            </a:r>
            <a:r>
              <a:rPr lang="en-US" altLang="zh-CN" sz="1200">
                <a:solidFill>
                  <a:srgbClr val="000000"/>
                </a:solidFill>
                <a:latin typeface="微软雅黑" panose="020B0503020204020204" charset="-122"/>
                <a:ea typeface="微软雅黑" panose="020B0503020204020204" charset="-122"/>
              </a:rPr>
              <a:t>P7</a:t>
            </a:r>
            <a:r>
              <a:rPr lang="zh-CN" altLang="en-US" sz="1200">
                <a:solidFill>
                  <a:srgbClr val="000000"/>
                </a:solidFill>
                <a:latin typeface="微软雅黑" panose="020B0503020204020204" charset="-122"/>
                <a:ea typeface="微软雅黑" panose="020B0503020204020204" charset="-122"/>
              </a:rPr>
              <a:t>级标准，由一汽股权承担；因咨询活动发生的专家咨询费、专家差旅费，在“管理费用-咨询费”中列支</a:t>
            </a:r>
            <a:endParaRPr lang="zh-CN" altLang="en-US" sz="1200">
              <a:solidFill>
                <a:srgbClr val="000000"/>
              </a:solidFill>
              <a:latin typeface="微软雅黑" panose="020B0503020204020204" charset="-122"/>
              <a:ea typeface="微软雅黑" panose="020B0503020204020204" charset="-122"/>
            </a:endParaRPr>
          </a:p>
        </p:txBody>
      </p:sp>
    </p:spTree>
    <p:custDataLst>
      <p:tags r:id="rId6"/>
    </p:custData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smtClean="0">
                <a:sym typeface="+mn-ea"/>
              </a:rPr>
              <a:t>Backup-</a:t>
            </a:r>
            <a:r>
              <a:rPr lang="zh-CN" altLang="en-US" dirty="0" smtClean="0">
                <a:sym typeface="+mn-ea"/>
              </a:rPr>
              <a:t>专家人才库管理办法（制定</a:t>
            </a:r>
            <a:r>
              <a:rPr lang="zh-CN" altLang="en-US" dirty="0" smtClean="0">
                <a:sym typeface="+mn-ea"/>
              </a:rPr>
              <a:t>中）</a:t>
            </a:r>
            <a:endParaRPr lang="zh-CN" altLang="en-US" dirty="0" smtClean="0">
              <a:sym typeface="+mn-ea"/>
            </a:endParaRPr>
          </a:p>
        </p:txBody>
      </p:sp>
    </p:spTree>
    <p:custDataLst>
      <p:tags r:id="rId1"/>
    </p:custData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bg bwMode="auto">
      <p:bgPr>
        <a:solidFill>
          <a:schemeClr val="bg1"/>
        </a:solidFill>
        <a:effectLst/>
      </p:bgPr>
    </p:bg>
    <p:spTree>
      <p:nvGrpSpPr>
        <p:cNvPr id="1" name=""/>
        <p:cNvGrpSpPr/>
        <p:nvPr/>
      </p:nvGrpSpPr>
      <p:grpSpPr/>
      <p:sp>
        <p:nvSpPr>
          <p:cNvPr id="241665" name="文本框 102"/>
          <p:cNvSpPr txBox="1"/>
          <p:nvPr/>
        </p:nvSpPr>
        <p:spPr>
          <a:xfrm>
            <a:off x="461963" y="900113"/>
            <a:ext cx="11264900" cy="619125"/>
          </a:xfrm>
          <a:prstGeom prst="rect">
            <a:avLst/>
          </a:prstGeom>
          <a:noFill/>
          <a:ln w="9525">
            <a:noFill/>
          </a:ln>
        </p:spPr>
        <p:txBody>
          <a:bodyPr anchor="t" anchorCtr="0"/>
          <a:p>
            <a:pPr marL="342900" indent="-342900">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rPr>
              <a:t>以价值提升为牵引，致力于打造</a:t>
            </a:r>
            <a:r>
              <a:rPr lang="en-US" altLang="zh-CN" sz="1600" b="1" dirty="0">
                <a:solidFill>
                  <a:srgbClr val="152A8C"/>
                </a:solidFill>
                <a:latin typeface="微软雅黑" panose="020B0503020204020204" charset="-122"/>
                <a:ea typeface="微软雅黑" panose="020B0503020204020204" charset="-122"/>
              </a:rPr>
              <a:t>“3</a:t>
            </a:r>
            <a:r>
              <a:rPr lang="zh-CN" altLang="en-US" sz="1600" b="1" dirty="0">
                <a:solidFill>
                  <a:srgbClr val="152A8C"/>
                </a:solidFill>
                <a:latin typeface="微软雅黑" panose="020B0503020204020204" charset="-122"/>
                <a:ea typeface="微软雅黑" panose="020B0503020204020204" charset="-122"/>
              </a:rPr>
              <a:t>类用户、4个价值阶段、4类业务对象、4</a:t>
            </a:r>
            <a:r>
              <a:rPr lang="zh-CN" altLang="en-US" sz="1600" b="1" dirty="0">
                <a:solidFill>
                  <a:srgbClr val="152A8C"/>
                </a:solidFill>
                <a:latin typeface="微软雅黑" panose="020B0503020204020204" charset="-122"/>
                <a:ea typeface="微软雅黑" panose="020B0503020204020204" charset="-122"/>
              </a:rPr>
              <a:t>项灯塔指标” 的</a:t>
            </a:r>
            <a:r>
              <a:rPr lang="zh-CN" altLang="en-US" sz="1600" b="1" dirty="0">
                <a:solidFill>
                  <a:srgbClr val="152A8C"/>
                </a:solidFill>
                <a:latin typeface="微软雅黑" panose="020B0503020204020204" charset="-122"/>
                <a:ea typeface="微软雅黑" panose="020B0503020204020204" charset="-122"/>
                <a:sym typeface="+mn-ea"/>
              </a:rPr>
              <a:t>股权</a:t>
            </a:r>
            <a:r>
              <a:rPr lang="zh-CN" altLang="en-US" sz="1600" b="1" dirty="0">
                <a:solidFill>
                  <a:srgbClr val="152A8C"/>
                </a:solidFill>
                <a:latin typeface="微软雅黑" panose="020B0503020204020204" charset="-122"/>
                <a:ea typeface="微软雅黑" panose="020B0503020204020204" charset="-122"/>
                <a:sym typeface="+mn-ea"/>
              </a:rPr>
              <a:t>运营平台</a:t>
            </a:r>
            <a:endParaRPr lang="zh-CN" altLang="en-US" sz="1600" b="1" dirty="0">
              <a:solidFill>
                <a:srgbClr val="152A8C"/>
              </a:solidFill>
              <a:latin typeface="微软雅黑" panose="020B0503020204020204" charset="-122"/>
              <a:ea typeface="微软雅黑" panose="020B0503020204020204" charset="-122"/>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en-US" altLang="zh-CN" sz="2400" b="1" dirty="0">
                <a:solidFill>
                  <a:srgbClr val="152A8C"/>
                </a:solidFill>
                <a:latin typeface="微软雅黑" panose="020B0503020204020204" charset="-122"/>
                <a:ea typeface="微软雅黑" panose="020B0503020204020204" charset="-122"/>
              </a:rPr>
              <a:t>1.3 </a:t>
            </a:r>
            <a:r>
              <a:rPr lang="zh-CN" altLang="en-US" sz="2400" b="1" dirty="0">
                <a:solidFill>
                  <a:srgbClr val="152A8C"/>
                </a:solidFill>
                <a:latin typeface="微软雅黑" panose="020B0503020204020204" charset="-122"/>
                <a:ea typeface="微软雅黑" panose="020B0503020204020204" charset="-122"/>
              </a:rPr>
              <a:t>管理系统</a:t>
            </a:r>
            <a:r>
              <a:rPr lang="zh-CN" altLang="en-US" sz="2400" b="1" dirty="0">
                <a:solidFill>
                  <a:srgbClr val="152A8C"/>
                </a:solidFill>
                <a:latin typeface="微软雅黑" panose="020B0503020204020204" charset="-122"/>
                <a:ea typeface="微软雅黑" panose="020B0503020204020204" charset="-122"/>
              </a:rPr>
              <a:t>设计</a:t>
            </a:r>
            <a:endParaRPr lang="zh-CN" altLang="en-US" sz="2400" b="1" dirty="0">
              <a:solidFill>
                <a:srgbClr val="152A8C"/>
              </a:solidFill>
              <a:latin typeface="微软雅黑" panose="020B0503020204020204" charset="-122"/>
              <a:ea typeface="微软雅黑" panose="020B0503020204020204" charset="-122"/>
            </a:endParaRPr>
          </a:p>
        </p:txBody>
      </p:sp>
      <p:grpSp>
        <p:nvGrpSpPr>
          <p:cNvPr id="10" name="组合 9"/>
          <p:cNvGrpSpPr/>
          <p:nvPr/>
        </p:nvGrpSpPr>
        <p:grpSpPr>
          <a:xfrm>
            <a:off x="410403" y="2852753"/>
            <a:ext cx="11562590" cy="2656468"/>
            <a:chOff x="390525" y="3161443"/>
            <a:chExt cx="11562590" cy="2692747"/>
          </a:xfrm>
        </p:grpSpPr>
        <p:grpSp>
          <p:nvGrpSpPr>
            <p:cNvPr id="175" name="组合 174"/>
            <p:cNvGrpSpPr/>
            <p:nvPr/>
          </p:nvGrpSpPr>
          <p:grpSpPr>
            <a:xfrm>
              <a:off x="4880234" y="3459665"/>
              <a:ext cx="2615684" cy="2094574"/>
              <a:chOff x="4929200" y="2964598"/>
              <a:chExt cx="2615684" cy="2094574"/>
            </a:xfrm>
          </p:grpSpPr>
          <p:sp>
            <p:nvSpPr>
              <p:cNvPr id="166" name="矩形 165"/>
              <p:cNvSpPr/>
              <p:nvPr/>
            </p:nvSpPr>
            <p:spPr>
              <a:xfrm>
                <a:off x="4929200" y="2964598"/>
                <a:ext cx="2615684" cy="2094574"/>
              </a:xfrm>
              <a:prstGeom prst="rect">
                <a:avLst/>
              </a:prstGeom>
              <a:noFill/>
              <a:ln w="9525" cap="flat" cmpd="sng" algn="ctr">
                <a:solidFill>
                  <a:srgbClr val="152A8C"/>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165" name="矩形 164"/>
              <p:cNvSpPr/>
              <p:nvPr/>
            </p:nvSpPr>
            <p:spPr>
              <a:xfrm>
                <a:off x="5326035" y="3216490"/>
                <a:ext cx="1757779" cy="1571496"/>
              </a:xfrm>
              <a:prstGeom prst="rect">
                <a:avLst/>
              </a:prstGeom>
              <a:ln>
                <a:headEnd type="none" w="med" len="med"/>
                <a:tailEnd type="none" w="med" len="med"/>
              </a:ln>
            </p:spPr>
            <p:style>
              <a:lnRef idx="3">
                <a:schemeClr val="lt1"/>
              </a:lnRef>
              <a:fillRef idx="1">
                <a:schemeClr val="accent3"/>
              </a:fillRef>
              <a:effectRef idx="1">
                <a:schemeClr val="accent3"/>
              </a:effectRef>
              <a:fontRef idx="minor">
                <a:schemeClr val="lt1"/>
              </a:fontRef>
            </p:style>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专家管理系统</a:t>
                </a:r>
                <a:endParaRPr kumimoji="0" lang="en-US" altLang="zh-CN"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grpSp>
        <p:grpSp>
          <p:nvGrpSpPr>
            <p:cNvPr id="196" name="组合 195"/>
            <p:cNvGrpSpPr/>
            <p:nvPr/>
          </p:nvGrpSpPr>
          <p:grpSpPr>
            <a:xfrm>
              <a:off x="390525" y="3295418"/>
              <a:ext cx="4028638" cy="1049531"/>
              <a:chOff x="266331" y="2835862"/>
              <a:chExt cx="4028638" cy="1049531"/>
            </a:xfrm>
          </p:grpSpPr>
          <p:sp>
            <p:nvSpPr>
              <p:cNvPr id="177" name="矩形 176"/>
              <p:cNvSpPr/>
              <p:nvPr/>
            </p:nvSpPr>
            <p:spPr>
              <a:xfrm>
                <a:off x="266331" y="2992331"/>
                <a:ext cx="4028638" cy="893062"/>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178" name="矩形 177"/>
              <p:cNvSpPr/>
              <p:nvPr/>
            </p:nvSpPr>
            <p:spPr>
              <a:xfrm>
                <a:off x="1163011" y="2835862"/>
                <a:ext cx="1996529" cy="312938"/>
              </a:xfrm>
              <a:prstGeom prst="rect">
                <a:avLst/>
              </a:prstGeom>
              <a:solidFill>
                <a:srgbClr val="2796D4"/>
              </a:solid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个人信息维护</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80" name="矩形 179"/>
              <p:cNvSpPr/>
              <p:nvPr/>
            </p:nvSpPr>
            <p:spPr>
              <a:xfrm>
                <a:off x="363079" y="3252001"/>
                <a:ext cx="1217146" cy="236922"/>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dirty="0">
                    <a:solidFill>
                      <a:srgbClr val="202020"/>
                    </a:solidFill>
                    <a:latin typeface="微软雅黑" panose="020B0503020204020204" charset="-122"/>
                    <a:ea typeface="微软雅黑" panose="020B0503020204020204" charset="-122"/>
                  </a:rPr>
                  <a:t>基本信息</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181" name="矩形 180"/>
              <p:cNvSpPr/>
              <p:nvPr/>
            </p:nvSpPr>
            <p:spPr>
              <a:xfrm>
                <a:off x="363079" y="3551422"/>
                <a:ext cx="1217146" cy="236922"/>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dirty="0">
                    <a:solidFill>
                      <a:srgbClr val="202020"/>
                    </a:solidFill>
                    <a:latin typeface="微软雅黑" panose="020B0503020204020204" charset="-122"/>
                    <a:ea typeface="微软雅黑" panose="020B0503020204020204" charset="-122"/>
                  </a:rPr>
                  <a:t>请假</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187" name="矩形 186"/>
              <p:cNvSpPr/>
              <p:nvPr/>
            </p:nvSpPr>
            <p:spPr>
              <a:xfrm>
                <a:off x="1669001" y="3253636"/>
                <a:ext cx="1217146" cy="236922"/>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证件证书</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188" name="矩形 187"/>
              <p:cNvSpPr/>
              <p:nvPr/>
            </p:nvSpPr>
            <p:spPr>
              <a:xfrm>
                <a:off x="1669001" y="3553057"/>
                <a:ext cx="1217146" cy="236922"/>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学习记录</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189" name="矩形 188"/>
              <p:cNvSpPr/>
              <p:nvPr/>
            </p:nvSpPr>
            <p:spPr>
              <a:xfrm>
                <a:off x="2974923" y="3252001"/>
                <a:ext cx="1217146" cy="236922"/>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专业选择</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190" name="矩形 189"/>
              <p:cNvSpPr/>
              <p:nvPr/>
            </p:nvSpPr>
            <p:spPr>
              <a:xfrm>
                <a:off x="2974923" y="3551422"/>
                <a:ext cx="1217146" cy="236922"/>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a:t>
                </a:r>
                <a:endParaRPr kumimoji="0" lang="en-US" altLang="zh-CN"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grpSp>
        <p:grpSp>
          <p:nvGrpSpPr>
            <p:cNvPr id="11" name="组合 10"/>
            <p:cNvGrpSpPr/>
            <p:nvPr/>
          </p:nvGrpSpPr>
          <p:grpSpPr>
            <a:xfrm>
              <a:off x="7924477" y="3295418"/>
              <a:ext cx="4028638" cy="1036082"/>
              <a:chOff x="266331" y="2835862"/>
              <a:chExt cx="4028638" cy="1036082"/>
            </a:xfrm>
          </p:grpSpPr>
          <p:sp>
            <p:nvSpPr>
              <p:cNvPr id="207" name="矩形 206"/>
              <p:cNvSpPr/>
              <p:nvPr/>
            </p:nvSpPr>
            <p:spPr>
              <a:xfrm>
                <a:off x="266331" y="2992331"/>
                <a:ext cx="4028638" cy="879613"/>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08" name="矩形 207"/>
              <p:cNvSpPr/>
              <p:nvPr/>
            </p:nvSpPr>
            <p:spPr>
              <a:xfrm>
                <a:off x="1401761" y="2835862"/>
                <a:ext cx="1757779" cy="312938"/>
              </a:xfrm>
              <a:prstGeom prst="rect">
                <a:avLst/>
              </a:prstGeom>
              <a:solidFill>
                <a:srgbClr val="2796D4"/>
              </a:solid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b="1" dirty="0">
                    <a:solidFill>
                      <a:srgbClr val="FFFFFF"/>
                    </a:solidFill>
                    <a:latin typeface="微软雅黑" panose="020B0503020204020204" charset="-122"/>
                    <a:ea typeface="微软雅黑" panose="020B0503020204020204" charset="-122"/>
                  </a:rPr>
                  <a:t>考核管理</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09" name="矩形 208"/>
              <p:cNvSpPr/>
              <p:nvPr/>
            </p:nvSpPr>
            <p:spPr>
              <a:xfrm>
                <a:off x="363079" y="3252001"/>
                <a:ext cx="1217146"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出勤情况</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10" name="矩形 209"/>
              <p:cNvSpPr/>
              <p:nvPr/>
            </p:nvSpPr>
            <p:spPr>
              <a:xfrm>
                <a:off x="363079" y="3551422"/>
                <a:ext cx="1217146"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dirty="0">
                    <a:solidFill>
                      <a:srgbClr val="202020"/>
                    </a:solidFill>
                    <a:latin typeface="微软雅黑" panose="020B0503020204020204" charset="-122"/>
                    <a:ea typeface="微软雅黑" panose="020B0503020204020204" charset="-122"/>
                  </a:rPr>
                  <a:t>负面行为</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11" name="矩形 210"/>
              <p:cNvSpPr/>
              <p:nvPr/>
            </p:nvSpPr>
            <p:spPr>
              <a:xfrm>
                <a:off x="1669001" y="3253636"/>
                <a:ext cx="1217146"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项目得分</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13" name="矩形 212"/>
              <p:cNvSpPr/>
              <p:nvPr/>
            </p:nvSpPr>
            <p:spPr>
              <a:xfrm>
                <a:off x="2974923" y="3252001"/>
                <a:ext cx="1275882"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dirty="0">
                    <a:solidFill>
                      <a:srgbClr val="202020"/>
                    </a:solidFill>
                    <a:latin typeface="微软雅黑" panose="020B0503020204020204" charset="-122"/>
                    <a:ea typeface="微软雅黑" panose="020B0503020204020204" charset="-122"/>
                  </a:rPr>
                  <a:t>围串标</a:t>
                </a:r>
                <a:r>
                  <a:rPr lang="en-US" altLang="zh-CN" sz="1050" dirty="0">
                    <a:solidFill>
                      <a:srgbClr val="202020"/>
                    </a:solidFill>
                    <a:latin typeface="微软雅黑" panose="020B0503020204020204" charset="-122"/>
                    <a:ea typeface="微软雅黑" panose="020B0503020204020204" charset="-122"/>
                  </a:rPr>
                  <a:t>/</a:t>
                </a:r>
                <a:r>
                  <a:rPr lang="zh-CN" altLang="en-US" sz="1050" dirty="0">
                    <a:solidFill>
                      <a:srgbClr val="202020"/>
                    </a:solidFill>
                    <a:latin typeface="微软雅黑" panose="020B0503020204020204" charset="-122"/>
                    <a:ea typeface="微软雅黑" panose="020B0503020204020204" charset="-122"/>
                  </a:rPr>
                  <a:t>造假识别</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grpSp>
        <p:grpSp>
          <p:nvGrpSpPr>
            <p:cNvPr id="215" name="组合 214"/>
            <p:cNvGrpSpPr/>
            <p:nvPr/>
          </p:nvGrpSpPr>
          <p:grpSpPr>
            <a:xfrm>
              <a:off x="7921401" y="4502276"/>
              <a:ext cx="4028638" cy="1036082"/>
              <a:chOff x="266331" y="2835862"/>
              <a:chExt cx="4028638" cy="1036082"/>
            </a:xfrm>
          </p:grpSpPr>
          <p:sp>
            <p:nvSpPr>
              <p:cNvPr id="216" name="矩形 215"/>
              <p:cNvSpPr/>
              <p:nvPr/>
            </p:nvSpPr>
            <p:spPr>
              <a:xfrm>
                <a:off x="266331" y="2992331"/>
                <a:ext cx="4028638" cy="879613"/>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17" name="矩形 216"/>
              <p:cNvSpPr/>
              <p:nvPr/>
            </p:nvSpPr>
            <p:spPr>
              <a:xfrm>
                <a:off x="1401761" y="2835862"/>
                <a:ext cx="1757779" cy="312938"/>
              </a:xfrm>
              <a:prstGeom prst="rect">
                <a:avLst/>
              </a:prstGeom>
              <a:solidFill>
                <a:srgbClr val="2796D4"/>
              </a:solid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b="1" dirty="0">
                    <a:solidFill>
                      <a:srgbClr val="FFFFFF"/>
                    </a:solidFill>
                    <a:latin typeface="微软雅黑" panose="020B0503020204020204" charset="-122"/>
                    <a:ea typeface="微软雅黑" panose="020B0503020204020204" charset="-122"/>
                  </a:rPr>
                  <a:t>培训管理</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18" name="矩形 217"/>
              <p:cNvSpPr/>
              <p:nvPr/>
            </p:nvSpPr>
            <p:spPr>
              <a:xfrm>
                <a:off x="363079" y="3252001"/>
                <a:ext cx="1217146"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学习资料发布</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19" name="矩形 218"/>
              <p:cNvSpPr/>
              <p:nvPr/>
            </p:nvSpPr>
            <p:spPr>
              <a:xfrm>
                <a:off x="363079" y="3551422"/>
                <a:ext cx="1217146"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理论题库维护</a:t>
                </a:r>
                <a:endParaRPr kumimoji="0" lang="en-US" altLang="zh-CN"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20" name="矩形 219"/>
              <p:cNvSpPr/>
              <p:nvPr/>
            </p:nvSpPr>
            <p:spPr>
              <a:xfrm>
                <a:off x="1669001" y="3253636"/>
                <a:ext cx="1217146"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培训班创建</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21" name="矩形 220"/>
              <p:cNvSpPr/>
              <p:nvPr/>
            </p:nvSpPr>
            <p:spPr>
              <a:xfrm>
                <a:off x="1669001" y="3553057"/>
                <a:ext cx="1217146"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模拟评标案例</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22" name="矩形 221"/>
              <p:cNvSpPr/>
              <p:nvPr/>
            </p:nvSpPr>
            <p:spPr>
              <a:xfrm>
                <a:off x="2974923" y="3252001"/>
                <a:ext cx="1278958" cy="236922"/>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dirty="0">
                    <a:solidFill>
                      <a:srgbClr val="202020"/>
                    </a:solidFill>
                    <a:latin typeface="微软雅黑" panose="020B0503020204020204" charset="-122"/>
                    <a:ea typeface="微软雅黑" panose="020B0503020204020204" charset="-122"/>
                  </a:rPr>
                  <a:t>学习记录统计</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grpSp>
        <p:cxnSp>
          <p:nvCxnSpPr>
            <p:cNvPr id="273" name="直接箭头连接符 272"/>
            <p:cNvCxnSpPr>
              <a:stCxn id="165" idx="0"/>
            </p:cNvCxnSpPr>
            <p:nvPr/>
          </p:nvCxnSpPr>
          <p:spPr bwMode="auto">
            <a:xfrm flipV="1">
              <a:off x="6155959" y="3161443"/>
              <a:ext cx="4678" cy="550113"/>
            </a:xfrm>
            <a:prstGeom prst="straightConnector1">
              <a:avLst/>
            </a:prstGeom>
            <a:solidFill>
              <a:schemeClr val="accent1"/>
            </a:solidFill>
            <a:ln w="9525" cap="flat" cmpd="sng" algn="ctr">
              <a:solidFill>
                <a:srgbClr val="152A8C"/>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275" name="直接箭头连接符 274"/>
            <p:cNvCxnSpPr>
              <a:stCxn id="166" idx="2"/>
              <a:endCxn id="49" idx="0"/>
            </p:cNvCxnSpPr>
            <p:nvPr/>
          </p:nvCxnSpPr>
          <p:spPr bwMode="auto">
            <a:xfrm flipH="1">
              <a:off x="6188076" y="5554239"/>
              <a:ext cx="635" cy="299951"/>
            </a:xfrm>
            <a:prstGeom prst="straightConnector1">
              <a:avLst/>
            </a:prstGeom>
            <a:solidFill>
              <a:schemeClr val="accent1"/>
            </a:solidFill>
            <a:ln w="9525" cap="flat" cmpd="sng" algn="ctr">
              <a:solidFill>
                <a:srgbClr val="152A8C"/>
              </a:solidFill>
              <a:prstDash val="solid"/>
              <a:round/>
              <a:headEnd type="none" w="med" len="med"/>
              <a:tailEnd type="triangle"/>
            </a:ln>
            <a:effectLst>
              <a:outerShdw dist="17961" dir="2700000" algn="ctr" rotWithShape="0">
                <a:schemeClr val="tx1">
                  <a:gamma/>
                  <a:shade val="60000"/>
                  <a:invGamma/>
                </a:schemeClr>
              </a:outerShdw>
            </a:effectLst>
          </p:spPr>
        </p:cxnSp>
      </p:grpSp>
      <p:cxnSp>
        <p:nvCxnSpPr>
          <p:cNvPr id="12" name="连接符: 肘形 20"/>
          <p:cNvCxnSpPr/>
          <p:nvPr/>
        </p:nvCxnSpPr>
        <p:spPr bwMode="auto">
          <a:xfrm rot="16200000" flipV="1">
            <a:off x="4377090" y="3641751"/>
            <a:ext cx="590816" cy="466914"/>
          </a:xfrm>
          <a:prstGeom prst="bentConnector2">
            <a:avLst/>
          </a:prstGeom>
          <a:solidFill>
            <a:schemeClr val="accent1"/>
          </a:solidFill>
          <a:ln w="9525" cap="flat" cmpd="sng" algn="ctr">
            <a:solidFill>
              <a:srgbClr val="152A8C"/>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33" name="连接符: 肘形 21"/>
          <p:cNvCxnSpPr>
            <a:stCxn id="165" idx="1"/>
            <a:endCxn id="39" idx="3"/>
          </p:cNvCxnSpPr>
          <p:nvPr/>
        </p:nvCxnSpPr>
        <p:spPr bwMode="auto">
          <a:xfrm rot="10800000" flipV="1">
            <a:off x="4455335" y="4170618"/>
            <a:ext cx="841612" cy="612046"/>
          </a:xfrm>
          <a:prstGeom prst="bentConnector3">
            <a:avLst>
              <a:gd name="adj1" fmla="val 46221"/>
            </a:avLst>
          </a:prstGeom>
          <a:solidFill>
            <a:schemeClr val="accent1"/>
          </a:solidFill>
          <a:ln w="9525" cap="flat" cmpd="sng" algn="ctr">
            <a:solidFill>
              <a:srgbClr val="152A8C"/>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36" name="连接符: 肘形 22"/>
          <p:cNvCxnSpPr/>
          <p:nvPr/>
        </p:nvCxnSpPr>
        <p:spPr bwMode="auto">
          <a:xfrm flipV="1">
            <a:off x="7054726" y="3534286"/>
            <a:ext cx="889629" cy="636330"/>
          </a:xfrm>
          <a:prstGeom prst="bentConnector3">
            <a:avLst>
              <a:gd name="adj1" fmla="val 52235"/>
            </a:avLst>
          </a:prstGeom>
          <a:solidFill>
            <a:schemeClr val="accent1"/>
          </a:solidFill>
          <a:ln w="9525" cap="flat" cmpd="sng" algn="ctr">
            <a:solidFill>
              <a:srgbClr val="152A8C"/>
            </a:solidFill>
            <a:prstDash val="solid"/>
            <a:round/>
            <a:headEnd type="none" w="med" len="med"/>
            <a:tailEnd type="triangle"/>
          </a:ln>
          <a:effectLst>
            <a:outerShdw dist="17961" dir="2700000" algn="ctr" rotWithShape="0">
              <a:schemeClr val="tx1">
                <a:gamma/>
                <a:shade val="60000"/>
                <a:invGamma/>
              </a:schemeClr>
            </a:outerShdw>
          </a:effectLst>
        </p:spPr>
      </p:cxnSp>
      <p:cxnSp>
        <p:nvCxnSpPr>
          <p:cNvPr id="38" name="连接符: 肘形 23"/>
          <p:cNvCxnSpPr/>
          <p:nvPr/>
        </p:nvCxnSpPr>
        <p:spPr bwMode="auto">
          <a:xfrm rot="16200000" flipH="1">
            <a:off x="7428849" y="4228714"/>
            <a:ext cx="599378" cy="425482"/>
          </a:xfrm>
          <a:prstGeom prst="bentConnector3">
            <a:avLst>
              <a:gd name="adj1" fmla="val 101406"/>
            </a:avLst>
          </a:prstGeom>
          <a:solidFill>
            <a:schemeClr val="accent1"/>
          </a:solidFill>
          <a:ln w="9525" cap="flat" cmpd="sng" algn="ctr">
            <a:solidFill>
              <a:srgbClr val="152A8C"/>
            </a:solidFill>
            <a:prstDash val="solid"/>
            <a:round/>
            <a:headEnd type="none" w="med" len="med"/>
            <a:tailEnd type="triangle"/>
          </a:ln>
          <a:effectLst>
            <a:outerShdw dist="17961" dir="2700000" algn="ctr" rotWithShape="0">
              <a:schemeClr val="tx1">
                <a:gamma/>
                <a:shade val="60000"/>
                <a:invGamma/>
              </a:schemeClr>
            </a:outerShdw>
          </a:effectLst>
        </p:spPr>
      </p:cxnSp>
      <p:sp>
        <p:nvSpPr>
          <p:cNvPr id="39" name="矩形 38"/>
          <p:cNvSpPr/>
          <p:nvPr/>
        </p:nvSpPr>
        <p:spPr>
          <a:xfrm>
            <a:off x="426697" y="4342149"/>
            <a:ext cx="4028638" cy="8810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0" name="矩形 39"/>
          <p:cNvSpPr/>
          <p:nvPr/>
        </p:nvSpPr>
        <p:spPr>
          <a:xfrm>
            <a:off x="1306830" y="4177665"/>
            <a:ext cx="2012950" cy="308610"/>
          </a:xfrm>
          <a:prstGeom prst="rect">
            <a:avLst/>
          </a:prstGeom>
          <a:solidFill>
            <a:srgbClr val="2796D4"/>
          </a:solid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b="1" dirty="0">
                <a:solidFill>
                  <a:srgbClr val="FFFFFF"/>
                </a:solidFill>
                <a:latin typeface="微软雅黑" panose="020B0503020204020204" charset="-122"/>
                <a:ea typeface="微软雅黑" panose="020B0503020204020204" charset="-122"/>
              </a:rPr>
              <a:t>出入库管理</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41" name="矩形 40"/>
          <p:cNvSpPr/>
          <p:nvPr/>
        </p:nvSpPr>
        <p:spPr>
          <a:xfrm>
            <a:off x="523445" y="4592979"/>
            <a:ext cx="1217146"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入库审核</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2" name="矩形 41"/>
          <p:cNvSpPr/>
          <p:nvPr/>
        </p:nvSpPr>
        <p:spPr>
          <a:xfrm>
            <a:off x="523445" y="4892400"/>
            <a:ext cx="1217146"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快捷导入</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3" name="矩形 42"/>
          <p:cNvSpPr/>
          <p:nvPr/>
        </p:nvSpPr>
        <p:spPr>
          <a:xfrm>
            <a:off x="1829367" y="4594614"/>
            <a:ext cx="1217146"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信息变更审核</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4" name="矩形 43"/>
          <p:cNvSpPr/>
          <p:nvPr/>
        </p:nvSpPr>
        <p:spPr>
          <a:xfrm>
            <a:off x="1829367" y="4894035"/>
            <a:ext cx="1217146"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专业编辑</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5" name="矩形 44"/>
          <p:cNvSpPr/>
          <p:nvPr/>
        </p:nvSpPr>
        <p:spPr>
          <a:xfrm>
            <a:off x="3135289" y="4592979"/>
            <a:ext cx="1217146"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退库审核</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24" name="矩形 223"/>
          <p:cNvSpPr/>
          <p:nvPr/>
        </p:nvSpPr>
        <p:spPr>
          <a:xfrm>
            <a:off x="3135289" y="4892400"/>
            <a:ext cx="1217146"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en-US" altLang="zh-CN" sz="1050" noProof="0" dirty="0">
                <a:ln>
                  <a:noFill/>
                </a:ln>
                <a:solidFill>
                  <a:srgbClr val="202020"/>
                </a:solidFill>
                <a:effectLst/>
                <a:uLnTx/>
                <a:uFillTx/>
                <a:latin typeface="微软雅黑" panose="020B0503020204020204" charset="-122"/>
                <a:ea typeface="微软雅黑" panose="020B0503020204020204" charset="-122"/>
                <a:sym typeface="+mn-ea"/>
              </a:rPr>
              <a:t>……</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33" name="矩形 232"/>
          <p:cNvSpPr/>
          <p:nvPr/>
        </p:nvSpPr>
        <p:spPr>
          <a:xfrm>
            <a:off x="8287567" y="2418858"/>
            <a:ext cx="1103308" cy="230974"/>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费用进度查询</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34" name="矩形 233"/>
          <p:cNvSpPr/>
          <p:nvPr/>
        </p:nvSpPr>
        <p:spPr>
          <a:xfrm>
            <a:off x="4413357" y="2415361"/>
            <a:ext cx="1012074"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noProof="0" dirty="0">
                <a:ln>
                  <a:noFill/>
                </a:ln>
                <a:solidFill>
                  <a:srgbClr val="202020"/>
                </a:solidFill>
                <a:effectLst/>
                <a:uLnTx/>
                <a:uFillTx/>
                <a:latin typeface="微软雅黑" panose="020B0503020204020204" charset="-122"/>
                <a:ea typeface="微软雅黑" panose="020B0503020204020204" charset="-122"/>
                <a:sym typeface="+mn-ea"/>
              </a:rPr>
              <a:t>快捷请假</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35" name="矩形 234"/>
          <p:cNvSpPr/>
          <p:nvPr/>
        </p:nvSpPr>
        <p:spPr>
          <a:xfrm>
            <a:off x="3284652" y="2414568"/>
            <a:ext cx="934839"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通知公告</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36" name="矩形 235"/>
          <p:cNvSpPr/>
          <p:nvPr/>
        </p:nvSpPr>
        <p:spPr>
          <a:xfrm>
            <a:off x="9344025" y="3692525"/>
            <a:ext cx="1217295" cy="231775"/>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组织能力评价</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37" name="矩形 236"/>
          <p:cNvSpPr/>
          <p:nvPr/>
        </p:nvSpPr>
        <p:spPr>
          <a:xfrm>
            <a:off x="10657490" y="3692614"/>
            <a:ext cx="1284037" cy="233730"/>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dirty="0">
                <a:solidFill>
                  <a:srgbClr val="202020"/>
                </a:solidFill>
                <a:latin typeface="微软雅黑" panose="020B0503020204020204" charset="-122"/>
                <a:ea typeface="微软雅黑" panose="020B0503020204020204" charset="-122"/>
              </a:rPr>
              <a:t>年终考评</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38" name="矩形 237"/>
          <p:cNvSpPr/>
          <p:nvPr/>
        </p:nvSpPr>
        <p:spPr>
          <a:xfrm>
            <a:off x="10656933" y="4865255"/>
            <a:ext cx="1271896" cy="233730"/>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培训需求收集</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268" name="矩形 267"/>
          <p:cNvSpPr/>
          <p:nvPr/>
        </p:nvSpPr>
        <p:spPr>
          <a:xfrm>
            <a:off x="2861739" y="5892717"/>
            <a:ext cx="1244851" cy="244223"/>
          </a:xfrm>
          <a:prstGeom prst="rect">
            <a:avLst/>
          </a:prstGeom>
          <a:noFill/>
          <a:ln w="9525" cap="flat" cmpd="sng" algn="ctr">
            <a:solidFill>
              <a:srgbClr val="008080"/>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专家看板</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6" name="矩形 45"/>
          <p:cNvSpPr/>
          <p:nvPr/>
        </p:nvSpPr>
        <p:spPr>
          <a:xfrm>
            <a:off x="4219666" y="5893227"/>
            <a:ext cx="1316557" cy="244223"/>
          </a:xfrm>
          <a:prstGeom prst="rect">
            <a:avLst/>
          </a:prstGeom>
          <a:noFill/>
          <a:ln w="9525" cap="flat" cmpd="sng" algn="ctr">
            <a:solidFill>
              <a:srgbClr val="008080"/>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抽取与出勤分析</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7" name="矩形 46"/>
          <p:cNvSpPr/>
          <p:nvPr/>
        </p:nvSpPr>
        <p:spPr>
          <a:xfrm>
            <a:off x="5625976" y="5893227"/>
            <a:ext cx="1316557" cy="244223"/>
          </a:xfrm>
          <a:prstGeom prst="rect">
            <a:avLst/>
          </a:prstGeom>
          <a:noFill/>
          <a:ln w="9525" cap="flat" cmpd="sng" algn="ctr">
            <a:solidFill>
              <a:srgbClr val="008080"/>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紧缺专业分析</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8" name="矩形 47"/>
          <p:cNvSpPr/>
          <p:nvPr/>
        </p:nvSpPr>
        <p:spPr>
          <a:xfrm>
            <a:off x="2785745" y="5682615"/>
            <a:ext cx="7036435" cy="547370"/>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49" name="矩形 48"/>
          <p:cNvSpPr/>
          <p:nvPr/>
        </p:nvSpPr>
        <p:spPr>
          <a:xfrm>
            <a:off x="5426159" y="5509478"/>
            <a:ext cx="1563590" cy="279063"/>
          </a:xfrm>
          <a:prstGeom prst="rect">
            <a:avLst/>
          </a:prstGeom>
          <a:solidFill>
            <a:srgbClr val="008080"/>
          </a:solidFill>
          <a:ln w="9525" cap="flat" cmpd="sng" algn="ctr">
            <a:solidFill>
              <a:srgbClr val="008080"/>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lang="zh-CN" altLang="en-US" sz="1050" b="1" dirty="0">
                <a:solidFill>
                  <a:srgbClr val="FFFFFF"/>
                </a:solidFill>
                <a:latin typeface="微软雅黑" panose="020B0503020204020204" charset="-122"/>
                <a:ea typeface="微软雅黑" panose="020B0503020204020204" charset="-122"/>
              </a:rPr>
              <a:t>大数据系统</a:t>
            </a:r>
            <a:endParaRPr kumimoji="0" lang="zh-CN" altLang="en-US" sz="105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50" name="矩形 49"/>
          <p:cNvSpPr/>
          <p:nvPr/>
        </p:nvSpPr>
        <p:spPr>
          <a:xfrm>
            <a:off x="2785110" y="2282825"/>
            <a:ext cx="6822440" cy="551180"/>
          </a:xfrm>
          <a:prstGeom prst="rect">
            <a:avLst/>
          </a:prstGeom>
          <a:noFill/>
          <a:ln w="9525" cap="flat" cmpd="sng" algn="ctr">
            <a:solidFill>
              <a:srgbClr val="009999"/>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400" b="0" i="0" u="none" strike="noStrike" kern="1200" cap="none" spc="0" normalizeH="0" baseline="0" noProof="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51" name="矩形 50"/>
          <p:cNvSpPr/>
          <p:nvPr/>
        </p:nvSpPr>
        <p:spPr>
          <a:xfrm>
            <a:off x="5441498" y="2017284"/>
            <a:ext cx="1563590" cy="308722"/>
          </a:xfrm>
          <a:prstGeom prst="rect">
            <a:avLst/>
          </a:prstGeom>
          <a:solidFill>
            <a:srgbClr val="008080"/>
          </a:solidFill>
          <a:ln w="9525" cap="flat" cmpd="sng" algn="ctr">
            <a:solidFill>
              <a:srgbClr val="00B0F0"/>
            </a:solidFill>
            <a:prstDash val="solid"/>
            <a:round/>
            <a:headEnd type="none" w="med" len="med"/>
            <a:tailEnd type="none" w="med" len="med"/>
          </a:ln>
        </p:spPr>
        <p:txBody>
          <a:bodyPr vert="horz" wrap="squar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rPr>
              <a:t>  专家助手</a:t>
            </a:r>
            <a:r>
              <a:rPr kumimoji="0" lang="en-US" altLang="zh-CN" sz="1050" b="1" i="0" u="none" strike="noStrike" kern="1200" cap="none" spc="0" normalizeH="0" baseline="0" noProof="0" dirty="0">
                <a:ln>
                  <a:noFill/>
                </a:ln>
                <a:solidFill>
                  <a:srgbClr val="FFFFFF"/>
                </a:solidFill>
                <a:effectLst/>
                <a:highlight>
                  <a:srgbClr val="008000"/>
                </a:highlight>
                <a:uLnTx/>
                <a:uFillTx/>
                <a:latin typeface="微软雅黑" panose="020B0503020204020204" charset="-122"/>
                <a:ea typeface="微软雅黑" panose="020B0503020204020204" charset="-122"/>
                <a:cs typeface="+mn-cs"/>
              </a:rPr>
              <a:t>APP</a:t>
            </a:r>
            <a:endParaRPr kumimoji="0" lang="en-US" altLang="zh-CN" sz="1050" b="1" i="0" u="none" strike="noStrike" kern="1200" cap="none" spc="0" normalizeH="0" baseline="0" noProof="0" dirty="0">
              <a:ln>
                <a:noFill/>
              </a:ln>
              <a:solidFill>
                <a:srgbClr val="FFFFFF"/>
              </a:solidFill>
              <a:effectLst/>
              <a:highlight>
                <a:srgbClr val="008000"/>
              </a:highlight>
              <a:uLnTx/>
              <a:uFillTx/>
              <a:latin typeface="微软雅黑" panose="020B0503020204020204" charset="-122"/>
              <a:ea typeface="微软雅黑" panose="020B0503020204020204" charset="-122"/>
              <a:cs typeface="+mn-cs"/>
            </a:endParaRPr>
          </a:p>
        </p:txBody>
      </p:sp>
      <p:sp>
        <p:nvSpPr>
          <p:cNvPr id="52" name="矩形 51"/>
          <p:cNvSpPr/>
          <p:nvPr/>
        </p:nvSpPr>
        <p:spPr>
          <a:xfrm>
            <a:off x="5626207" y="2414091"/>
            <a:ext cx="1012074" cy="23373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快捷学习</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53" name="矩形 52"/>
          <p:cNvSpPr/>
          <p:nvPr/>
        </p:nvSpPr>
        <p:spPr>
          <a:xfrm>
            <a:off x="6781165" y="2414270"/>
            <a:ext cx="1393190" cy="233680"/>
          </a:xfrm>
          <a:prstGeom prst="rect">
            <a:avLst/>
          </a:prstGeom>
          <a:noFill/>
          <a:ln w="9525" cap="flat" cmpd="sng" algn="ctr">
            <a:solidFill>
              <a:srgbClr val="2796D4"/>
            </a:solidFill>
            <a:prstDash val="solid"/>
            <a:round/>
            <a:headEnd type="none" w="med" len="med"/>
            <a:tailEnd type="none" w="med" len="med"/>
          </a:ln>
        </p:spPr>
        <p:txBody>
          <a:bodyPr vert="horz" wrap="square" lIns="91440" tIns="45720" rIns="91440" bIns="45720" numCol="1" rtlCol="0" anchor="ctr"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待评审项目信息查阅</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54" name="矩形 53"/>
          <p:cNvSpPr/>
          <p:nvPr/>
        </p:nvSpPr>
        <p:spPr>
          <a:xfrm>
            <a:off x="7054644" y="5893352"/>
            <a:ext cx="1244851" cy="244223"/>
          </a:xfrm>
          <a:prstGeom prst="rect">
            <a:avLst/>
          </a:prstGeom>
          <a:noFill/>
          <a:ln w="9525" cap="flat" cmpd="sng" algn="ctr">
            <a:solidFill>
              <a:srgbClr val="008080"/>
            </a:solidFill>
            <a:prstDash val="solid"/>
            <a:round/>
            <a:headEnd type="none" w="med" len="med"/>
            <a:tailEnd type="none" w="med" len="med"/>
          </a:ln>
        </p:spPr>
        <p:txBody>
          <a:bodyPr vert="horz" wrap="square" lIns="91440" tIns="45720" rIns="91440" bIns="45720" numCol="1" rtlCol="0" anchor="ctr"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抱团分析</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
        <p:nvSpPr>
          <p:cNvPr id="55" name="矩形 54"/>
          <p:cNvSpPr/>
          <p:nvPr/>
        </p:nvSpPr>
        <p:spPr>
          <a:xfrm>
            <a:off x="8426244" y="5893352"/>
            <a:ext cx="1244851" cy="244223"/>
          </a:xfrm>
          <a:prstGeom prst="rect">
            <a:avLst/>
          </a:prstGeom>
          <a:noFill/>
          <a:ln w="9525" cap="flat" cmpd="sng" algn="ctr">
            <a:solidFill>
              <a:srgbClr val="008080"/>
            </a:solidFill>
            <a:prstDash val="solid"/>
            <a:round/>
            <a:headEnd type="none" w="med" len="med"/>
            <a:tailEnd type="none" w="med" len="med"/>
          </a:ln>
        </p:spPr>
        <p:txBody>
          <a:bodyPr vert="horz" wrap="square" lIns="91440" tIns="45720" rIns="91440" bIns="45720" numCol="1" rtlCol="0" anchor="ctr" anchorCtr="0" compatLnSpc="1"/>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rPr>
              <a:t>个人画像</a:t>
            </a:r>
            <a:endParaRPr kumimoji="0" lang="zh-CN" altLang="en-US" sz="1050" b="0" i="0" u="none" strike="noStrike" kern="1200" cap="none" spc="0" normalizeH="0" baseline="0" noProof="0" dirty="0">
              <a:ln>
                <a:noFill/>
              </a:ln>
              <a:solidFill>
                <a:srgbClr val="202020"/>
              </a:solidFill>
              <a:effectLst/>
              <a:uLnTx/>
              <a:uFillTx/>
              <a:latin typeface="微软雅黑" panose="020B0503020204020204" charset="-122"/>
              <a:ea typeface="微软雅黑" panose="020B0503020204020204" charset="-122"/>
              <a:cs typeface="+mn-cs"/>
            </a:endParaRPr>
          </a:p>
        </p:txBody>
      </p:sp>
    </p:spTree>
  </p:cSld>
  <p:clrMapOvr>
    <a:overrideClrMapping bg1="lt1" tx1="dk1" bg2="lt2" tx2="dk2" accent1="accent1" accent2="accent2" accent3="accent3" accent4="accent4" accent5="accent5" accent6="accent6" hlink="hlink" folHlink="folHlink"/>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164" name="Freeform: Shape 99"/>
          <p:cNvSpPr/>
          <p:nvPr/>
        </p:nvSpPr>
        <p:spPr>
          <a:xfrm>
            <a:off x="10139973" y="1867613"/>
            <a:ext cx="531628" cy="4174882"/>
          </a:xfrm>
          <a:custGeom>
            <a:avLst/>
            <a:gdLst>
              <a:gd name="connsiteX0" fmla="*/ 0 w 495300"/>
              <a:gd name="connsiteY0" fmla="*/ 0 h 4210050"/>
              <a:gd name="connsiteX1" fmla="*/ 0 w 495300"/>
              <a:gd name="connsiteY1" fmla="*/ 4210050 h 4210050"/>
              <a:gd name="connsiteX2" fmla="*/ 495300 w 495300"/>
              <a:gd name="connsiteY2" fmla="*/ 3962400 h 4210050"/>
              <a:gd name="connsiteX3" fmla="*/ 495300 w 495300"/>
              <a:gd name="connsiteY3" fmla="*/ 381000 h 4210050"/>
              <a:gd name="connsiteX4" fmla="*/ 0 w 495300"/>
              <a:gd name="connsiteY4" fmla="*/ 0 h 4210050"/>
              <a:gd name="connsiteX0-1" fmla="*/ 0 w 495300"/>
              <a:gd name="connsiteY0-2" fmla="*/ 0 h 4210050"/>
              <a:gd name="connsiteX1-3" fmla="*/ 0 w 495300"/>
              <a:gd name="connsiteY1-4" fmla="*/ 4210050 h 4210050"/>
              <a:gd name="connsiteX2-5" fmla="*/ 495300 w 495300"/>
              <a:gd name="connsiteY2-6" fmla="*/ 3962400 h 4210050"/>
              <a:gd name="connsiteX3-7" fmla="*/ 421211 w 495300"/>
              <a:gd name="connsiteY3-8" fmla="*/ 480221 h 4210050"/>
              <a:gd name="connsiteX4-9" fmla="*/ 0 w 495300"/>
              <a:gd name="connsiteY4-10" fmla="*/ 0 h 4210050"/>
              <a:gd name="connsiteX0-11" fmla="*/ 0 w 421211"/>
              <a:gd name="connsiteY0-12" fmla="*/ 0 h 4210050"/>
              <a:gd name="connsiteX1-13" fmla="*/ 0 w 421211"/>
              <a:gd name="connsiteY1-14" fmla="*/ 4210050 h 4210050"/>
              <a:gd name="connsiteX2-15" fmla="*/ 411951 w 421211"/>
              <a:gd name="connsiteY2-16" fmla="*/ 3807368 h 4210050"/>
              <a:gd name="connsiteX3-17" fmla="*/ 421211 w 421211"/>
              <a:gd name="connsiteY3-18" fmla="*/ 480221 h 4210050"/>
              <a:gd name="connsiteX4-19" fmla="*/ 0 w 421211"/>
              <a:gd name="connsiteY4-20" fmla="*/ 0 h 4210050"/>
              <a:gd name="connsiteX0-21" fmla="*/ 0 w 421211"/>
              <a:gd name="connsiteY0-22" fmla="*/ 0 h 4210050"/>
              <a:gd name="connsiteX1-23" fmla="*/ 0 w 421211"/>
              <a:gd name="connsiteY1-24" fmla="*/ 4210050 h 4210050"/>
              <a:gd name="connsiteX2-25" fmla="*/ 411951 w 421211"/>
              <a:gd name="connsiteY2-26" fmla="*/ 3807368 h 4210050"/>
              <a:gd name="connsiteX3-27" fmla="*/ 421211 w 421211"/>
              <a:gd name="connsiteY3-28" fmla="*/ 394595 h 4210050"/>
              <a:gd name="connsiteX4-29" fmla="*/ 0 w 421211"/>
              <a:gd name="connsiteY4-30" fmla="*/ 0 h 42100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21211" h="4210050">
                <a:moveTo>
                  <a:pt x="0" y="0"/>
                </a:moveTo>
                <a:lnTo>
                  <a:pt x="0" y="4210050"/>
                </a:lnTo>
                <a:lnTo>
                  <a:pt x="411951" y="3807368"/>
                </a:lnTo>
                <a:cubicBezTo>
                  <a:pt x="415038" y="2698319"/>
                  <a:pt x="418124" y="1503644"/>
                  <a:pt x="421211" y="394595"/>
                </a:cubicBezTo>
                <a:lnTo>
                  <a:pt x="0" y="0"/>
                </a:lnTo>
                <a:close/>
              </a:path>
            </a:pathLst>
          </a:custGeom>
          <a:pattFill prst="wdUpDiag">
            <a:fgClr>
              <a:srgbClr val="FFFFFF">
                <a:lumMod val="95000"/>
              </a:srgbClr>
            </a:fgClr>
            <a:bgClr>
              <a:srgbClr val="FFFFFF"/>
            </a:bgClr>
          </a:pattFill>
          <a:ln w="9525" cap="flat" cmpd="sng" algn="ctr">
            <a:gradFill flip="none" rotWithShape="1">
              <a:gsLst>
                <a:gs pos="0">
                  <a:srgbClr val="FFFFFF">
                    <a:lumMod val="5000"/>
                    <a:lumOff val="95000"/>
                  </a:srgbClr>
                </a:gs>
                <a:gs pos="100000">
                  <a:srgbClr val="787878">
                    <a:lumMod val="20000"/>
                    <a:lumOff val="80000"/>
                  </a:srgbClr>
                </a:gs>
              </a:gsLst>
              <a:lin ang="0" scaled="1"/>
              <a:tileRect/>
            </a:gradFill>
            <a:prstDash val="sysDot"/>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grpSp>
        <p:nvGrpSpPr>
          <p:cNvPr id="223" name="组合 222"/>
          <p:cNvGrpSpPr/>
          <p:nvPr/>
        </p:nvGrpSpPr>
        <p:grpSpPr>
          <a:xfrm>
            <a:off x="3118778" y="1814273"/>
            <a:ext cx="531628" cy="4174882"/>
            <a:chOff x="5436872" y="2681785"/>
            <a:chExt cx="531628" cy="4228862"/>
          </a:xfrm>
        </p:grpSpPr>
        <p:sp>
          <p:nvSpPr>
            <p:cNvPr id="224" name="Freeform: Shape 99"/>
            <p:cNvSpPr/>
            <p:nvPr/>
          </p:nvSpPr>
          <p:spPr>
            <a:xfrm>
              <a:off x="5436872" y="2681785"/>
              <a:ext cx="531628" cy="4228862"/>
            </a:xfrm>
            <a:custGeom>
              <a:avLst/>
              <a:gdLst>
                <a:gd name="connsiteX0" fmla="*/ 0 w 495300"/>
                <a:gd name="connsiteY0" fmla="*/ 0 h 4210050"/>
                <a:gd name="connsiteX1" fmla="*/ 0 w 495300"/>
                <a:gd name="connsiteY1" fmla="*/ 4210050 h 4210050"/>
                <a:gd name="connsiteX2" fmla="*/ 495300 w 495300"/>
                <a:gd name="connsiteY2" fmla="*/ 3962400 h 4210050"/>
                <a:gd name="connsiteX3" fmla="*/ 495300 w 495300"/>
                <a:gd name="connsiteY3" fmla="*/ 381000 h 4210050"/>
                <a:gd name="connsiteX4" fmla="*/ 0 w 495300"/>
                <a:gd name="connsiteY4" fmla="*/ 0 h 4210050"/>
                <a:gd name="connsiteX0-1" fmla="*/ 0 w 495300"/>
                <a:gd name="connsiteY0-2" fmla="*/ 0 h 4210050"/>
                <a:gd name="connsiteX1-3" fmla="*/ 0 w 495300"/>
                <a:gd name="connsiteY1-4" fmla="*/ 4210050 h 4210050"/>
                <a:gd name="connsiteX2-5" fmla="*/ 495300 w 495300"/>
                <a:gd name="connsiteY2-6" fmla="*/ 3962400 h 4210050"/>
                <a:gd name="connsiteX3-7" fmla="*/ 421211 w 495300"/>
                <a:gd name="connsiteY3-8" fmla="*/ 480221 h 4210050"/>
                <a:gd name="connsiteX4-9" fmla="*/ 0 w 495300"/>
                <a:gd name="connsiteY4-10" fmla="*/ 0 h 4210050"/>
                <a:gd name="connsiteX0-11" fmla="*/ 0 w 421211"/>
                <a:gd name="connsiteY0-12" fmla="*/ 0 h 4210050"/>
                <a:gd name="connsiteX1-13" fmla="*/ 0 w 421211"/>
                <a:gd name="connsiteY1-14" fmla="*/ 4210050 h 4210050"/>
                <a:gd name="connsiteX2-15" fmla="*/ 411951 w 421211"/>
                <a:gd name="connsiteY2-16" fmla="*/ 3807368 h 4210050"/>
                <a:gd name="connsiteX3-17" fmla="*/ 421211 w 421211"/>
                <a:gd name="connsiteY3-18" fmla="*/ 480221 h 4210050"/>
                <a:gd name="connsiteX4-19" fmla="*/ 0 w 421211"/>
                <a:gd name="connsiteY4-20" fmla="*/ 0 h 4210050"/>
                <a:gd name="connsiteX0-21" fmla="*/ 0 w 421211"/>
                <a:gd name="connsiteY0-22" fmla="*/ 0 h 4210050"/>
                <a:gd name="connsiteX1-23" fmla="*/ 0 w 421211"/>
                <a:gd name="connsiteY1-24" fmla="*/ 4210050 h 4210050"/>
                <a:gd name="connsiteX2-25" fmla="*/ 411951 w 421211"/>
                <a:gd name="connsiteY2-26" fmla="*/ 3807368 h 4210050"/>
                <a:gd name="connsiteX3-27" fmla="*/ 421211 w 421211"/>
                <a:gd name="connsiteY3-28" fmla="*/ 394595 h 4210050"/>
                <a:gd name="connsiteX4-29" fmla="*/ 0 w 421211"/>
                <a:gd name="connsiteY4-30" fmla="*/ 0 h 42100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421211" h="4210050">
                  <a:moveTo>
                    <a:pt x="0" y="0"/>
                  </a:moveTo>
                  <a:lnTo>
                    <a:pt x="0" y="4210050"/>
                  </a:lnTo>
                  <a:lnTo>
                    <a:pt x="411951" y="3807368"/>
                  </a:lnTo>
                  <a:cubicBezTo>
                    <a:pt x="415038" y="2698319"/>
                    <a:pt x="418124" y="1503644"/>
                    <a:pt x="421211" y="394595"/>
                  </a:cubicBezTo>
                  <a:lnTo>
                    <a:pt x="0" y="0"/>
                  </a:lnTo>
                  <a:close/>
                </a:path>
              </a:pathLst>
            </a:custGeom>
            <a:pattFill prst="wdUpDiag">
              <a:fgClr>
                <a:srgbClr val="FFFFFF">
                  <a:lumMod val="95000"/>
                </a:srgbClr>
              </a:fgClr>
              <a:bgClr>
                <a:srgbClr val="FFFFFF"/>
              </a:bgClr>
            </a:pattFill>
            <a:ln w="9525" cap="flat" cmpd="sng" algn="ctr">
              <a:gradFill flip="none" rotWithShape="1">
                <a:gsLst>
                  <a:gs pos="0">
                    <a:srgbClr val="FFFFFF">
                      <a:lumMod val="5000"/>
                      <a:lumOff val="95000"/>
                    </a:srgbClr>
                  </a:gs>
                  <a:gs pos="100000">
                    <a:srgbClr val="787878">
                      <a:lumMod val="20000"/>
                      <a:lumOff val="80000"/>
                    </a:srgbClr>
                  </a:gs>
                </a:gsLst>
                <a:lin ang="0" scaled="1"/>
                <a:tileRect/>
              </a:gradFill>
              <a:prstDash val="sysDot"/>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grpSp>
          <p:nvGrpSpPr>
            <p:cNvPr id="226" name="Group 100"/>
            <p:cNvGrpSpPr/>
            <p:nvPr/>
          </p:nvGrpSpPr>
          <p:grpSpPr>
            <a:xfrm rot="0">
              <a:off x="5618790" y="3603347"/>
              <a:ext cx="263682" cy="184175"/>
              <a:chOff x="7581089" y="3131339"/>
              <a:chExt cx="218714" cy="223543"/>
            </a:xfrm>
            <a:solidFill>
              <a:srgbClr val="787878"/>
            </a:solidFill>
          </p:grpSpPr>
          <p:sp>
            <p:nvSpPr>
              <p:cNvPr id="233" name="Chevron 52"/>
              <p:cNvSpPr/>
              <p:nvPr/>
            </p:nvSpPr>
            <p:spPr>
              <a:xfrm>
                <a:off x="7581089" y="3131339"/>
                <a:ext cx="109357" cy="216000"/>
              </a:xfrm>
              <a:prstGeom prst="chevron">
                <a:avLst>
                  <a:gd name="adj" fmla="val 27652"/>
                </a:avLst>
              </a:prstGeom>
              <a:grp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234" name="Chevron 53"/>
              <p:cNvSpPr/>
              <p:nvPr/>
            </p:nvSpPr>
            <p:spPr>
              <a:xfrm>
                <a:off x="7690446" y="3138882"/>
                <a:ext cx="109357" cy="216000"/>
              </a:xfrm>
              <a:prstGeom prst="chevron">
                <a:avLst>
                  <a:gd name="adj" fmla="val 27652"/>
                </a:avLst>
              </a:prstGeom>
              <a:grp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grpSp>
      </p:grpSp>
      <p:sp>
        <p:nvSpPr>
          <p:cNvPr id="241665" name="文本框 102"/>
          <p:cNvSpPr txBox="1"/>
          <p:nvPr/>
        </p:nvSpPr>
        <p:spPr>
          <a:xfrm>
            <a:off x="461963" y="900113"/>
            <a:ext cx="11264900" cy="619125"/>
          </a:xfrm>
          <a:prstGeom prst="rect">
            <a:avLst/>
          </a:prstGeom>
          <a:noFill/>
          <a:ln w="9525">
            <a:noFill/>
          </a:ln>
        </p:spPr>
        <p:txBody>
          <a:bodyPr anchor="t" anchorCtr="0"/>
          <a:p>
            <a:pPr marL="342900" indent="-342900">
              <a:lnSpc>
                <a:spcPct val="120000"/>
              </a:lnSpc>
              <a:buFont typeface="Wingdings" panose="05000000000000000000" pitchFamily="2" charset="2"/>
              <a:buChar char="p"/>
            </a:pPr>
            <a:r>
              <a:rPr lang="zh-CN" altLang="en-US" sz="1600" b="1" dirty="0">
                <a:solidFill>
                  <a:srgbClr val="152A8C"/>
                </a:solidFill>
                <a:latin typeface="微软雅黑" panose="020B0503020204020204" charset="-122"/>
                <a:ea typeface="微软雅黑" panose="020B0503020204020204" charset="-122"/>
              </a:rPr>
              <a:t>以服务对象为导向，将专家资源精准匹配至投前、投后两大业务场景，形成覆盖全流程的专家支撑网络（</a:t>
            </a:r>
            <a:r>
              <a:rPr lang="zh-CN" altLang="en-US" sz="1600" b="1" dirty="0">
                <a:solidFill>
                  <a:srgbClr val="152A8C"/>
                </a:solidFill>
                <a:highlight>
                  <a:srgbClr val="FFFF00"/>
                </a:highlight>
                <a:latin typeface="微软雅黑" panose="020B0503020204020204" charset="-122"/>
                <a:ea typeface="微软雅黑" panose="020B0503020204020204" charset="-122"/>
              </a:rPr>
              <a:t>建设是为了干啥，围绕这些场景建立哪些类</a:t>
            </a:r>
            <a:r>
              <a:rPr lang="zh-CN" altLang="en-US" sz="1600" b="1" dirty="0">
                <a:solidFill>
                  <a:srgbClr val="152A8C"/>
                </a:solidFill>
                <a:highlight>
                  <a:srgbClr val="FFFF00"/>
                </a:highlight>
                <a:latin typeface="微软雅黑" panose="020B0503020204020204" charset="-122"/>
                <a:ea typeface="微软雅黑" panose="020B0503020204020204" charset="-122"/>
              </a:rPr>
              <a:t>人才）</a:t>
            </a:r>
            <a:endParaRPr lang="zh-CN" altLang="en-US" sz="1600" b="1" dirty="0">
              <a:solidFill>
                <a:srgbClr val="152A8C"/>
              </a:solidFill>
              <a:highlight>
                <a:srgbClr val="FFFF00"/>
              </a:highlight>
              <a:latin typeface="微软雅黑" panose="020B0503020204020204" charset="-122"/>
              <a:ea typeface="微软雅黑" panose="020B0503020204020204" charset="-122"/>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rPr>
              <a:t>一、建设背景</a:t>
            </a:r>
            <a:r>
              <a:rPr lang="en-US" altLang="zh-CN" b="1" dirty="0">
                <a:solidFill>
                  <a:srgbClr val="152A8C"/>
                </a:solidFill>
                <a:latin typeface="微软雅黑" panose="020B0503020204020204" charset="-122"/>
                <a:ea typeface="微软雅黑" panose="020B0503020204020204" charset="-122"/>
              </a:rPr>
              <a:t>-</a:t>
            </a:r>
            <a:r>
              <a:rPr lang="zh-CN" altLang="en-US" b="1" dirty="0">
                <a:solidFill>
                  <a:srgbClr val="152A8C"/>
                </a:solidFill>
                <a:latin typeface="微软雅黑" panose="020B0503020204020204" charset="-122"/>
                <a:ea typeface="微软雅黑" panose="020B0503020204020204" charset="-122"/>
              </a:rPr>
              <a:t>专家分类</a:t>
            </a:r>
            <a:endParaRPr lang="zh-CN" altLang="en-US" b="1" dirty="0">
              <a:solidFill>
                <a:srgbClr val="152A8C"/>
              </a:solidFill>
              <a:latin typeface="微软雅黑" panose="020B0503020204020204" charset="-122"/>
              <a:ea typeface="微软雅黑" panose="020B0503020204020204" charset="-122"/>
            </a:endParaRPr>
          </a:p>
        </p:txBody>
      </p:sp>
      <p:sp>
        <p:nvSpPr>
          <p:cNvPr id="35" name="文本框 34"/>
          <p:cNvSpPr txBox="1"/>
          <p:nvPr/>
        </p:nvSpPr>
        <p:spPr>
          <a:xfrm>
            <a:off x="18249265" y="-311150"/>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sp>
        <p:nvSpPr>
          <p:cNvPr id="37" name="文本框 36"/>
          <p:cNvSpPr txBox="1"/>
          <p:nvPr/>
        </p:nvSpPr>
        <p:spPr>
          <a:xfrm>
            <a:off x="-3441700" y="9915525"/>
            <a:ext cx="4064000" cy="914400"/>
          </a:xfrm>
          <a:prstGeom prst="rect">
            <a:avLst/>
          </a:prstGeom>
          <a:noFill/>
        </p:spPr>
        <p:txBody>
          <a:bodyPr wrap="square" rtlCol="0" anchor="ctr" anchorCtr="0">
            <a:noAutofit/>
          </a:bodyPr>
          <a:p>
            <a:pPr algn="l"/>
            <a:endParaRPr lang="zh-CN" altLang="en-US" b="1" dirty="0" smtClean="0">
              <a:latin typeface="微软雅黑" panose="020B0503020204020204" charset="-122"/>
              <a:ea typeface="微软雅黑" panose="020B0503020204020204" charset="-122"/>
            </a:endParaRPr>
          </a:p>
        </p:txBody>
      </p:sp>
      <p:sp>
        <p:nvSpPr>
          <p:cNvPr id="287" name="Rectangle 45"/>
          <p:cNvSpPr/>
          <p:nvPr/>
        </p:nvSpPr>
        <p:spPr>
          <a:xfrm>
            <a:off x="675005" y="1627505"/>
            <a:ext cx="1958975" cy="347345"/>
          </a:xfrm>
          <a:prstGeom prst="rect">
            <a:avLst/>
          </a:prstGeom>
          <a:solidFill>
            <a:srgbClr val="77CDFF">
              <a:lumMod val="20000"/>
              <a:lumOff val="80000"/>
            </a:srgbClr>
          </a:solidFill>
          <a:ln w="9525" cap="flat" cmpd="sng" algn="ctr">
            <a:noFill/>
            <a:prstDash val="solid"/>
          </a:ln>
          <a:effectLst/>
        </p:spPr>
        <p:txBody>
          <a:bodyPr lIns="0" tIns="0" rIns="0" bIns="0" rtlCol="0" anchor="ctr" anchorCtr="0">
            <a:noAutofit/>
          </a:bodyPr>
          <a:lstStyle/>
          <a:p>
            <a:pPr marL="0" marR="0" lvl="0" indent="0" algn="ctr" defTabSz="914400" eaLnBrk="1" fontAlgn="base" latinLnBrk="0" hangingPunct="1">
              <a:lnSpc>
                <a:spcPct val="100000"/>
              </a:lnSpc>
              <a:spcBef>
                <a:spcPts val="400"/>
              </a:spcBef>
              <a:spcAft>
                <a:spcPct val="0"/>
              </a:spcAft>
              <a:buClrTx/>
              <a:buSzPct val="100000"/>
              <a:buNone/>
              <a:defRPr/>
            </a:pPr>
            <a:r>
              <a:rPr kumimoji="0" lang="zh-CN" altLang="en-US"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Segoe UI" panose="020B0502040204020203"/>
              </a:rPr>
              <a:t>业务场景</a:t>
            </a:r>
            <a:r>
              <a:rPr kumimoji="0" lang="zh-CN" altLang="en-US"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Segoe UI" panose="020B0502040204020203"/>
              </a:rPr>
              <a:t>梳理</a:t>
            </a:r>
            <a:endParaRPr kumimoji="0" lang="zh-CN" altLang="en-US"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Segoe UI" panose="020B0502040204020203"/>
            </a:endParaRPr>
          </a:p>
        </p:txBody>
      </p:sp>
      <p:sp>
        <p:nvSpPr>
          <p:cNvPr id="288" name="RbLeanShape Right U-Shape 36"/>
          <p:cNvSpPr/>
          <p:nvPr/>
        </p:nvSpPr>
        <p:spPr>
          <a:xfrm>
            <a:off x="10550525" y="1519555"/>
            <a:ext cx="1505585" cy="4933950"/>
          </a:xfrm>
          <a:custGeom>
            <a:avLst/>
            <a:gdLst>
              <a:gd name="connsiteX0" fmla="*/ 1270000 w 1270000"/>
              <a:gd name="connsiteY0" fmla="*/ 0 h 3175000"/>
              <a:gd name="connsiteX1" fmla="*/ 0 w 1270000"/>
              <a:gd name="connsiteY1" fmla="*/ 0 h 3175000"/>
              <a:gd name="connsiteX2" fmla="*/ 0 w 1270000"/>
              <a:gd name="connsiteY2" fmla="*/ 3175000 h 3175000"/>
              <a:gd name="connsiteX3" fmla="*/ 1270000 w 1270000"/>
              <a:gd name="connsiteY3" fmla="*/ 3175000 h 3175000"/>
            </a:gdLst>
            <a:ahLst/>
            <a:cxnLst>
              <a:cxn ang="0">
                <a:pos x="connsiteX0" y="connsiteY0"/>
              </a:cxn>
              <a:cxn ang="0">
                <a:pos x="connsiteX1" y="connsiteY1"/>
              </a:cxn>
              <a:cxn ang="0">
                <a:pos x="connsiteX2" y="connsiteY2"/>
              </a:cxn>
              <a:cxn ang="0">
                <a:pos x="connsiteX3" y="connsiteY3"/>
              </a:cxn>
            </a:cxnLst>
            <a:rect l="l" t="t" r="r" b="b"/>
            <a:pathLst>
              <a:path w="1270000" h="3175000">
                <a:moveTo>
                  <a:pt x="1270000" y="0"/>
                </a:moveTo>
                <a:lnTo>
                  <a:pt x="0" y="0"/>
                </a:lnTo>
                <a:lnTo>
                  <a:pt x="0" y="3175000"/>
                </a:lnTo>
                <a:lnTo>
                  <a:pt x="1270000" y="3175000"/>
                </a:lnTo>
              </a:path>
            </a:pathLst>
          </a:custGeom>
          <a:noFill/>
          <a:ln w="12700" cap="flat" cmpd="sng" algn="ctr">
            <a:solidFill>
              <a:srgbClr val="000050"/>
            </a:solidFill>
            <a:prstDash val="solid"/>
          </a:ln>
          <a:effectLst/>
        </p:spPr>
        <p:txBody>
          <a:bodyPr lIns="0" tIns="0" rIns="0" bIns="0" rtlCol="0" anchor="ctr"/>
          <a:lstStyle/>
          <a:p>
            <a:pPr marL="0" marR="0" lvl="0" indent="0" defTabSz="914400" eaLnBrk="1" fontAlgn="base" latinLnBrk="0" hangingPunct="1">
              <a:lnSpc>
                <a:spcPct val="90000"/>
              </a:lnSpc>
              <a:spcBef>
                <a:spcPts val="0"/>
              </a:spcBef>
              <a:spcAft>
                <a:spcPct val="0"/>
              </a:spcAft>
              <a:buClrTx/>
              <a:buSzTx/>
              <a:buFontTx/>
              <a:buNone/>
              <a:defRPr/>
            </a:pPr>
            <a:endParaRPr kumimoji="0" 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Segoe UI" panose="020B0502040204020203"/>
            </a:endParaRPr>
          </a:p>
        </p:txBody>
      </p:sp>
      <p:sp>
        <p:nvSpPr>
          <p:cNvPr id="290" name="RbLeanShape Right U-Shape 36"/>
          <p:cNvSpPr/>
          <p:nvPr/>
        </p:nvSpPr>
        <p:spPr>
          <a:xfrm flipH="1">
            <a:off x="407670" y="1543050"/>
            <a:ext cx="2882900" cy="4878705"/>
          </a:xfrm>
          <a:custGeom>
            <a:avLst/>
            <a:gdLst>
              <a:gd name="connsiteX0" fmla="*/ 1270000 w 1270000"/>
              <a:gd name="connsiteY0" fmla="*/ 0 h 3175000"/>
              <a:gd name="connsiteX1" fmla="*/ 0 w 1270000"/>
              <a:gd name="connsiteY1" fmla="*/ 0 h 3175000"/>
              <a:gd name="connsiteX2" fmla="*/ 0 w 1270000"/>
              <a:gd name="connsiteY2" fmla="*/ 3175000 h 3175000"/>
              <a:gd name="connsiteX3" fmla="*/ 1270000 w 1270000"/>
              <a:gd name="connsiteY3" fmla="*/ 3175000 h 3175000"/>
            </a:gdLst>
            <a:ahLst/>
            <a:cxnLst>
              <a:cxn ang="0">
                <a:pos x="connsiteX0" y="connsiteY0"/>
              </a:cxn>
              <a:cxn ang="0">
                <a:pos x="connsiteX1" y="connsiteY1"/>
              </a:cxn>
              <a:cxn ang="0">
                <a:pos x="connsiteX2" y="connsiteY2"/>
              </a:cxn>
              <a:cxn ang="0">
                <a:pos x="connsiteX3" y="connsiteY3"/>
              </a:cxn>
            </a:cxnLst>
            <a:rect l="l" t="t" r="r" b="b"/>
            <a:pathLst>
              <a:path w="1270000" h="3175000">
                <a:moveTo>
                  <a:pt x="1270000" y="0"/>
                </a:moveTo>
                <a:lnTo>
                  <a:pt x="0" y="0"/>
                </a:lnTo>
                <a:lnTo>
                  <a:pt x="0" y="3175000"/>
                </a:lnTo>
                <a:lnTo>
                  <a:pt x="1270000" y="3175000"/>
                </a:lnTo>
              </a:path>
            </a:pathLst>
          </a:custGeom>
          <a:noFill/>
          <a:ln w="12700" cap="flat" cmpd="sng" algn="ctr">
            <a:solidFill>
              <a:srgbClr val="0096FF"/>
            </a:solidFill>
            <a:prstDash val="solid"/>
          </a:ln>
          <a:effectLst/>
        </p:spPr>
        <p:txBody>
          <a:bodyPr lIns="0" tIns="0" rIns="0" bIns="0" rtlCol="0" anchor="ctr"/>
          <a:lstStyle/>
          <a:p>
            <a:pPr marL="0" marR="0" lvl="0" indent="0" defTabSz="914400" eaLnBrk="1" fontAlgn="base" latinLnBrk="0" hangingPunct="1">
              <a:lnSpc>
                <a:spcPct val="90000"/>
              </a:lnSpc>
              <a:spcBef>
                <a:spcPts val="0"/>
              </a:spcBef>
              <a:spcAft>
                <a:spcPct val="0"/>
              </a:spcAft>
              <a:buClrTx/>
              <a:buSzTx/>
              <a:buFontTx/>
              <a:buNone/>
              <a:defRPr/>
            </a:pPr>
            <a:endParaRPr kumimoji="0" lang="en-US" sz="1200" b="1" i="0" u="none" strike="noStrike" kern="0" cap="none" spc="0" normalizeH="0" baseline="0" noProof="0">
              <a:ln>
                <a:noFill/>
              </a:ln>
              <a:solidFill>
                <a:srgbClr val="000000"/>
              </a:solidFill>
              <a:effectLst/>
              <a:uLnTx/>
              <a:uFillTx/>
              <a:latin typeface="微软雅黑" panose="020B0503020204020204" charset="-122"/>
              <a:ea typeface="微软雅黑" panose="020B0503020204020204" charset="-122"/>
              <a:cs typeface="Segoe UI" panose="020B0502040204020203"/>
            </a:endParaRPr>
          </a:p>
        </p:txBody>
      </p:sp>
      <p:sp>
        <p:nvSpPr>
          <p:cNvPr id="441" name="RBLeftUShape"/>
          <p:cNvSpPr/>
          <p:nvPr/>
        </p:nvSpPr>
        <p:spPr>
          <a:xfrm>
            <a:off x="462280" y="2040255"/>
            <a:ext cx="2529840" cy="1115060"/>
          </a:xfrm>
          <a:prstGeom prst="rect">
            <a:avLst/>
          </a:prstGeom>
          <a:solidFill>
            <a:srgbClr val="FFFFFF"/>
          </a:solidFill>
          <a:ln w="6350" cap="flat" cmpd="sng">
            <a:solidFill>
              <a:srgbClr val="000050"/>
            </a:solidFill>
            <a:prstDash val="solid"/>
            <a:round/>
          </a:ln>
          <a:effectLst/>
        </p:spPr>
        <p:txBody>
          <a:bodyPr vert="horz" wrap="square" lIns="0" tIns="54864" rIns="0" bIns="0" anchor="t" anchorCtr="0"/>
          <a:lstStyle/>
          <a:p>
            <a:pPr marL="0" marR="0" lvl="0" indent="0" algn="ctr" defTabSz="914400" eaLnBrk="1" fontAlgn="base" latinLnBrk="0" hangingPunct="1">
              <a:lnSpc>
                <a:spcPct val="90000"/>
              </a:lnSpc>
              <a:spcBef>
                <a:spcPts val="0"/>
              </a:spcBef>
              <a:spcAft>
                <a:spcPct val="0"/>
              </a:spcAft>
              <a:buClrTx/>
              <a:buSzPct val="100000"/>
              <a:buNone/>
              <a:defRPr/>
            </a:pPr>
            <a:r>
              <a:rPr lang="zh-CN" altLang="en-US" sz="1600" b="1" kern="0" dirty="0">
                <a:solidFill>
                  <a:srgbClr val="152A8C"/>
                </a:solidFill>
                <a:latin typeface="微软雅黑" panose="020B0503020204020204" charset="-122"/>
                <a:ea typeface="微软雅黑" panose="020B0503020204020204" charset="-122"/>
                <a:cs typeface="Segoe UI" panose="020B0502040204020203"/>
              </a:rPr>
              <a:t>一汽股权</a:t>
            </a:r>
            <a:endParaRPr lang="zh-CN" altLang="en-US" sz="1600" b="1" kern="0" dirty="0">
              <a:solidFill>
                <a:srgbClr val="152A8C"/>
              </a:solidFill>
              <a:latin typeface="微软雅黑" panose="020B0503020204020204" charset="-122"/>
              <a:ea typeface="微软雅黑" panose="020B0503020204020204" charset="-122"/>
              <a:cs typeface="Segoe UI" panose="020B0502040204020203"/>
            </a:endParaRPr>
          </a:p>
          <a:p>
            <a:pPr marL="0" marR="0" lvl="0" indent="0" algn="ctr" defTabSz="914400" eaLnBrk="1" fontAlgn="base" latinLnBrk="0" hangingPunct="1">
              <a:lnSpc>
                <a:spcPct val="90000"/>
              </a:lnSpc>
              <a:spcBef>
                <a:spcPts val="0"/>
              </a:spcBef>
              <a:spcAft>
                <a:spcPct val="0"/>
              </a:spcAft>
              <a:buClrTx/>
              <a:buSzPct val="100000"/>
              <a:buNone/>
              <a:defRPr/>
            </a:pPr>
            <a:endParaRPr lang="zh-CN" altLang="en-US" sz="1200" kern="0" dirty="0">
              <a:solidFill>
                <a:srgbClr val="152A8C"/>
              </a:solidFill>
              <a:latin typeface="微软雅黑" panose="020B0503020204020204" charset="-122"/>
              <a:ea typeface="微软雅黑" panose="020B0503020204020204" charset="-122"/>
              <a:cs typeface="Segoe UI" panose="020B0502040204020203"/>
            </a:endParaRPr>
          </a:p>
        </p:txBody>
      </p:sp>
      <p:grpSp>
        <p:nvGrpSpPr>
          <p:cNvPr id="384" name="Group 263"/>
          <p:cNvGrpSpPr/>
          <p:nvPr/>
        </p:nvGrpSpPr>
        <p:grpSpPr>
          <a:xfrm>
            <a:off x="3777615" y="1616075"/>
            <a:ext cx="2318385" cy="4655185"/>
            <a:chOff x="4274821" y="-1810342"/>
            <a:chExt cx="4258474" cy="30540970"/>
          </a:xfrm>
        </p:grpSpPr>
        <p:sp>
          <p:nvSpPr>
            <p:cNvPr id="386" name="Rectangle 31"/>
            <p:cNvSpPr/>
            <p:nvPr/>
          </p:nvSpPr>
          <p:spPr>
            <a:xfrm>
              <a:off x="4274821" y="1293330"/>
              <a:ext cx="1330846" cy="2524592"/>
            </a:xfrm>
            <a:prstGeom prst="roundRect">
              <a:avLst>
                <a:gd name="adj" fmla="val 9774"/>
              </a:avLst>
            </a:prstGeom>
            <a:solidFill>
              <a:srgbClr val="FFFFFF">
                <a:alpha val="70000"/>
              </a:srgbClr>
            </a:solidFill>
            <a:ln w="22225" cap="flat" cmpd="sng" algn="ctr">
              <a:solidFill>
                <a:srgbClr val="000050"/>
              </a:solidFill>
              <a:prstDash val="solid"/>
            </a:ln>
            <a:effec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400" b="1" kern="0" dirty="0">
                  <a:solidFill>
                    <a:srgbClr val="152A8C"/>
                  </a:solidFill>
                  <a:latin typeface="微软雅黑" panose="020B0503020204020204" charset="-122"/>
                  <a:ea typeface="微软雅黑" panose="020B0503020204020204" charset="-122"/>
                  <a:cs typeface="Segoe UI" panose="020B0502040204020203"/>
                </a:rPr>
                <a:t>投前</a:t>
              </a:r>
              <a:endParaRPr lang="zh-CN" altLang="en-US" sz="14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75" name="Rectangle 31"/>
            <p:cNvSpPr/>
            <p:nvPr/>
          </p:nvSpPr>
          <p:spPr>
            <a:xfrm>
              <a:off x="4274821" y="8288050"/>
              <a:ext cx="1330846" cy="2524592"/>
            </a:xfrm>
            <a:prstGeom prst="roundRect">
              <a:avLst>
                <a:gd name="adj" fmla="val 9774"/>
              </a:avLst>
            </a:prstGeom>
            <a:solidFill>
              <a:srgbClr val="FFFFFF">
                <a:alpha val="70000"/>
              </a:srgbClr>
            </a:solidFill>
            <a:ln w="22225" cap="flat" cmpd="sng" algn="ctr">
              <a:solidFill>
                <a:srgbClr val="000050"/>
              </a:solidFill>
              <a:prstDash val="solid"/>
            </a:ln>
            <a:effec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400" b="1" kern="0" dirty="0">
                  <a:solidFill>
                    <a:srgbClr val="152A8C"/>
                  </a:solidFill>
                  <a:latin typeface="微软雅黑" panose="020B0503020204020204" charset="-122"/>
                  <a:ea typeface="微软雅黑" panose="020B0503020204020204" charset="-122"/>
                  <a:cs typeface="Segoe UI" panose="020B0502040204020203"/>
                </a:rPr>
                <a:t>投</a:t>
              </a:r>
              <a:r>
                <a:rPr lang="zh-CN" altLang="en-US" sz="1400" b="1" kern="0" dirty="0">
                  <a:solidFill>
                    <a:srgbClr val="152A8C"/>
                  </a:solidFill>
                  <a:latin typeface="微软雅黑" panose="020B0503020204020204" charset="-122"/>
                  <a:ea typeface="微软雅黑" panose="020B0503020204020204" charset="-122"/>
                  <a:cs typeface="Segoe UI" panose="020B0502040204020203"/>
                </a:rPr>
                <a:t>后</a:t>
              </a:r>
              <a:endParaRPr lang="zh-CN" altLang="en-US" sz="14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82" name="Rectangle 31"/>
            <p:cNvSpPr/>
            <p:nvPr/>
          </p:nvSpPr>
          <p:spPr>
            <a:xfrm>
              <a:off x="4274821" y="13891323"/>
              <a:ext cx="1826560" cy="2520432"/>
            </a:xfrm>
            <a:prstGeom prst="roundRect">
              <a:avLst>
                <a:gd name="adj" fmla="val 9774"/>
              </a:avLst>
            </a:prstGeom>
            <a:solidFill>
              <a:srgbClr val="FFFFFF">
                <a:alpha val="70000"/>
              </a:srgbClr>
            </a:solidFill>
            <a:ln w="22225" cap="flat" cmpd="sng" algn="ctr">
              <a:solidFill>
                <a:srgbClr val="000050"/>
              </a:solidFill>
              <a:prstDash val="solid"/>
            </a:ln>
            <a:effec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400" b="1" kern="0" dirty="0">
                  <a:solidFill>
                    <a:srgbClr val="152A8C"/>
                  </a:solidFill>
                  <a:latin typeface="微软雅黑" panose="020B0503020204020204" charset="-122"/>
                  <a:ea typeface="微软雅黑" panose="020B0503020204020204" charset="-122"/>
                  <a:cs typeface="Segoe UI" panose="020B0502040204020203"/>
                </a:rPr>
                <a:t>经营提</a:t>
              </a:r>
              <a:r>
                <a:rPr lang="zh-CN" altLang="en-US" sz="1400" b="1" kern="0" dirty="0">
                  <a:solidFill>
                    <a:srgbClr val="152A8C"/>
                  </a:solidFill>
                  <a:latin typeface="微软雅黑" panose="020B0503020204020204" charset="-122"/>
                  <a:ea typeface="微软雅黑" panose="020B0503020204020204" charset="-122"/>
                  <a:cs typeface="Segoe UI" panose="020B0502040204020203"/>
                </a:rPr>
                <a:t>升</a:t>
              </a:r>
              <a:endParaRPr lang="zh-CN" altLang="en-US" sz="14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86" name="Rectangle 31"/>
            <p:cNvSpPr/>
            <p:nvPr/>
          </p:nvSpPr>
          <p:spPr>
            <a:xfrm>
              <a:off x="4274821" y="16878348"/>
              <a:ext cx="1826560" cy="2520432"/>
            </a:xfrm>
            <a:prstGeom prst="roundRect">
              <a:avLst>
                <a:gd name="adj" fmla="val 9774"/>
              </a:avLst>
            </a:prstGeom>
            <a:solidFill>
              <a:srgbClr val="FFFFFF">
                <a:alpha val="70000"/>
              </a:srgbClr>
            </a:solidFill>
            <a:ln w="22225" cap="flat" cmpd="sng" algn="ctr">
              <a:solidFill>
                <a:srgbClr val="000050"/>
              </a:solidFill>
              <a:prstDash val="solid"/>
            </a:ln>
            <a:effec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400" b="1" kern="0" dirty="0">
                  <a:solidFill>
                    <a:srgbClr val="152A8C"/>
                  </a:solidFill>
                  <a:latin typeface="微软雅黑" panose="020B0503020204020204" charset="-122"/>
                  <a:ea typeface="微软雅黑" panose="020B0503020204020204" charset="-122"/>
                  <a:cs typeface="Segoe UI" panose="020B0502040204020203"/>
                </a:rPr>
                <a:t>资本</a:t>
              </a:r>
              <a:r>
                <a:rPr lang="zh-CN" altLang="en-US" sz="1400" b="1" kern="0" dirty="0">
                  <a:solidFill>
                    <a:srgbClr val="152A8C"/>
                  </a:solidFill>
                  <a:latin typeface="微软雅黑" panose="020B0503020204020204" charset="-122"/>
                  <a:ea typeface="微软雅黑" panose="020B0503020204020204" charset="-122"/>
                  <a:cs typeface="Segoe UI" panose="020B0502040204020203"/>
                </a:rPr>
                <a:t>运作</a:t>
              </a:r>
              <a:endParaRPr lang="zh-CN" altLang="en-US" sz="14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87" name="Rectangle 31"/>
            <p:cNvSpPr/>
            <p:nvPr/>
          </p:nvSpPr>
          <p:spPr>
            <a:xfrm>
              <a:off x="4274821" y="19711231"/>
              <a:ext cx="1826560" cy="2520432"/>
            </a:xfrm>
            <a:prstGeom prst="roundRect">
              <a:avLst>
                <a:gd name="adj" fmla="val 9774"/>
              </a:avLst>
            </a:prstGeom>
            <a:solidFill>
              <a:srgbClr val="FFFFFF">
                <a:alpha val="70000"/>
              </a:srgbClr>
            </a:solidFill>
            <a:ln w="22225" cap="flat" cmpd="sng" algn="ctr">
              <a:solidFill>
                <a:srgbClr val="000050"/>
              </a:solidFill>
              <a:prstDash val="solid"/>
            </a:ln>
            <a:effec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400" b="1" kern="0" dirty="0">
                  <a:solidFill>
                    <a:srgbClr val="152A8C"/>
                  </a:solidFill>
                  <a:latin typeface="微软雅黑" panose="020B0503020204020204" charset="-122"/>
                  <a:ea typeface="微软雅黑" panose="020B0503020204020204" charset="-122"/>
                  <a:cs typeface="Segoe UI" panose="020B0502040204020203"/>
                </a:rPr>
                <a:t>产业</a:t>
              </a:r>
              <a:r>
                <a:rPr lang="zh-CN" altLang="en-US" sz="1400" b="1" kern="0" dirty="0">
                  <a:solidFill>
                    <a:srgbClr val="152A8C"/>
                  </a:solidFill>
                  <a:latin typeface="微软雅黑" panose="020B0503020204020204" charset="-122"/>
                  <a:ea typeface="微软雅黑" panose="020B0503020204020204" charset="-122"/>
                  <a:cs typeface="Segoe UI" panose="020B0502040204020203"/>
                </a:rPr>
                <a:t>协同</a:t>
              </a:r>
              <a:endParaRPr lang="zh-CN" altLang="en-US" sz="14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88" name="Rectangle 31"/>
            <p:cNvSpPr/>
            <p:nvPr/>
          </p:nvSpPr>
          <p:spPr>
            <a:xfrm>
              <a:off x="4274821" y="23048199"/>
              <a:ext cx="1826560" cy="2520432"/>
            </a:xfrm>
            <a:prstGeom prst="roundRect">
              <a:avLst>
                <a:gd name="adj" fmla="val 9774"/>
              </a:avLst>
            </a:prstGeom>
            <a:solidFill>
              <a:srgbClr val="FFFFFF">
                <a:alpha val="70000"/>
              </a:srgbClr>
            </a:solidFill>
            <a:ln w="22225" cap="flat" cmpd="sng" algn="ctr">
              <a:solidFill>
                <a:srgbClr val="000050"/>
              </a:solidFill>
              <a:prstDash val="solid"/>
            </a:ln>
            <a:effec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400" b="1" kern="0" dirty="0">
                  <a:solidFill>
                    <a:srgbClr val="152A8C"/>
                  </a:solidFill>
                  <a:latin typeface="微软雅黑" panose="020B0503020204020204" charset="-122"/>
                  <a:ea typeface="微软雅黑" panose="020B0503020204020204" charset="-122"/>
                  <a:cs typeface="Segoe UI" panose="020B0502040204020203"/>
                </a:rPr>
                <a:t>产业</a:t>
              </a:r>
              <a:r>
                <a:rPr lang="zh-CN" altLang="en-US" sz="1400" b="1" kern="0" dirty="0">
                  <a:solidFill>
                    <a:srgbClr val="152A8C"/>
                  </a:solidFill>
                  <a:latin typeface="微软雅黑" panose="020B0503020204020204" charset="-122"/>
                  <a:ea typeface="微软雅黑" panose="020B0503020204020204" charset="-122"/>
                  <a:cs typeface="Segoe UI" panose="020B0502040204020203"/>
                </a:rPr>
                <a:t>规划</a:t>
              </a:r>
              <a:endParaRPr lang="zh-CN" altLang="en-US" sz="14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89" name="Rectangle 31"/>
            <p:cNvSpPr/>
            <p:nvPr/>
          </p:nvSpPr>
          <p:spPr>
            <a:xfrm>
              <a:off x="4274821" y="26210196"/>
              <a:ext cx="1826560" cy="2520432"/>
            </a:xfrm>
            <a:prstGeom prst="roundRect">
              <a:avLst>
                <a:gd name="adj" fmla="val 9774"/>
              </a:avLst>
            </a:prstGeom>
            <a:solidFill>
              <a:srgbClr val="FFFFFF">
                <a:alpha val="70000"/>
              </a:srgbClr>
            </a:solidFill>
            <a:ln w="22225" cap="flat" cmpd="sng" algn="ctr">
              <a:solidFill>
                <a:srgbClr val="000050"/>
              </a:solidFill>
              <a:prstDash val="solid"/>
            </a:ln>
            <a:effec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400" b="1" kern="0" dirty="0">
                  <a:solidFill>
                    <a:srgbClr val="152A8C"/>
                  </a:solidFill>
                  <a:latin typeface="微软雅黑" panose="020B0503020204020204" charset="-122"/>
                  <a:ea typeface="微软雅黑" panose="020B0503020204020204" charset="-122"/>
                  <a:cs typeface="Segoe UI" panose="020B0502040204020203"/>
                </a:rPr>
                <a:t>前瞻</a:t>
              </a:r>
              <a:r>
                <a:rPr lang="zh-CN" altLang="en-US" sz="1400" b="1" kern="0" dirty="0">
                  <a:solidFill>
                    <a:srgbClr val="152A8C"/>
                  </a:solidFill>
                  <a:latin typeface="微软雅黑" panose="020B0503020204020204" charset="-122"/>
                  <a:ea typeface="微软雅黑" panose="020B0503020204020204" charset="-122"/>
                  <a:cs typeface="Segoe UI" panose="020B0502040204020203"/>
                </a:rPr>
                <a:t>技术</a:t>
              </a:r>
              <a:endParaRPr lang="zh-CN" altLang="en-US" sz="14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92" name="Rectangle 31"/>
            <p:cNvSpPr/>
            <p:nvPr/>
          </p:nvSpPr>
          <p:spPr>
            <a:xfrm>
              <a:off x="6328826" y="-1810342"/>
              <a:ext cx="2204469" cy="2199650"/>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kern="0" dirty="0">
                  <a:solidFill>
                    <a:srgbClr val="152A8C"/>
                  </a:solidFill>
                  <a:latin typeface="微软雅黑" panose="020B0503020204020204" charset="-122"/>
                  <a:ea typeface="微软雅黑" panose="020B0503020204020204" charset="-122"/>
                  <a:cs typeface="Segoe UI" panose="020B0502040204020203"/>
                </a:rPr>
                <a:t>产业技术</a:t>
              </a:r>
              <a:endParaRPr lang="zh-CN" altLang="en-US" sz="10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93" name="Rectangle 31"/>
            <p:cNvSpPr/>
            <p:nvPr/>
          </p:nvSpPr>
          <p:spPr>
            <a:xfrm>
              <a:off x="6328826" y="1614112"/>
              <a:ext cx="2203302" cy="2449610"/>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kern="0" dirty="0">
                  <a:solidFill>
                    <a:srgbClr val="152A8C"/>
                  </a:solidFill>
                  <a:latin typeface="微软雅黑" panose="020B0503020204020204" charset="-122"/>
                  <a:ea typeface="微软雅黑" panose="020B0503020204020204" charset="-122"/>
                  <a:cs typeface="Segoe UI" panose="020B0502040204020203"/>
                </a:rPr>
                <a:t>投资研判</a:t>
              </a:r>
              <a:endParaRPr lang="zh-CN" altLang="en-US" sz="10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94" name="Rectangle 31"/>
            <p:cNvSpPr/>
            <p:nvPr/>
          </p:nvSpPr>
          <p:spPr>
            <a:xfrm>
              <a:off x="6328826" y="4771943"/>
              <a:ext cx="2203302" cy="2257974"/>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kern="0" dirty="0">
                  <a:solidFill>
                    <a:srgbClr val="152A8C"/>
                  </a:solidFill>
                  <a:latin typeface="微软雅黑" panose="020B0503020204020204" charset="-122"/>
                  <a:ea typeface="微软雅黑" panose="020B0503020204020204" charset="-122"/>
                  <a:cs typeface="Segoe UI" panose="020B0502040204020203"/>
                </a:rPr>
                <a:t>合规风控支撑</a:t>
              </a:r>
              <a:endParaRPr lang="zh-CN" altLang="en-US" sz="1000" b="1"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105" name="Rectangle 31"/>
            <p:cNvSpPr/>
            <p:nvPr/>
          </p:nvSpPr>
          <p:spPr>
            <a:xfrm>
              <a:off x="6329992" y="7567331"/>
              <a:ext cx="2203302" cy="2257974"/>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dirty="0" smtClean="0">
                  <a:solidFill>
                    <a:srgbClr val="152A8C"/>
                  </a:solidFill>
                  <a:latin typeface="微软雅黑" panose="020B0503020204020204" charset="-122"/>
                  <a:ea typeface="微软雅黑" panose="020B0503020204020204" charset="-122"/>
                  <a:sym typeface="+mn-ea"/>
                </a:rPr>
                <a:t>运营赋能</a:t>
              </a:r>
              <a:endParaRPr lang="zh-CN" altLang="en-US" sz="10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107" name="Rectangle 31"/>
            <p:cNvSpPr/>
            <p:nvPr/>
          </p:nvSpPr>
          <p:spPr>
            <a:xfrm>
              <a:off x="6329992" y="10112759"/>
              <a:ext cx="2203302" cy="2257974"/>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dirty="0" smtClean="0">
                  <a:solidFill>
                    <a:srgbClr val="152A8C"/>
                  </a:solidFill>
                  <a:latin typeface="微软雅黑" panose="020B0503020204020204" charset="-122"/>
                  <a:ea typeface="微软雅黑" panose="020B0503020204020204" charset="-122"/>
                  <a:sym typeface="+mn-ea"/>
                </a:rPr>
                <a:t>股权经营</a:t>
              </a:r>
              <a:endParaRPr lang="zh-CN" altLang="en-US" sz="10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115" name="Rectangle 31"/>
            <p:cNvSpPr/>
            <p:nvPr/>
          </p:nvSpPr>
          <p:spPr>
            <a:xfrm>
              <a:off x="6328826" y="12970637"/>
              <a:ext cx="2203302" cy="1208141"/>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kern="0" dirty="0" smtClean="0">
                  <a:solidFill>
                    <a:srgbClr val="152A8C"/>
                  </a:solidFill>
                  <a:latin typeface="微软雅黑" panose="020B0503020204020204" charset="-122"/>
                  <a:ea typeface="微软雅黑" panose="020B0503020204020204" charset="-122"/>
                  <a:cs typeface="Segoe UI" panose="020B0502040204020203"/>
                  <a:sym typeface="+mn-ea"/>
                </a:rPr>
                <a:t>生产技术</a:t>
              </a:r>
              <a:r>
                <a:rPr lang="zh-CN" altLang="en-US" sz="1000" b="1" kern="0" dirty="0" smtClean="0">
                  <a:solidFill>
                    <a:srgbClr val="152A8C"/>
                  </a:solidFill>
                  <a:latin typeface="微软雅黑" panose="020B0503020204020204" charset="-122"/>
                  <a:ea typeface="微软雅黑" panose="020B0503020204020204" charset="-122"/>
                  <a:cs typeface="Segoe UI" panose="020B0502040204020203"/>
                  <a:sym typeface="+mn-ea"/>
                </a:rPr>
                <a:t>升级</a:t>
              </a:r>
              <a:endParaRPr lang="zh-CN" altLang="en-US" sz="10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116" name="Rectangle 31"/>
            <p:cNvSpPr/>
            <p:nvPr/>
          </p:nvSpPr>
          <p:spPr>
            <a:xfrm>
              <a:off x="6328826" y="14482897"/>
              <a:ext cx="2203302" cy="1099825"/>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dirty="0" smtClean="0">
                  <a:solidFill>
                    <a:srgbClr val="152A8C"/>
                  </a:solidFill>
                  <a:latin typeface="微软雅黑" panose="020B0503020204020204" charset="-122"/>
                  <a:ea typeface="微软雅黑" panose="020B0503020204020204" charset="-122"/>
                  <a:sym typeface="+mn-ea"/>
                </a:rPr>
                <a:t>内部治理</a:t>
              </a:r>
              <a:r>
                <a:rPr lang="zh-CN" altLang="en-US" sz="1000" b="1" dirty="0" smtClean="0">
                  <a:solidFill>
                    <a:srgbClr val="152A8C"/>
                  </a:solidFill>
                  <a:latin typeface="微软雅黑" panose="020B0503020204020204" charset="-122"/>
                  <a:ea typeface="微软雅黑" panose="020B0503020204020204" charset="-122"/>
                  <a:sym typeface="+mn-ea"/>
                </a:rPr>
                <a:t>优化</a:t>
              </a:r>
              <a:endParaRPr lang="zh-CN" altLang="en-US" sz="1000" b="1" dirty="0" smtClean="0">
                <a:solidFill>
                  <a:srgbClr val="152A8C"/>
                </a:solidFill>
                <a:latin typeface="微软雅黑" panose="020B0503020204020204" charset="-122"/>
                <a:ea typeface="微软雅黑" panose="020B0503020204020204" charset="-122"/>
                <a:sym typeface="+mn-ea"/>
              </a:endParaRPr>
            </a:p>
          </p:txBody>
        </p:sp>
        <p:sp>
          <p:nvSpPr>
            <p:cNvPr id="117" name="Rectangle 31"/>
            <p:cNvSpPr/>
            <p:nvPr/>
          </p:nvSpPr>
          <p:spPr>
            <a:xfrm>
              <a:off x="6329992" y="15849346"/>
              <a:ext cx="2203302" cy="1099825"/>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dirty="0" smtClean="0">
                  <a:solidFill>
                    <a:srgbClr val="152A8C"/>
                  </a:solidFill>
                  <a:latin typeface="微软雅黑" panose="020B0503020204020204" charset="-122"/>
                  <a:ea typeface="微软雅黑" panose="020B0503020204020204" charset="-122"/>
                  <a:sym typeface="+mn-ea"/>
                </a:rPr>
                <a:t>业务</a:t>
              </a:r>
              <a:r>
                <a:rPr lang="zh-CN" altLang="en-US" sz="1000" b="1" dirty="0" smtClean="0">
                  <a:solidFill>
                    <a:srgbClr val="152A8C"/>
                  </a:solidFill>
                  <a:latin typeface="微软雅黑" panose="020B0503020204020204" charset="-122"/>
                  <a:ea typeface="微软雅黑" panose="020B0503020204020204" charset="-122"/>
                  <a:sym typeface="+mn-ea"/>
                </a:rPr>
                <a:t>拓展</a:t>
              </a:r>
              <a:endParaRPr lang="zh-CN" altLang="en-US" sz="1000" b="1" dirty="0" smtClean="0">
                <a:solidFill>
                  <a:srgbClr val="152A8C"/>
                </a:solidFill>
                <a:latin typeface="微软雅黑" panose="020B0503020204020204" charset="-122"/>
                <a:ea typeface="微软雅黑" panose="020B0503020204020204" charset="-122"/>
                <a:sym typeface="+mn-ea"/>
              </a:endParaRPr>
            </a:p>
          </p:txBody>
        </p:sp>
        <p:sp>
          <p:nvSpPr>
            <p:cNvPr id="126" name="Rectangle 31"/>
            <p:cNvSpPr/>
            <p:nvPr/>
          </p:nvSpPr>
          <p:spPr>
            <a:xfrm>
              <a:off x="6329992" y="17265787"/>
              <a:ext cx="2203302" cy="2257974"/>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dirty="0" smtClean="0">
                  <a:solidFill>
                    <a:srgbClr val="152A8C"/>
                  </a:solidFill>
                  <a:latin typeface="微软雅黑" panose="020B0503020204020204" charset="-122"/>
                  <a:ea typeface="微软雅黑" panose="020B0503020204020204" charset="-122"/>
                  <a:sym typeface="+mn-ea"/>
                </a:rPr>
                <a:t>股权经营</a:t>
              </a:r>
              <a:endParaRPr lang="zh-CN" altLang="en-US" sz="10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128" name="Rectangle 31"/>
            <p:cNvSpPr/>
            <p:nvPr/>
          </p:nvSpPr>
          <p:spPr>
            <a:xfrm>
              <a:off x="6329992" y="19890369"/>
              <a:ext cx="2203302" cy="2257974"/>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b="1" dirty="0" smtClean="0">
                  <a:solidFill>
                    <a:srgbClr val="152A8C"/>
                  </a:solidFill>
                  <a:latin typeface="微软雅黑" panose="020B0503020204020204" charset="-122"/>
                  <a:ea typeface="微软雅黑" panose="020B0503020204020204" charset="-122"/>
                  <a:sym typeface="+mn-ea"/>
                </a:rPr>
                <a:t>对接集团</a:t>
              </a:r>
              <a:r>
                <a:rPr lang="en-US" altLang="zh-CN" sz="1000" b="1" dirty="0" smtClean="0">
                  <a:solidFill>
                    <a:srgbClr val="152A8C"/>
                  </a:solidFill>
                  <a:latin typeface="微软雅黑" panose="020B0503020204020204" charset="-122"/>
                  <a:ea typeface="微软雅黑" panose="020B0503020204020204" charset="-122"/>
                  <a:sym typeface="+mn-ea"/>
                </a:rPr>
                <a:t>/</a:t>
              </a:r>
              <a:r>
                <a:rPr lang="zh-CN" altLang="en-US" sz="1000" b="1" dirty="0" smtClean="0">
                  <a:solidFill>
                    <a:srgbClr val="152A8C"/>
                  </a:solidFill>
                  <a:latin typeface="微软雅黑" panose="020B0503020204020204" charset="-122"/>
                  <a:ea typeface="微软雅黑" panose="020B0503020204020204" charset="-122"/>
                  <a:sym typeface="+mn-ea"/>
                </a:rPr>
                <a:t>其他被投企业</a:t>
              </a:r>
              <a:r>
                <a:rPr lang="zh-CN" altLang="en-US" sz="1000" b="1" dirty="0" smtClean="0">
                  <a:solidFill>
                    <a:srgbClr val="152A8C"/>
                  </a:solidFill>
                  <a:latin typeface="微软雅黑" panose="020B0503020204020204" charset="-122"/>
                  <a:ea typeface="微软雅黑" panose="020B0503020204020204" charset="-122"/>
                  <a:sym typeface="+mn-ea"/>
                </a:rPr>
                <a:t>资源</a:t>
              </a:r>
              <a:endParaRPr lang="zh-CN" altLang="en-US" sz="1000" b="1" dirty="0" smtClean="0">
                <a:solidFill>
                  <a:srgbClr val="152A8C"/>
                </a:solidFill>
                <a:latin typeface="微软雅黑" panose="020B0503020204020204" charset="-122"/>
                <a:ea typeface="微软雅黑" panose="020B0503020204020204" charset="-122"/>
                <a:sym typeface="+mn-ea"/>
              </a:endParaRPr>
            </a:p>
          </p:txBody>
        </p:sp>
        <p:sp>
          <p:nvSpPr>
            <p:cNvPr id="131" name="Rectangle 31"/>
            <p:cNvSpPr/>
            <p:nvPr/>
          </p:nvSpPr>
          <p:spPr>
            <a:xfrm>
              <a:off x="6329992" y="23148183"/>
              <a:ext cx="2203302" cy="1174813"/>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新兴赛道研判</a:t>
              </a:r>
              <a:endParaRPr lang="zh-CN" altLang="en-US" sz="1000" b="1" dirty="0" smtClean="0">
                <a:solidFill>
                  <a:srgbClr val="152A8C"/>
                </a:solidFill>
                <a:latin typeface="微软雅黑" panose="020B0503020204020204" charset="-122"/>
                <a:ea typeface="微软雅黑" panose="020B0503020204020204" charset="-122"/>
                <a:sym typeface="+mn-ea"/>
              </a:endParaRPr>
            </a:p>
          </p:txBody>
        </p:sp>
        <p:sp>
          <p:nvSpPr>
            <p:cNvPr id="133" name="Rectangle 31"/>
            <p:cNvSpPr/>
            <p:nvPr/>
          </p:nvSpPr>
          <p:spPr>
            <a:xfrm>
              <a:off x="6329992" y="24618782"/>
              <a:ext cx="2203302" cy="1174813"/>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产业布局论证</a:t>
              </a:r>
              <a:endParaRPr lang="zh-CN" altLang="en-US" sz="1000" b="1" dirty="0" smtClean="0">
                <a:solidFill>
                  <a:srgbClr val="152A8C"/>
                </a:solidFill>
                <a:latin typeface="微软雅黑" panose="020B0503020204020204" charset="-122"/>
                <a:ea typeface="微软雅黑" panose="020B0503020204020204" charset="-122"/>
                <a:sym typeface="+mn-ea"/>
              </a:endParaRPr>
            </a:p>
          </p:txBody>
        </p:sp>
        <p:sp>
          <p:nvSpPr>
            <p:cNvPr id="136" name="Rectangle 31"/>
            <p:cNvSpPr/>
            <p:nvPr/>
          </p:nvSpPr>
          <p:spPr>
            <a:xfrm>
              <a:off x="6329992" y="26376836"/>
              <a:ext cx="2203302" cy="2257974"/>
            </a:xfrm>
            <a:prstGeom prst="roundRect">
              <a:avLst>
                <a:gd name="adj" fmla="val 9774"/>
              </a:avLst>
            </a:prstGeom>
            <a:noFill/>
            <a:ln w="3175" cap="flat" cmpd="sng" algn="ctr">
              <a:solidFill>
                <a:srgbClr val="152A8C"/>
              </a:solidFill>
              <a:prstDash val="solid"/>
            </a:ln>
            <a:effectLst/>
            <a:extLst>
              <a:ext uri="{909E8E84-426E-40DD-AFC4-6F175D3DCCD1}">
                <a14:hiddenFill xmlns:a14="http://schemas.microsoft.com/office/drawing/2010/main">
                  <a:solidFill>
                    <a:srgbClr val="FFFFFF">
                      <a:alpha val="70000"/>
                    </a:srgbClr>
                  </a:solidFill>
                </a14:hiddenFill>
              </a:ext>
            </a:extLst>
          </p:spPr>
          <p:txBody>
            <a:bodyPr lIns="72000" tIns="72000" rIns="72000" bIns="72000" rtlCol="0" anchor="ctr" anchorCtr="0">
              <a:noAutofit/>
            </a:bodyPr>
            <a:lstStyle/>
            <a:p>
              <a:pPr marL="0" marR="0" lvl="0" indent="0" algn="ctr" defTabSz="914400" eaLnBrk="1" fontAlgn="base" latinLnBrk="0" hangingPunct="1">
                <a:lnSpc>
                  <a:spcPct val="100000"/>
                </a:lnSpc>
                <a:spcBef>
                  <a:spcPts val="400"/>
                </a:spcBef>
                <a:spcAft>
                  <a:spcPct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技术前瞻研究</a:t>
              </a:r>
              <a:endParaRPr lang="zh-CN" altLang="en-US" sz="10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grpSp>
      <p:sp>
        <p:nvSpPr>
          <p:cNvPr id="61" name="文本框 60"/>
          <p:cNvSpPr txBox="1"/>
          <p:nvPr/>
        </p:nvSpPr>
        <p:spPr>
          <a:xfrm>
            <a:off x="471805" y="2339975"/>
            <a:ext cx="2395855" cy="412115"/>
          </a:xfrm>
          <a:prstGeom prst="rect">
            <a:avLst/>
          </a:prstGeom>
          <a:noFill/>
        </p:spPr>
        <p:txBody>
          <a:bodyPr wrap="square" rtlCol="0" anchor="t" anchorCtr="0">
            <a:noAutofit/>
          </a:bodyPr>
          <a:p>
            <a:pPr marL="0" marR="0" lvl="0" indent="0" algn="l" defTabSz="914400" eaLnBrk="1" fontAlgn="base" latinLnBrk="0" hangingPunct="1">
              <a:lnSpc>
                <a:spcPct val="90000"/>
              </a:lnSpc>
              <a:spcBef>
                <a:spcPts val="0"/>
              </a:spcBef>
              <a:spcAft>
                <a:spcPct val="0"/>
              </a:spcAft>
              <a:buClrTx/>
              <a:buSzPct val="100000"/>
              <a:buNone/>
              <a:defRPr/>
            </a:pPr>
            <a:r>
              <a:rPr lang="zh-CN" altLang="en-US" sz="1200" kern="0" dirty="0">
                <a:solidFill>
                  <a:srgbClr val="152A8C"/>
                </a:solidFill>
                <a:latin typeface="微软雅黑" panose="020B0503020204020204" charset="-122"/>
                <a:ea typeface="微软雅黑" panose="020B0503020204020204" charset="-122"/>
                <a:cs typeface="Segoe UI" panose="020B0502040204020203"/>
                <a:sym typeface="+mn-ea"/>
              </a:rPr>
              <a:t>支撑股权投资全生命周期业务</a:t>
            </a:r>
            <a:endParaRPr lang="zh-CN" altLang="en-US" sz="12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63" name="RBLeftUShape"/>
          <p:cNvSpPr/>
          <p:nvPr/>
        </p:nvSpPr>
        <p:spPr>
          <a:xfrm>
            <a:off x="462280" y="3278505"/>
            <a:ext cx="2529840" cy="1570355"/>
          </a:xfrm>
          <a:prstGeom prst="rect">
            <a:avLst/>
          </a:prstGeom>
          <a:solidFill>
            <a:srgbClr val="FFFFFF"/>
          </a:solidFill>
          <a:ln w="6350" cap="flat" cmpd="sng">
            <a:solidFill>
              <a:srgbClr val="000050"/>
            </a:solidFill>
            <a:prstDash val="solid"/>
            <a:round/>
          </a:ln>
          <a:effectLst/>
        </p:spPr>
        <p:txBody>
          <a:bodyPr vert="horz" wrap="square" lIns="0" tIns="54864" rIns="0" bIns="0" anchor="t" anchorCtr="0"/>
          <a:lstStyle/>
          <a:p>
            <a:pPr marL="0" marR="0" lvl="0" indent="0" algn="ctr" defTabSz="914400" eaLnBrk="1" fontAlgn="base" latinLnBrk="0" hangingPunct="1">
              <a:lnSpc>
                <a:spcPct val="90000"/>
              </a:lnSpc>
              <a:spcBef>
                <a:spcPts val="0"/>
              </a:spcBef>
              <a:spcAft>
                <a:spcPct val="0"/>
              </a:spcAft>
              <a:buClrTx/>
              <a:buSzPct val="100000"/>
              <a:buNone/>
              <a:defRPr/>
            </a:pPr>
            <a:r>
              <a:rPr lang="zh-CN" altLang="en-US" sz="1600" b="1" kern="0" dirty="0">
                <a:solidFill>
                  <a:srgbClr val="152A8C"/>
                </a:solidFill>
                <a:latin typeface="微软雅黑" panose="020B0503020204020204" charset="-122"/>
                <a:ea typeface="微软雅黑" panose="020B0503020204020204" charset="-122"/>
                <a:cs typeface="Segoe UI" panose="020B0502040204020203"/>
              </a:rPr>
              <a:t>被投</a:t>
            </a:r>
            <a:r>
              <a:rPr lang="zh-CN" altLang="en-US" sz="1600" b="1" kern="0" dirty="0">
                <a:solidFill>
                  <a:srgbClr val="152A8C"/>
                </a:solidFill>
                <a:latin typeface="微软雅黑" panose="020B0503020204020204" charset="-122"/>
                <a:ea typeface="微软雅黑" panose="020B0503020204020204" charset="-122"/>
                <a:cs typeface="Segoe UI" panose="020B0502040204020203"/>
              </a:rPr>
              <a:t>企业</a:t>
            </a:r>
            <a:endParaRPr lang="zh-CN" altLang="en-US" sz="1600" b="1" kern="0" dirty="0">
              <a:solidFill>
                <a:srgbClr val="152A8C"/>
              </a:solidFill>
              <a:latin typeface="微软雅黑" panose="020B0503020204020204" charset="-122"/>
              <a:ea typeface="微软雅黑" panose="020B0503020204020204" charset="-122"/>
              <a:cs typeface="Segoe UI" panose="020B0502040204020203"/>
            </a:endParaRPr>
          </a:p>
          <a:p>
            <a:pPr marL="0" marR="0" lvl="0" indent="0" algn="ctr" defTabSz="914400" eaLnBrk="1" fontAlgn="base" latinLnBrk="0" hangingPunct="1">
              <a:lnSpc>
                <a:spcPct val="90000"/>
              </a:lnSpc>
              <a:spcBef>
                <a:spcPts val="0"/>
              </a:spcBef>
              <a:spcAft>
                <a:spcPct val="0"/>
              </a:spcAft>
              <a:buClrTx/>
              <a:buSzPct val="100000"/>
              <a:buNone/>
              <a:defRPr/>
            </a:pPr>
            <a:endParaRPr lang="zh-CN" altLang="en-US" sz="1200"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64" name="文本框 63"/>
          <p:cNvSpPr txBox="1"/>
          <p:nvPr/>
        </p:nvSpPr>
        <p:spPr>
          <a:xfrm>
            <a:off x="445770" y="3592195"/>
            <a:ext cx="2672715" cy="417195"/>
          </a:xfrm>
          <a:prstGeom prst="rect">
            <a:avLst/>
          </a:prstGeom>
          <a:noFill/>
        </p:spPr>
        <p:txBody>
          <a:bodyPr wrap="square" rtlCol="0" anchor="t" anchorCtr="0">
            <a:noAutofit/>
          </a:bodyPr>
          <a:p>
            <a:pPr marL="0" marR="0" lvl="0" indent="0" algn="l" defTabSz="914400" eaLnBrk="1" fontAlgn="base" latinLnBrk="0" hangingPunct="1">
              <a:lnSpc>
                <a:spcPct val="90000"/>
              </a:lnSpc>
              <a:spcBef>
                <a:spcPts val="0"/>
              </a:spcBef>
              <a:spcAft>
                <a:spcPct val="0"/>
              </a:spcAft>
              <a:buClrTx/>
              <a:buSzPct val="100000"/>
              <a:buNone/>
              <a:defRPr/>
            </a:pPr>
            <a:r>
              <a:rPr lang="zh-CN" altLang="en-US" sz="1200" kern="0" dirty="0" smtClean="0">
                <a:solidFill>
                  <a:srgbClr val="152A8C"/>
                </a:solidFill>
                <a:latin typeface="微软雅黑" panose="020B0503020204020204" charset="-122"/>
                <a:ea typeface="微软雅黑" panose="020B0503020204020204" charset="-122"/>
                <a:cs typeface="Segoe UI" panose="020B0502040204020203"/>
                <a:sym typeface="+mn-ea"/>
              </a:rPr>
              <a:t>面向企业自身经营发展提质增效</a:t>
            </a:r>
            <a:endParaRPr lang="zh-CN" altLang="en-US" sz="1200"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66" name="RBLeftUShape"/>
          <p:cNvSpPr/>
          <p:nvPr/>
        </p:nvSpPr>
        <p:spPr>
          <a:xfrm>
            <a:off x="462280" y="4923155"/>
            <a:ext cx="2529840" cy="1347470"/>
          </a:xfrm>
          <a:prstGeom prst="rect">
            <a:avLst/>
          </a:prstGeom>
          <a:solidFill>
            <a:srgbClr val="FFFFFF"/>
          </a:solidFill>
          <a:ln w="6350" cap="flat" cmpd="sng">
            <a:solidFill>
              <a:srgbClr val="000050"/>
            </a:solidFill>
            <a:prstDash val="solid"/>
            <a:round/>
          </a:ln>
          <a:effectLst/>
        </p:spPr>
        <p:txBody>
          <a:bodyPr vert="horz" wrap="square" lIns="0" tIns="54864" rIns="0" bIns="0" anchor="t" anchorCtr="0"/>
          <a:lstStyle/>
          <a:p>
            <a:pPr marL="0" marR="0" lvl="0" indent="0" algn="ctr" defTabSz="914400" eaLnBrk="1" fontAlgn="base" latinLnBrk="0" hangingPunct="1">
              <a:lnSpc>
                <a:spcPct val="90000"/>
              </a:lnSpc>
              <a:spcBef>
                <a:spcPts val="0"/>
              </a:spcBef>
              <a:spcAft>
                <a:spcPct val="0"/>
              </a:spcAft>
              <a:buClrTx/>
              <a:buSzPct val="100000"/>
              <a:buNone/>
              <a:defRPr/>
            </a:pPr>
            <a:r>
              <a:rPr lang="zh-CN" altLang="en-US" sz="1600" b="1" kern="0" dirty="0">
                <a:solidFill>
                  <a:srgbClr val="152A8C"/>
                </a:solidFill>
                <a:latin typeface="微软雅黑" panose="020B0503020204020204" charset="-122"/>
                <a:ea typeface="微软雅黑" panose="020B0503020204020204" charset="-122"/>
                <a:cs typeface="Segoe UI" panose="020B0502040204020203"/>
              </a:rPr>
              <a:t>集团</a:t>
            </a:r>
            <a:r>
              <a:rPr lang="zh-CN" altLang="en-US" sz="1600" b="1" kern="0" dirty="0">
                <a:solidFill>
                  <a:srgbClr val="152A8C"/>
                </a:solidFill>
                <a:latin typeface="微软雅黑" panose="020B0503020204020204" charset="-122"/>
                <a:ea typeface="微软雅黑" panose="020B0503020204020204" charset="-122"/>
                <a:cs typeface="Segoe UI" panose="020B0502040204020203"/>
              </a:rPr>
              <a:t>公司</a:t>
            </a:r>
            <a:endParaRPr lang="zh-CN" altLang="en-US" sz="1600" b="1" kern="0" dirty="0">
              <a:solidFill>
                <a:srgbClr val="152A8C"/>
              </a:solidFill>
              <a:latin typeface="微软雅黑" panose="020B0503020204020204" charset="-122"/>
              <a:ea typeface="微软雅黑" panose="020B0503020204020204" charset="-122"/>
              <a:cs typeface="Segoe UI" panose="020B0502040204020203"/>
            </a:endParaRPr>
          </a:p>
          <a:p>
            <a:pPr marL="0" marR="0" lvl="0" indent="0" algn="ctr" defTabSz="914400" eaLnBrk="1" fontAlgn="base" latinLnBrk="0" hangingPunct="1">
              <a:lnSpc>
                <a:spcPct val="90000"/>
              </a:lnSpc>
              <a:spcBef>
                <a:spcPts val="0"/>
              </a:spcBef>
              <a:spcAft>
                <a:spcPct val="0"/>
              </a:spcAft>
              <a:buClrTx/>
              <a:buSzPct val="100000"/>
              <a:buNone/>
              <a:defRPr/>
            </a:pPr>
            <a:endParaRPr lang="zh-CN" altLang="en-US" sz="1200" kern="0" dirty="0">
              <a:solidFill>
                <a:srgbClr val="152A8C"/>
              </a:solidFill>
              <a:latin typeface="微软雅黑" panose="020B0503020204020204" charset="-122"/>
              <a:ea typeface="微软雅黑" panose="020B0503020204020204" charset="-122"/>
              <a:cs typeface="Segoe UI" panose="020B0502040204020203"/>
            </a:endParaRPr>
          </a:p>
        </p:txBody>
      </p:sp>
      <p:sp>
        <p:nvSpPr>
          <p:cNvPr id="67" name="文本框 66"/>
          <p:cNvSpPr txBox="1"/>
          <p:nvPr/>
        </p:nvSpPr>
        <p:spPr>
          <a:xfrm>
            <a:off x="472440" y="5242560"/>
            <a:ext cx="2519680" cy="492125"/>
          </a:xfrm>
          <a:prstGeom prst="rect">
            <a:avLst/>
          </a:prstGeom>
          <a:noFill/>
        </p:spPr>
        <p:txBody>
          <a:bodyPr wrap="square" rtlCol="0" anchor="t" anchorCtr="0">
            <a:noAutofit/>
          </a:bodyPr>
          <a:p>
            <a:pPr marL="0" marR="0" lvl="0" indent="0" algn="l" defTabSz="914400" eaLnBrk="1" fontAlgn="base" latinLnBrk="0" hangingPunct="1">
              <a:lnSpc>
                <a:spcPct val="90000"/>
              </a:lnSpc>
              <a:spcBef>
                <a:spcPts val="0"/>
              </a:spcBef>
              <a:spcAft>
                <a:spcPct val="0"/>
              </a:spcAft>
              <a:buClrTx/>
              <a:buSzPct val="100000"/>
              <a:buNone/>
              <a:defRPr/>
            </a:pPr>
            <a:r>
              <a:rPr lang="zh-CN" altLang="en-US" sz="1200" kern="0" dirty="0" smtClean="0">
                <a:solidFill>
                  <a:srgbClr val="152A8C"/>
                </a:solidFill>
                <a:latin typeface="微软雅黑" panose="020B0503020204020204" charset="-122"/>
                <a:ea typeface="微软雅黑" panose="020B0503020204020204" charset="-122"/>
                <a:cs typeface="Segoe UI" panose="020B0502040204020203"/>
                <a:sym typeface="+mn-ea"/>
              </a:rPr>
              <a:t>服务集团顶层战略，支撑产业规划、赛道研判、战略布局</a:t>
            </a:r>
            <a:endParaRPr lang="zh-CN" altLang="en-US" sz="1200"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78" name="Chevron 58"/>
          <p:cNvSpPr/>
          <p:nvPr/>
        </p:nvSpPr>
        <p:spPr>
          <a:xfrm>
            <a:off x="3300696" y="5632552"/>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79" name="Chevron 59"/>
          <p:cNvSpPr/>
          <p:nvPr/>
        </p:nvSpPr>
        <p:spPr>
          <a:xfrm>
            <a:off x="3432537" y="5632552"/>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80" name="Chevron 58"/>
          <p:cNvSpPr/>
          <p:nvPr/>
        </p:nvSpPr>
        <p:spPr>
          <a:xfrm>
            <a:off x="3300696" y="4336517"/>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81" name="Chevron 59"/>
          <p:cNvSpPr/>
          <p:nvPr/>
        </p:nvSpPr>
        <p:spPr>
          <a:xfrm>
            <a:off x="3432537" y="4336517"/>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cxnSp>
        <p:nvCxnSpPr>
          <p:cNvPr id="91" name="直接箭头连接符 90"/>
          <p:cNvCxnSpPr/>
          <p:nvPr/>
        </p:nvCxnSpPr>
        <p:spPr bwMode="auto">
          <a:xfrm>
            <a:off x="4502150" y="2291080"/>
            <a:ext cx="393700" cy="3175"/>
          </a:xfrm>
          <a:prstGeom prst="straightConnector1">
            <a:avLst/>
          </a:prstGeom>
          <a:noFill/>
          <a:ln w="6350" cap="flat" cmpd="sng" algn="ctr">
            <a:solidFill>
              <a:srgbClr val="152A8C"/>
            </a:solidFill>
            <a:prstDash val="solid"/>
            <a:miter lim="800000"/>
            <a:headEnd type="none" w="med" len="med"/>
            <a:tailEnd type="triangle"/>
          </a:ln>
          <a:effectLst/>
        </p:spPr>
      </p:cxnSp>
      <p:sp>
        <p:nvSpPr>
          <p:cNvPr id="95" name="文本框 94"/>
          <p:cNvSpPr txBox="1"/>
          <p:nvPr/>
        </p:nvSpPr>
        <p:spPr>
          <a:xfrm>
            <a:off x="6496685" y="1434465"/>
            <a:ext cx="1111250" cy="29464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rPr>
              <a:t>行业趋势研判</a:t>
            </a:r>
            <a:endPar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endParaRPr>
          </a:p>
        </p:txBody>
      </p:sp>
      <p:sp>
        <p:nvSpPr>
          <p:cNvPr id="96" name="文本框 95"/>
          <p:cNvSpPr txBox="1"/>
          <p:nvPr/>
        </p:nvSpPr>
        <p:spPr>
          <a:xfrm>
            <a:off x="6496685" y="1805305"/>
            <a:ext cx="1111885" cy="283845"/>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rPr>
              <a:t>技术路线研判</a:t>
            </a:r>
            <a:endPar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endParaRPr>
          </a:p>
        </p:txBody>
      </p:sp>
      <p:sp>
        <p:nvSpPr>
          <p:cNvPr id="97" name="文本框 96"/>
          <p:cNvSpPr txBox="1"/>
          <p:nvPr/>
        </p:nvSpPr>
        <p:spPr>
          <a:xfrm>
            <a:off x="7753350" y="1434465"/>
            <a:ext cx="2296795" cy="665480"/>
          </a:xfrm>
          <a:prstGeom prst="rect">
            <a:avLst/>
          </a:prstGeom>
          <a:solidFill>
            <a:schemeClr val="accent5">
              <a:lumMod val="20000"/>
              <a:lumOff val="80000"/>
            </a:schemeClr>
          </a:solidFill>
          <a:ln w="3175" cmpd="sng">
            <a:solidFill>
              <a:srgbClr val="000000"/>
            </a:solidFill>
            <a:prstDash val="solid"/>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rPr>
              <a:t>具身智能、动力电池、先进底盘、数字座舱、高效电驱、飞行汽车、全域热管理、芯片、氢能、智驾、车路云一体化、补能</a:t>
            </a:r>
            <a:endParaRPr kumimoji="0" lang="zh-CN" altLang="en-US" sz="1000" i="0" u="none" strike="noStrike" kern="1200" cap="none" spc="0" normalizeH="0" baseline="0" noProof="0" dirty="0" smtClean="0">
              <a:ln>
                <a:noFill/>
              </a:ln>
              <a:solidFill>
                <a:srgbClr val="000000"/>
              </a:solidFill>
              <a:effectLst/>
              <a:uLnTx/>
              <a:uFillTx/>
              <a:latin typeface="微软雅黑" panose="020B0503020204020204" charset="-122"/>
              <a:ea typeface="微软雅黑" panose="020B0503020204020204" charset="-122"/>
              <a:cs typeface="+mn-cs"/>
            </a:endParaRPr>
          </a:p>
        </p:txBody>
      </p:sp>
      <p:sp>
        <p:nvSpPr>
          <p:cNvPr id="103" name="文本框 102"/>
          <p:cNvSpPr txBox="1"/>
          <p:nvPr/>
        </p:nvSpPr>
        <p:spPr>
          <a:xfrm>
            <a:off x="6496685" y="2148205"/>
            <a:ext cx="3583305" cy="394335"/>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rPr>
              <a:t>估值定价、交易结构设计、交易可行性论证、退出路径研判（</a:t>
            </a:r>
            <a:r>
              <a:rPr lang="zh-CN" altLang="en-US" sz="1000" noProof="0" dirty="0" smtClean="0">
                <a:ln>
                  <a:noFill/>
                </a:ln>
                <a:solidFill>
                  <a:srgbClr val="152A8C"/>
                </a:solidFill>
                <a:effectLst/>
                <a:uLnTx/>
                <a:uFillTx/>
                <a:latin typeface="微软雅黑" panose="020B0503020204020204" charset="-122"/>
                <a:ea typeface="微软雅黑" panose="020B0503020204020204" charset="-122"/>
                <a:sym typeface="+mn-ea"/>
              </a:rPr>
              <a:t>并购重组论证、</a:t>
            </a:r>
            <a:r>
              <a:rPr lang="en-US" altLang="zh-CN" sz="1000" noProof="0" dirty="0" smtClean="0">
                <a:ln>
                  <a:noFill/>
                </a:ln>
                <a:solidFill>
                  <a:srgbClr val="152A8C"/>
                </a:solidFill>
                <a:effectLst/>
                <a:uLnTx/>
                <a:uFillTx/>
                <a:latin typeface="微软雅黑" panose="020B0503020204020204" charset="-122"/>
                <a:ea typeface="微软雅黑" panose="020B0503020204020204" charset="-122"/>
                <a:sym typeface="+mn-ea"/>
              </a:rPr>
              <a:t>IPO</a:t>
            </a:r>
            <a:r>
              <a:rPr lang="zh-CN" altLang="en-US" sz="1000" noProof="0" dirty="0" smtClean="0">
                <a:ln>
                  <a:noFill/>
                </a:ln>
                <a:solidFill>
                  <a:srgbClr val="152A8C"/>
                </a:solidFill>
                <a:effectLst/>
                <a:uLnTx/>
                <a:uFillTx/>
                <a:latin typeface="微软雅黑" panose="020B0503020204020204" charset="-122"/>
                <a:ea typeface="微软雅黑" panose="020B0503020204020204" charset="-122"/>
                <a:sym typeface="+mn-ea"/>
              </a:rPr>
              <a:t>辅导</a:t>
            </a:r>
            <a:r>
              <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rPr>
              <a:t>），</a:t>
            </a:r>
            <a:r>
              <a:rPr kumimoji="0" lang="zh-CN" altLang="en-US" sz="1000" i="0" u="none" strike="noStrike" kern="1200" cap="none" spc="0" normalizeH="0" baseline="0" noProof="0" dirty="0" smtClean="0">
                <a:ln>
                  <a:noFill/>
                </a:ln>
                <a:solidFill>
                  <a:srgbClr val="152A8C"/>
                </a:solidFill>
                <a:effectLst/>
                <a:highlight>
                  <a:srgbClr val="FFFF00"/>
                </a:highlight>
                <a:uLnTx/>
                <a:uFillTx/>
                <a:latin typeface="微软雅黑" panose="020B0503020204020204" charset="-122"/>
                <a:ea typeface="微软雅黑" panose="020B0503020204020204" charset="-122"/>
                <a:cs typeface="+mn-cs"/>
              </a:rPr>
              <a:t>校验投资逻辑</a:t>
            </a:r>
            <a:r>
              <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rPr>
              <a:t>、识别交易风险</a:t>
            </a:r>
            <a:r>
              <a:rPr kumimoji="0" lang="zh-CN" altLang="en-US" sz="1000" i="0" u="none" strike="noStrike" kern="1200" cap="none" spc="0" normalizeH="0" baseline="0" noProof="0" dirty="0" smtClean="0">
                <a:ln>
                  <a:noFill/>
                </a:ln>
                <a:solidFill>
                  <a:srgbClr val="152A8C"/>
                </a:solidFill>
                <a:effectLst/>
                <a:highlight>
                  <a:srgbClr val="FFFF00"/>
                </a:highlight>
                <a:uLnTx/>
                <a:uFillTx/>
                <a:latin typeface="微软雅黑" panose="020B0503020204020204" charset="-122"/>
                <a:ea typeface="微软雅黑" panose="020B0503020204020204" charset="-122"/>
                <a:cs typeface="+mn-cs"/>
              </a:rPr>
              <a:t>（投资经理</a:t>
            </a:r>
            <a:r>
              <a:rPr kumimoji="0" lang="zh-CN" altLang="en-US" sz="1000" i="0" u="none" strike="noStrike" kern="1200" cap="none" spc="0" normalizeH="0" baseline="0" noProof="0" dirty="0" smtClean="0">
                <a:ln>
                  <a:noFill/>
                </a:ln>
                <a:solidFill>
                  <a:srgbClr val="152A8C"/>
                </a:solidFill>
                <a:effectLst/>
                <a:highlight>
                  <a:srgbClr val="FFFF00"/>
                </a:highlight>
                <a:uLnTx/>
                <a:uFillTx/>
                <a:latin typeface="微软雅黑" panose="020B0503020204020204" charset="-122"/>
                <a:ea typeface="微软雅黑" panose="020B0503020204020204" charset="-122"/>
                <a:cs typeface="+mn-cs"/>
              </a:rPr>
              <a:t>做不了）</a:t>
            </a:r>
            <a:endParaRPr kumimoji="0" lang="zh-CN" altLang="en-US" sz="1000" i="0" u="none" strike="noStrike" kern="1200" cap="none" spc="0" normalizeH="0" baseline="0" noProof="0" dirty="0" smtClean="0">
              <a:ln>
                <a:noFill/>
              </a:ln>
              <a:solidFill>
                <a:srgbClr val="152A8C"/>
              </a:solidFill>
              <a:effectLst/>
              <a:highlight>
                <a:srgbClr val="FFFF00"/>
              </a:highlight>
              <a:uLnTx/>
              <a:uFillTx/>
              <a:latin typeface="微软雅黑" panose="020B0503020204020204" charset="-122"/>
              <a:ea typeface="微软雅黑" panose="020B0503020204020204" charset="-122"/>
              <a:cs typeface="+mn-cs"/>
            </a:endParaRPr>
          </a:p>
        </p:txBody>
      </p:sp>
      <p:sp>
        <p:nvSpPr>
          <p:cNvPr id="104" name="文本框 103"/>
          <p:cNvSpPr txBox="1"/>
          <p:nvPr/>
        </p:nvSpPr>
        <p:spPr>
          <a:xfrm>
            <a:off x="6496685" y="2620010"/>
            <a:ext cx="3583305" cy="32131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rPr>
              <a:t>利益冲突核查、合规审查、项目风险识别（</a:t>
            </a:r>
            <a:r>
              <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rPr>
              <a:t>合上去）</a:t>
            </a:r>
            <a:endParaRPr kumimoji="0" lang="zh-CN" altLang="en-US" sz="1000" i="0" u="none" strike="noStrike" kern="1200" cap="none" spc="0" normalizeH="0" baseline="0" noProof="0" dirty="0" smtClean="0">
              <a:ln>
                <a:noFill/>
              </a:ln>
              <a:solidFill>
                <a:srgbClr val="152A8C"/>
              </a:solidFill>
              <a:effectLst/>
              <a:uLnTx/>
              <a:uFillTx/>
              <a:latin typeface="微软雅黑" panose="020B0503020204020204" charset="-122"/>
              <a:ea typeface="微软雅黑" panose="020B0503020204020204" charset="-122"/>
              <a:cs typeface="+mn-cs"/>
            </a:endParaRPr>
          </a:p>
        </p:txBody>
      </p:sp>
      <p:sp>
        <p:nvSpPr>
          <p:cNvPr id="108" name="文本框 107"/>
          <p:cNvSpPr txBox="1"/>
          <p:nvPr/>
        </p:nvSpPr>
        <p:spPr>
          <a:xfrm>
            <a:off x="6496685" y="3042920"/>
            <a:ext cx="3583305" cy="32131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000" strike="sngStrike" dirty="0" smtClean="0">
                <a:solidFill>
                  <a:srgbClr val="152A8C"/>
                </a:solidFill>
                <a:highlight>
                  <a:srgbClr val="FFFF00"/>
                </a:highlight>
                <a:latin typeface="微软雅黑" panose="020B0503020204020204" charset="-122"/>
                <a:ea typeface="微软雅黑" panose="020B0503020204020204" charset="-122"/>
                <a:sym typeface="+mn-ea"/>
              </a:rPr>
              <a:t>经营现状排查、</a:t>
            </a:r>
            <a:r>
              <a:rPr lang="zh-CN" altLang="en-US" sz="1000" dirty="0" smtClean="0">
                <a:solidFill>
                  <a:srgbClr val="152A8C"/>
                </a:solidFill>
                <a:latin typeface="微软雅黑" panose="020B0503020204020204" charset="-122"/>
                <a:ea typeface="微软雅黑" panose="020B0503020204020204" charset="-122"/>
                <a:sym typeface="+mn-ea"/>
              </a:rPr>
              <a:t>财务税务、法务风险识别、组织与经营效能提升、国际化业务开展、</a:t>
            </a:r>
            <a:r>
              <a:rPr lang="zh-CN" altLang="en-US" sz="1000" dirty="0" smtClean="0">
                <a:solidFill>
                  <a:srgbClr val="152A8C"/>
                </a:solidFill>
                <a:highlight>
                  <a:srgbClr val="FFFF00"/>
                </a:highlight>
                <a:latin typeface="微软雅黑" panose="020B0503020204020204" charset="-122"/>
                <a:ea typeface="微软雅黑" panose="020B0503020204020204" charset="-122"/>
                <a:sym typeface="+mn-ea"/>
              </a:rPr>
              <a:t>固定资产投资</a:t>
            </a:r>
            <a:r>
              <a:rPr lang="zh-CN" altLang="en-US" sz="1000" dirty="0" smtClean="0">
                <a:solidFill>
                  <a:srgbClr val="152A8C"/>
                </a:solidFill>
                <a:latin typeface="微软雅黑" panose="020B0503020204020204" charset="-122"/>
                <a:ea typeface="微软雅黑" panose="020B0503020204020204" charset="-122"/>
                <a:sym typeface="+mn-ea"/>
              </a:rPr>
              <a:t>等</a:t>
            </a:r>
            <a:endParaRPr lang="zh-CN" altLang="en-US" sz="1000" dirty="0" smtClean="0">
              <a:solidFill>
                <a:srgbClr val="152A8C"/>
              </a:solidFill>
              <a:latin typeface="微软雅黑" panose="020B0503020204020204" charset="-122"/>
              <a:ea typeface="微软雅黑" panose="020B0503020204020204" charset="-122"/>
              <a:sym typeface="+mn-ea"/>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研、产、供、销、财、法、</a:t>
            </a:r>
            <a:r>
              <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组织、投资（固投</a:t>
            </a:r>
            <a:r>
              <a:rPr kumimoji="0" lang="en-US" altLang="zh-CN"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a:t>
            </a:r>
            <a:r>
              <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股</a:t>
            </a:r>
            <a:r>
              <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投）</a:t>
            </a:r>
            <a:endPar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109" name="文本框 108"/>
          <p:cNvSpPr txBox="1"/>
          <p:nvPr/>
        </p:nvSpPr>
        <p:spPr>
          <a:xfrm>
            <a:off x="6496685" y="3456305"/>
            <a:ext cx="3583305" cy="32131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①资源支持②解决方案设计③</a:t>
            </a:r>
            <a:r>
              <a:rPr kumimoji="0" lang="en-US" altLang="zh-CN"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XXXX</a:t>
            </a:r>
            <a:r>
              <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rPr>
              <a:t>支持</a:t>
            </a:r>
            <a:endPar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123" name="文本框 122"/>
          <p:cNvSpPr txBox="1"/>
          <p:nvPr/>
        </p:nvSpPr>
        <p:spPr>
          <a:xfrm>
            <a:off x="6496685" y="3869055"/>
            <a:ext cx="3583305" cy="18415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rPr>
              <a:t>技术路线优化</a:t>
            </a:r>
            <a:r>
              <a:rPr lang="zh-CN" altLang="en-US" sz="1000" b="1" dirty="0" smtClean="0">
                <a:solidFill>
                  <a:srgbClr val="C00000"/>
                </a:solidFill>
                <a:latin typeface="微软雅黑" panose="020B0503020204020204" charset="-122"/>
                <a:ea typeface="微软雅黑" panose="020B0503020204020204" charset="-122"/>
                <a:sym typeface="+mn-ea"/>
              </a:rPr>
              <a:t>【重叠】</a:t>
            </a:r>
            <a:r>
              <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rPr>
              <a:t>、工艺改进、新产品研发论证</a:t>
            </a:r>
            <a:endPar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endParaRPr>
          </a:p>
        </p:txBody>
      </p:sp>
      <p:sp>
        <p:nvSpPr>
          <p:cNvPr id="124" name="文本框 123"/>
          <p:cNvSpPr txBox="1"/>
          <p:nvPr/>
        </p:nvSpPr>
        <p:spPr>
          <a:xfrm>
            <a:off x="6496685" y="4095750"/>
            <a:ext cx="3583305" cy="18415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财务税务、法务风险识别、组织与经营效能提升</a:t>
            </a:r>
            <a:r>
              <a:rPr lang="zh-CN" altLang="en-US" sz="1000" b="1" dirty="0" smtClean="0">
                <a:solidFill>
                  <a:srgbClr val="C00000"/>
                </a:solidFill>
                <a:latin typeface="微软雅黑" panose="020B0503020204020204" charset="-122"/>
                <a:ea typeface="微软雅黑" panose="020B0503020204020204" charset="-122"/>
                <a:sym typeface="+mn-ea"/>
              </a:rPr>
              <a:t>【重叠】</a:t>
            </a:r>
            <a:endPar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endParaRPr>
          </a:p>
        </p:txBody>
      </p:sp>
      <p:sp>
        <p:nvSpPr>
          <p:cNvPr id="125" name="文本框 124"/>
          <p:cNvSpPr txBox="1"/>
          <p:nvPr/>
        </p:nvSpPr>
        <p:spPr>
          <a:xfrm>
            <a:off x="6496685" y="4320540"/>
            <a:ext cx="3583305" cy="18415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algn="l" defTabSz="914400" rtl="0" eaLnBrk="1" fontAlgn="auto" latinLnBrk="0" hangingPunct="1">
              <a:lnSpc>
                <a:spcPct val="100000"/>
              </a:lnSpc>
              <a:spcBef>
                <a:spcPts val="0"/>
              </a:spcBef>
              <a:spcAft>
                <a:spcPts val="0"/>
              </a:spcAft>
              <a:buClrTx/>
              <a:buSzTx/>
              <a:buFontTx/>
              <a:buNone/>
              <a:defRPr/>
            </a:pPr>
            <a:r>
              <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rPr>
              <a:t>国际化业务落地</a:t>
            </a:r>
            <a:r>
              <a:rPr lang="zh-CN" altLang="en-US" sz="1000" b="1" dirty="0" smtClean="0">
                <a:solidFill>
                  <a:srgbClr val="C00000"/>
                </a:solidFill>
                <a:latin typeface="微软雅黑" panose="020B0503020204020204" charset="-122"/>
                <a:ea typeface="微软雅黑" panose="020B0503020204020204" charset="-122"/>
                <a:sym typeface="+mn-ea"/>
              </a:rPr>
              <a:t>【重叠】</a:t>
            </a:r>
            <a:r>
              <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rPr>
              <a:t>、</a:t>
            </a:r>
            <a:r>
              <a:rPr lang="zh-CN" altLang="en-US" sz="1000" dirty="0" smtClean="0">
                <a:solidFill>
                  <a:srgbClr val="152A8C"/>
                </a:solidFill>
                <a:latin typeface="微软雅黑" panose="020B0503020204020204" charset="-122"/>
                <a:ea typeface="微软雅黑" panose="020B0503020204020204" charset="-122"/>
                <a:sym typeface="+mn-ea"/>
              </a:rPr>
              <a:t>产业链上下游资源对接</a:t>
            </a:r>
            <a:endPar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endParaRPr>
          </a:p>
        </p:txBody>
      </p:sp>
      <p:sp>
        <p:nvSpPr>
          <p:cNvPr id="127" name="文本框 126"/>
          <p:cNvSpPr txBox="1"/>
          <p:nvPr/>
        </p:nvSpPr>
        <p:spPr>
          <a:xfrm>
            <a:off x="6485890" y="4546600"/>
            <a:ext cx="3583305" cy="32131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融资、并购重组论证、IPO辅导、存量资产处置、股权价值优化</a:t>
            </a:r>
            <a:r>
              <a:rPr lang="zh-CN" altLang="en-US" sz="1000" b="1" dirty="0" smtClean="0">
                <a:solidFill>
                  <a:srgbClr val="C00000"/>
                </a:solidFill>
                <a:latin typeface="微软雅黑" panose="020B0503020204020204" charset="-122"/>
                <a:ea typeface="微软雅黑" panose="020B0503020204020204" charset="-122"/>
                <a:sym typeface="+mn-ea"/>
              </a:rPr>
              <a:t>【重叠】</a:t>
            </a:r>
            <a:endPar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endParaRPr>
          </a:p>
        </p:txBody>
      </p:sp>
      <p:sp>
        <p:nvSpPr>
          <p:cNvPr id="129" name="文本框 128"/>
          <p:cNvSpPr txBox="1"/>
          <p:nvPr/>
        </p:nvSpPr>
        <p:spPr>
          <a:xfrm>
            <a:off x="6496685" y="4921250"/>
            <a:ext cx="3583305" cy="32131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开展技术合作、供应链配套、项目联合开发</a:t>
            </a:r>
            <a:endPar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endParaRPr>
          </a:p>
        </p:txBody>
      </p:sp>
      <p:sp>
        <p:nvSpPr>
          <p:cNvPr id="132" name="文本框 131"/>
          <p:cNvSpPr txBox="1"/>
          <p:nvPr/>
        </p:nvSpPr>
        <p:spPr>
          <a:xfrm>
            <a:off x="6492240" y="5405120"/>
            <a:ext cx="3583305" cy="18415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具身智能、智驾、氢能、飞行汽车等领域趋势研判</a:t>
            </a:r>
            <a:r>
              <a:rPr lang="zh-CN" altLang="en-US" sz="1000" b="1" dirty="0" smtClean="0">
                <a:solidFill>
                  <a:srgbClr val="C00000"/>
                </a:solidFill>
                <a:latin typeface="微软雅黑" panose="020B0503020204020204" charset="-122"/>
                <a:ea typeface="微软雅黑" panose="020B0503020204020204" charset="-122"/>
                <a:sym typeface="+mn-ea"/>
              </a:rPr>
              <a:t>【重叠】</a:t>
            </a:r>
            <a:endPar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endParaRPr>
          </a:p>
        </p:txBody>
      </p:sp>
      <p:sp>
        <p:nvSpPr>
          <p:cNvPr id="134" name="文本框 133"/>
          <p:cNvSpPr txBox="1"/>
          <p:nvPr/>
        </p:nvSpPr>
        <p:spPr>
          <a:xfrm>
            <a:off x="6492240" y="5639435"/>
            <a:ext cx="3583305" cy="18415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marL="0" marR="0" lvl="0" algn="l" defTabSz="914400" rtl="0" eaLnBrk="1" fontAlgn="auto" latinLnBrk="0" hangingPunct="1">
              <a:lnSpc>
                <a:spcPct val="100000"/>
              </a:lnSpc>
              <a:spcBef>
                <a:spcPts val="0"/>
              </a:spcBef>
              <a:spcAft>
                <a:spcPts val="0"/>
              </a:spcAft>
              <a:buClrTx/>
              <a:buSzTx/>
              <a:buFontTx/>
              <a:buNone/>
              <a:defRPr/>
            </a:pPr>
            <a:r>
              <a:rPr lang="zh-CN" altLang="en-US" sz="1000" dirty="0" smtClean="0">
                <a:solidFill>
                  <a:srgbClr val="152A8C"/>
                </a:solidFill>
                <a:latin typeface="微软雅黑" panose="020B0503020204020204" charset="-122"/>
                <a:ea typeface="微软雅黑" panose="020B0503020204020204" charset="-122"/>
                <a:sym typeface="+mn-ea"/>
              </a:rPr>
              <a:t>产业链布局规划、新技术方向可行性评估、重大项目论证</a:t>
            </a:r>
            <a:endParaRPr kumimoji="0" lang="zh-CN" altLang="en-US" sz="1000" i="0" u="none" strike="noStrike" kern="1200" cap="none" spc="0" normalizeH="0" baseline="0" dirty="0" smtClean="0">
              <a:solidFill>
                <a:srgbClr val="152A8C"/>
              </a:solidFill>
              <a:latin typeface="微软雅黑" panose="020B0503020204020204" charset="-122"/>
              <a:ea typeface="微软雅黑" panose="020B0503020204020204" charset="-122"/>
              <a:cs typeface="+mn-cs"/>
              <a:sym typeface="+mn-ea"/>
            </a:endParaRPr>
          </a:p>
        </p:txBody>
      </p:sp>
      <p:sp>
        <p:nvSpPr>
          <p:cNvPr id="138" name="文本框 137"/>
          <p:cNvSpPr txBox="1"/>
          <p:nvPr/>
        </p:nvSpPr>
        <p:spPr>
          <a:xfrm>
            <a:off x="6496685" y="5949950"/>
            <a:ext cx="3583305" cy="321310"/>
          </a:xfrm>
          <a:prstGeom prst="rect">
            <a:avLst/>
          </a:prstGeom>
          <a:solidFill>
            <a:srgbClr val="EDEDED">
              <a:alpha val="50000"/>
            </a:srgbClr>
          </a:solidFill>
          <a:ln>
            <a:solidFill>
              <a:schemeClr val="bg2">
                <a:lumMod val="60000"/>
                <a:lumOff val="40000"/>
              </a:schemeClr>
            </a:solidFill>
          </a:ln>
        </p:spPr>
        <p:style>
          <a:lnRef idx="0">
            <a:scrgbClr r="0" g="0" b="0"/>
          </a:lnRef>
          <a:fillRef idx="0">
            <a:scrgbClr r="0" g="0" b="0"/>
          </a:fillRef>
          <a:effectRef idx="0">
            <a:scrgbClr r="0" g="0" b="0"/>
          </a:effectRef>
          <a:fontRef idx="minor">
            <a:schemeClr val="lt1"/>
          </a:fontRef>
        </p:style>
        <p:txBody>
          <a:bodyPr wrap="square" rtlCol="0" anchor="ctr" anchorCtr="0">
            <a:noAutofit/>
          </a:bodyPr>
          <a:lstStyle/>
          <a:p>
            <a:pPr algn="l"/>
            <a:r>
              <a:rPr lang="zh-CN" altLang="en-US" sz="1000" dirty="0" smtClean="0">
                <a:solidFill>
                  <a:srgbClr val="152A8C"/>
                </a:solidFill>
                <a:latin typeface="微软雅黑" panose="020B0503020204020204" charset="-122"/>
                <a:ea typeface="微软雅黑" panose="020B0503020204020204" charset="-122"/>
                <a:sym typeface="+mn-ea"/>
              </a:rPr>
              <a:t>前沿技术路线评估、关键技术攻关方向研判、新技术商业化落地评估</a:t>
            </a:r>
            <a:endParaRPr kumimoji="0" lang="zh-CN" altLang="en-US" sz="1000" b="1" i="0" u="none" strike="noStrike" kern="1200" cap="none" spc="0" normalizeH="0" baseline="0" noProof="0" dirty="0" smtClean="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183" name="Chevron 58"/>
          <p:cNvSpPr/>
          <p:nvPr/>
        </p:nvSpPr>
        <p:spPr>
          <a:xfrm>
            <a:off x="10154251" y="3465297"/>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184" name="Chevron 59"/>
          <p:cNvSpPr/>
          <p:nvPr/>
        </p:nvSpPr>
        <p:spPr>
          <a:xfrm>
            <a:off x="10286092" y="3465297"/>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185" name="Chevron 58"/>
          <p:cNvSpPr/>
          <p:nvPr/>
        </p:nvSpPr>
        <p:spPr>
          <a:xfrm>
            <a:off x="10154251" y="4159352"/>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186" name="Chevron 59"/>
          <p:cNvSpPr/>
          <p:nvPr/>
        </p:nvSpPr>
        <p:spPr>
          <a:xfrm>
            <a:off x="10286092" y="4159352"/>
            <a:ext cx="131841" cy="175689"/>
          </a:xfrm>
          <a:prstGeom prst="chevron">
            <a:avLst>
              <a:gd name="adj" fmla="val 27652"/>
            </a:avLst>
          </a:prstGeom>
          <a:solidFill>
            <a:srgbClr val="787878"/>
          </a:solidFill>
          <a:ln w="9525" cap="flat" cmpd="sng" algn="ctr">
            <a:solidFill>
              <a:srgbClr val="FFFFFF"/>
            </a:solidFill>
            <a:prstDash val="solid"/>
          </a:ln>
          <a:effectLst/>
        </p:spPr>
        <p:txBody>
          <a:bodyPr lIns="72000" tIns="72000" rIns="72000" bIns="72000" rtlCol="0" anchor="t" anchorCtr="0">
            <a:noAutofit/>
          </a:bodyPr>
          <a:lstStyle/>
          <a:p>
            <a:pPr marL="0" marR="0" lvl="0" indent="0" defTabSz="914400" eaLnBrk="1" fontAlgn="auto" latinLnBrk="0" hangingPunct="1">
              <a:lnSpc>
                <a:spcPct val="100000"/>
              </a:lnSpc>
              <a:spcBef>
                <a:spcPts val="400"/>
              </a:spcBef>
              <a:spcAft>
                <a:spcPts val="0"/>
              </a:spcAft>
              <a:buClrTx/>
              <a:buSzTx/>
              <a:buFontTx/>
              <a:buNone/>
              <a:defRPr/>
            </a:pPr>
            <a:endParaRPr kumimoji="0" lang="zh-CN" altLang="en-US" sz="1500" b="0" i="0" u="none" strike="noStrike" kern="0" cap="none" spc="0" normalizeH="0" baseline="0" noProof="0" dirty="0">
              <a:ln>
                <a:noFill/>
              </a:ln>
              <a:solidFill>
                <a:srgbClr val="000000"/>
              </a:solidFill>
              <a:effectLst/>
              <a:uLnTx/>
              <a:uFillTx/>
              <a:latin typeface="RB Office" charset="0"/>
              <a:cs typeface="Segoe UI" panose="020B0502040204020203"/>
            </a:endParaRPr>
          </a:p>
        </p:txBody>
      </p:sp>
      <p:sp>
        <p:nvSpPr>
          <p:cNvPr id="191" name="文本框 190"/>
          <p:cNvSpPr txBox="1"/>
          <p:nvPr/>
        </p:nvSpPr>
        <p:spPr>
          <a:xfrm>
            <a:off x="10562590" y="2148205"/>
            <a:ext cx="1734185" cy="608965"/>
          </a:xfrm>
          <a:prstGeom prst="rect">
            <a:avLst/>
          </a:prstGeom>
          <a:noFill/>
        </p:spPr>
        <p:txBody>
          <a:bodyPr wrap="square" rtlCol="0" anchor="t" anchorCtr="0">
            <a:noAutofit/>
          </a:bodyPr>
          <a:p>
            <a:pPr marL="0" marR="0" lvl="0" indent="0" algn="l" defTabSz="914400" eaLnBrk="1" fontAlgn="base" latinLnBrk="0" hangingPunct="1">
              <a:lnSpc>
                <a:spcPct val="90000"/>
              </a:lnSpc>
              <a:spcBef>
                <a:spcPts val="0"/>
              </a:spcBef>
              <a:spcAft>
                <a:spcPct val="0"/>
              </a:spcAft>
              <a:buClrTx/>
              <a:buSzPct val="100000"/>
              <a:buNone/>
              <a:defRPr/>
            </a:pPr>
            <a:r>
              <a:rPr lang="en-US" altLang="zh-CN" sz="1400" b="1" kern="0" dirty="0" smtClean="0">
                <a:solidFill>
                  <a:srgbClr val="152A8C"/>
                </a:solidFill>
                <a:latin typeface="微软雅黑" panose="020B0503020204020204" charset="-122"/>
                <a:ea typeface="微软雅黑" panose="020B0503020204020204" charset="-122"/>
                <a:cs typeface="Segoe UI" panose="020B0502040204020203"/>
                <a:sym typeface="+mn-ea"/>
              </a:rPr>
              <a:t>1.</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立足股权公司、被投企业、集团本部</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3</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大业务主体需求，搭建7大类、13小类专家分类体系</a:t>
            </a:r>
            <a:endPar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endParaRPr>
          </a:p>
          <a:p>
            <a:pPr marL="0" marR="0" lvl="0" indent="0" algn="l" defTabSz="914400" eaLnBrk="1" fontAlgn="base" latinLnBrk="0" hangingPunct="1">
              <a:lnSpc>
                <a:spcPct val="90000"/>
              </a:lnSpc>
              <a:spcBef>
                <a:spcPts val="0"/>
              </a:spcBef>
              <a:spcAft>
                <a:spcPct val="0"/>
              </a:spcAft>
              <a:buClrTx/>
              <a:buSzPct val="100000"/>
              <a:buNone/>
              <a:defRPr/>
            </a:pPr>
            <a:r>
              <a:rPr lang="en-US" altLang="zh-CN" sz="1400" b="1" kern="0" dirty="0" smtClean="0">
                <a:solidFill>
                  <a:srgbClr val="152A8C"/>
                </a:solidFill>
                <a:latin typeface="微软雅黑" panose="020B0503020204020204" charset="-122"/>
                <a:ea typeface="微软雅黑" panose="020B0503020204020204" charset="-122"/>
                <a:cs typeface="Segoe UI" panose="020B0502040204020203"/>
                <a:sym typeface="+mn-ea"/>
              </a:rPr>
              <a:t>2</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完成能力标签去重，细化55项细分领域子项，支撑人才寻源</a:t>
            </a:r>
            <a:endPar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endParaRPr>
          </a:p>
          <a:p>
            <a:pPr marL="0" marR="0" lvl="0" indent="0" algn="l" defTabSz="914400" eaLnBrk="1" fontAlgn="base" latinLnBrk="0" hangingPunct="1">
              <a:lnSpc>
                <a:spcPct val="90000"/>
              </a:lnSpc>
              <a:spcBef>
                <a:spcPts val="0"/>
              </a:spcBef>
              <a:spcAft>
                <a:spcPct val="0"/>
              </a:spcAft>
              <a:buClrTx/>
              <a:buSzPct val="100000"/>
              <a:buNone/>
              <a:defRPr/>
            </a:pPr>
            <a:r>
              <a:rPr lang="en-US" altLang="zh-CN" sz="1400" b="1" kern="0" dirty="0" smtClean="0">
                <a:solidFill>
                  <a:srgbClr val="152A8C"/>
                </a:solidFill>
                <a:latin typeface="微软雅黑" panose="020B0503020204020204" charset="-122"/>
                <a:ea typeface="微软雅黑" panose="020B0503020204020204" charset="-122"/>
                <a:cs typeface="Segoe UI" panose="020B0502040204020203"/>
                <a:sym typeface="+mn-ea"/>
              </a:rPr>
              <a:t>3.</a:t>
            </a:r>
            <a:r>
              <a:rPr lang="zh-CN" altLang="en-US" sz="1400" b="1" kern="0" dirty="0" smtClean="0">
                <a:solidFill>
                  <a:srgbClr val="152A8C"/>
                </a:solidFill>
                <a:latin typeface="微软雅黑" panose="020B0503020204020204" charset="-122"/>
                <a:ea typeface="微软雅黑" panose="020B0503020204020204" charset="-122"/>
                <a:cs typeface="Segoe UI" panose="020B0502040204020203"/>
                <a:sym typeface="+mn-ea"/>
              </a:rPr>
              <a:t>专家</a:t>
            </a:r>
            <a:r>
              <a:rPr lang="zh-CN" altLang="en-US" sz="1400" b="1" kern="0" dirty="0" smtClean="0">
                <a:solidFill>
                  <a:srgbClr val="152A8C"/>
                </a:solidFill>
                <a:latin typeface="微软雅黑" panose="020B0503020204020204" charset="-122"/>
                <a:ea typeface="微软雅黑" panose="020B0503020204020204" charset="-122"/>
                <a:cs typeface="Segoe UI" panose="020B0502040204020203"/>
                <a:sym typeface="+mn-ea"/>
              </a:rPr>
              <a:t>领域：</a:t>
            </a:r>
            <a:endParaRPr lang="zh-CN" altLang="en-US" sz="14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a:p>
            <a:pPr marL="0" marR="0" lvl="0" indent="0" algn="l" defTabSz="914400" eaLnBrk="1" fontAlgn="base" latinLnBrk="0" hangingPunct="1">
              <a:lnSpc>
                <a:spcPct val="90000"/>
              </a:lnSpc>
              <a:spcBef>
                <a:spcPts val="0"/>
              </a:spcBef>
              <a:spcAft>
                <a:spcPct val="0"/>
              </a:spcAft>
              <a:buClrTx/>
              <a:buSzPct val="100000"/>
              <a:buNone/>
              <a:defRPr/>
            </a:pPr>
            <a:r>
              <a:rPr lang="zh-CN" altLang="en-US" sz="1400" b="1" kern="0" dirty="0" smtClean="0">
                <a:solidFill>
                  <a:srgbClr val="152A8C"/>
                </a:solidFill>
                <a:latin typeface="微软雅黑" panose="020B0503020204020204" charset="-122"/>
                <a:ea typeface="微软雅黑" panose="020B0503020204020204" charset="-122"/>
                <a:cs typeface="Segoe UI" panose="020B0502040204020203"/>
                <a:sym typeface="+mn-ea"/>
              </a:rPr>
              <a:t>①集团内部</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（研发</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采购</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/PM/</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战略</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财务</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法务）</a:t>
            </a:r>
            <a:endPar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endParaRPr>
          </a:p>
          <a:p>
            <a:pPr marL="0" marR="0" lvl="0" indent="0" algn="l" defTabSz="914400" eaLnBrk="1" fontAlgn="base" latinLnBrk="0" hangingPunct="1">
              <a:lnSpc>
                <a:spcPct val="90000"/>
              </a:lnSpc>
              <a:spcBef>
                <a:spcPts val="0"/>
              </a:spcBef>
              <a:spcAft>
                <a:spcPct val="0"/>
              </a:spcAft>
              <a:buClrTx/>
              <a:buSzPct val="100000"/>
              <a:buNone/>
              <a:defRPr/>
            </a:pPr>
            <a:r>
              <a:rPr lang="zh-CN" altLang="en-US" sz="1400" b="1" kern="0" dirty="0" smtClean="0">
                <a:solidFill>
                  <a:srgbClr val="152A8C"/>
                </a:solidFill>
                <a:latin typeface="微软雅黑" panose="020B0503020204020204" charset="-122"/>
                <a:ea typeface="微软雅黑" panose="020B0503020204020204" charset="-122"/>
                <a:cs typeface="Segoe UI" panose="020B0502040204020203"/>
                <a:sym typeface="+mn-ea"/>
              </a:rPr>
              <a:t>②被投企业</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（投资</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股权运营</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基金所管</a:t>
            </a:r>
            <a:r>
              <a:rPr lang="en-US" altLang="zh-CN" sz="1400" kern="0" dirty="0" smtClean="0">
                <a:solidFill>
                  <a:srgbClr val="152A8C"/>
                </a:solidFill>
                <a:latin typeface="微软雅黑" panose="020B0503020204020204" charset="-122"/>
                <a:ea typeface="微软雅黑" panose="020B0503020204020204" charset="-122"/>
                <a:cs typeface="Segoe UI" panose="020B0502040204020203"/>
                <a:sym typeface="+mn-ea"/>
              </a:rPr>
              <a:t>78</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户被投企业）</a:t>
            </a:r>
            <a:endParaRPr lang="zh-CN" altLang="en-US" sz="1400" b="1" kern="0" dirty="0" smtClean="0">
              <a:solidFill>
                <a:srgbClr val="152A8C"/>
              </a:solidFill>
              <a:latin typeface="微软雅黑" panose="020B0503020204020204" charset="-122"/>
              <a:ea typeface="微软雅黑" panose="020B0503020204020204" charset="-122"/>
              <a:cs typeface="Segoe UI" panose="020B0502040204020203"/>
              <a:sym typeface="+mn-ea"/>
            </a:endParaRPr>
          </a:p>
          <a:p>
            <a:pPr marL="0" marR="0" lvl="0" indent="0" algn="l" defTabSz="914400" eaLnBrk="1" fontAlgn="base" latinLnBrk="0" hangingPunct="1">
              <a:lnSpc>
                <a:spcPct val="90000"/>
              </a:lnSpc>
              <a:spcBef>
                <a:spcPts val="0"/>
              </a:spcBef>
              <a:spcAft>
                <a:spcPct val="0"/>
              </a:spcAft>
              <a:buClrTx/>
              <a:buSzPct val="100000"/>
              <a:buNone/>
              <a:defRPr/>
            </a:pPr>
            <a:r>
              <a:rPr lang="zh-CN" altLang="en-US" sz="1400" b="1" kern="0" dirty="0" smtClean="0">
                <a:solidFill>
                  <a:srgbClr val="152A8C"/>
                </a:solidFill>
                <a:latin typeface="微软雅黑" panose="020B0503020204020204" charset="-122"/>
                <a:ea typeface="微软雅黑" panose="020B0503020204020204" charset="-122"/>
                <a:cs typeface="Segoe UI" panose="020B0502040204020203"/>
                <a:sym typeface="+mn-ea"/>
              </a:rPr>
              <a:t>③外部机构</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（力合基金、国汽智联协会</a:t>
            </a:r>
            <a:r>
              <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rPr>
              <a:t>联盟、招商局资本等外部机构）</a:t>
            </a:r>
            <a:endParaRPr lang="zh-CN" altLang="en-US" sz="1400" kern="0" dirty="0" smtClean="0">
              <a:solidFill>
                <a:srgbClr val="152A8C"/>
              </a:solidFill>
              <a:latin typeface="微软雅黑" panose="020B0503020204020204" charset="-122"/>
              <a:ea typeface="微软雅黑" panose="020B0503020204020204" charset="-122"/>
              <a:cs typeface="Segoe UI" panose="020B0502040204020203"/>
              <a:sym typeface="+mn-ea"/>
            </a:endParaRPr>
          </a:p>
        </p:txBody>
      </p:sp>
      <p:sp>
        <p:nvSpPr>
          <p:cNvPr id="192" name="Rectangle 45"/>
          <p:cNvSpPr/>
          <p:nvPr/>
        </p:nvSpPr>
        <p:spPr>
          <a:xfrm>
            <a:off x="10671810" y="1581150"/>
            <a:ext cx="1384300" cy="325120"/>
          </a:xfrm>
          <a:prstGeom prst="rect">
            <a:avLst/>
          </a:prstGeom>
          <a:solidFill>
            <a:srgbClr val="77CDFF">
              <a:lumMod val="20000"/>
              <a:lumOff val="80000"/>
            </a:srgbClr>
          </a:solidFill>
          <a:ln w="9525" cap="flat" cmpd="sng" algn="ctr">
            <a:noFill/>
            <a:prstDash val="solid"/>
          </a:ln>
          <a:effectLst/>
        </p:spPr>
        <p:txBody>
          <a:bodyPr lIns="0" tIns="0" rIns="0" bIns="0" rtlCol="0" anchor="ctr" anchorCtr="0">
            <a:noAutofit/>
          </a:bodyPr>
          <a:lstStyle/>
          <a:p>
            <a:pPr marL="0" marR="0" lvl="0" indent="0" algn="ctr" defTabSz="914400" eaLnBrk="1" fontAlgn="base" latinLnBrk="0" hangingPunct="1">
              <a:lnSpc>
                <a:spcPct val="100000"/>
              </a:lnSpc>
              <a:spcBef>
                <a:spcPts val="400"/>
              </a:spcBef>
              <a:spcAft>
                <a:spcPct val="0"/>
              </a:spcAft>
              <a:buClrTx/>
              <a:buSzPct val="100000"/>
              <a:buNone/>
              <a:defRPr/>
            </a:pPr>
            <a:r>
              <a:rPr kumimoji="0" lang="zh-CN" altLang="en-US"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Segoe UI" panose="020B0502040204020203"/>
              </a:rPr>
              <a:t>人才</a:t>
            </a:r>
            <a:r>
              <a:rPr kumimoji="0" lang="zh-CN" altLang="en-US"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Segoe UI" panose="020B0502040204020203"/>
              </a:rPr>
              <a:t>寻源</a:t>
            </a:r>
            <a:endParaRPr kumimoji="0" lang="zh-CN" altLang="en-US" b="1" i="0" u="none" strike="noStrike" kern="0" cap="none" spc="0" normalizeH="0" baseline="0" noProof="0" dirty="0">
              <a:ln>
                <a:noFill/>
              </a:ln>
              <a:solidFill>
                <a:srgbClr val="000000"/>
              </a:solidFill>
              <a:effectLst/>
              <a:uLnTx/>
              <a:uFillTx/>
              <a:latin typeface="微软雅黑" panose="020B0503020204020204" charset="-122"/>
              <a:ea typeface="微软雅黑" panose="020B0503020204020204" charset="-122"/>
              <a:cs typeface="Segoe UI" panose="020B0502040204020203"/>
            </a:endParaRPr>
          </a:p>
        </p:txBody>
      </p:sp>
      <p:sp>
        <p:nvSpPr>
          <p:cNvPr id="197" name="矩形 196"/>
          <p:cNvSpPr/>
          <p:nvPr/>
        </p:nvSpPr>
        <p:spPr>
          <a:xfrm>
            <a:off x="675005" y="2642235"/>
            <a:ext cx="914400" cy="321310"/>
          </a:xfrm>
          <a:prstGeom prst="rect">
            <a:avLst/>
          </a:prstGeom>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投前</a:t>
            </a: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研判</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202" name="矩形 201"/>
          <p:cNvSpPr/>
          <p:nvPr/>
        </p:nvSpPr>
        <p:spPr>
          <a:xfrm>
            <a:off x="1743075" y="2647315"/>
            <a:ext cx="914400" cy="321310"/>
          </a:xfrm>
          <a:prstGeom prst="rect">
            <a:avLst/>
          </a:prstGeom>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投后</a:t>
            </a: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赋能</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cxnSp>
        <p:nvCxnSpPr>
          <p:cNvPr id="209" name="直接箭头连接符 208"/>
          <p:cNvCxnSpPr/>
          <p:nvPr/>
        </p:nvCxnSpPr>
        <p:spPr bwMode="auto">
          <a:xfrm>
            <a:off x="4502785" y="3278505"/>
            <a:ext cx="393700" cy="317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210" name="直接箭头连接符 209"/>
          <p:cNvCxnSpPr/>
          <p:nvPr/>
        </p:nvCxnSpPr>
        <p:spPr bwMode="auto">
          <a:xfrm>
            <a:off x="4772025" y="4201160"/>
            <a:ext cx="124460" cy="190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212" name="直接箭头连接符 211"/>
          <p:cNvCxnSpPr/>
          <p:nvPr/>
        </p:nvCxnSpPr>
        <p:spPr bwMode="auto">
          <a:xfrm>
            <a:off x="4772025" y="4694555"/>
            <a:ext cx="124460" cy="190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213" name="直接箭头连接符 212"/>
          <p:cNvCxnSpPr/>
          <p:nvPr/>
        </p:nvCxnSpPr>
        <p:spPr bwMode="auto">
          <a:xfrm>
            <a:off x="4772025" y="5080635"/>
            <a:ext cx="124460" cy="190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216" name="直接箭头连接符 215"/>
          <p:cNvCxnSpPr/>
          <p:nvPr/>
        </p:nvCxnSpPr>
        <p:spPr bwMode="auto">
          <a:xfrm>
            <a:off x="4772025" y="5509260"/>
            <a:ext cx="124460" cy="190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217" name="直接箭头连接符 216"/>
          <p:cNvCxnSpPr/>
          <p:nvPr/>
        </p:nvCxnSpPr>
        <p:spPr bwMode="auto">
          <a:xfrm>
            <a:off x="4772025" y="6083300"/>
            <a:ext cx="124460" cy="1905"/>
          </a:xfrm>
          <a:prstGeom prst="straightConnector1">
            <a:avLst/>
          </a:prstGeom>
          <a:noFill/>
          <a:ln w="6350" cap="flat" cmpd="sng" algn="ctr">
            <a:solidFill>
              <a:srgbClr val="152A8C"/>
            </a:solidFill>
            <a:prstDash val="solid"/>
            <a:miter lim="800000"/>
            <a:headEnd type="none" w="med" len="med"/>
            <a:tailEnd type="triangle"/>
          </a:ln>
          <a:effectLst/>
        </p:spPr>
      </p:cxnSp>
      <p:sp>
        <p:nvSpPr>
          <p:cNvPr id="219" name="左大括号 218"/>
          <p:cNvSpPr/>
          <p:nvPr/>
        </p:nvSpPr>
        <p:spPr>
          <a:xfrm>
            <a:off x="6096635" y="1600835"/>
            <a:ext cx="389255" cy="374015"/>
          </a:xfrm>
          <a:prstGeom prst="leftBrace">
            <a:avLst/>
          </a:prstGeom>
          <a:noFill/>
          <a:ln w="9525" cap="flat" cmpd="sng" algn="ctr">
            <a:solidFill>
              <a:srgbClr val="152A8C"/>
            </a:solidFill>
            <a:prstDash val="solid"/>
            <a:round/>
            <a:headEnd type="none" w="med" len="med"/>
            <a:tailEnd type="none" w="med" len="med"/>
          </a:ln>
          <a:effectLst>
            <a:outerShdw dist="17961" dir="2700000" algn="ctr" rotWithShape="0">
              <a:schemeClr val="tx1">
                <a:gamma/>
                <a:shade val="60000"/>
                <a:invGamma/>
              </a:schemeClr>
            </a:outerShdw>
          </a:effectLst>
          <a:extLst>
            <a:ext uri="{909E8E84-426E-40DD-AFC4-6F175D3DCCD1}">
              <a14:hiddenFill xmlns:a14="http://schemas.microsoft.com/office/drawing/2010/main">
                <a:solidFill>
                  <a:schemeClr val="accent1"/>
                </a:solidFill>
              </a14:hiddenFill>
            </a:ext>
          </a:extLst>
        </p:spPr>
        <p:txBody>
          <a:bodyPr vert="horz" wrap="square" lIns="91440" tIns="45720" rIns="91440" bIns="45720" numCol="1" anchor="ctr" anchorCtr="0" compatLnSpc="1"/>
          <a:p>
            <a:pPr marL="0" marR="0" indent="0" algn="ctr" defTabSz="914400" rtl="0" eaLnBrk="1" fontAlgn="base" latinLnBrk="0" hangingPunct="1">
              <a:lnSpc>
                <a:spcPct val="100000"/>
              </a:lnSpc>
              <a:spcBef>
                <a:spcPct val="0"/>
              </a:spcBef>
              <a:spcAft>
                <a:spcPct val="0"/>
              </a:spcAft>
              <a:buClrTx/>
              <a:buSzTx/>
              <a:buFontTx/>
              <a:buNone/>
            </a:pPr>
            <a:endParaRPr kumimoji="0" lang="zh-CN" altLang="en-US"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220" name="矩形 219"/>
          <p:cNvSpPr/>
          <p:nvPr/>
        </p:nvSpPr>
        <p:spPr>
          <a:xfrm>
            <a:off x="675005" y="3900805"/>
            <a:ext cx="914400" cy="321310"/>
          </a:xfrm>
          <a:prstGeom prst="rect">
            <a:avLst/>
          </a:prstGeom>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经营</a:t>
            </a: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提升</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221" name="矩形 220"/>
          <p:cNvSpPr/>
          <p:nvPr/>
        </p:nvSpPr>
        <p:spPr>
          <a:xfrm>
            <a:off x="1743075" y="3905885"/>
            <a:ext cx="914400" cy="321310"/>
          </a:xfrm>
          <a:prstGeom prst="rect">
            <a:avLst/>
          </a:prstGeom>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资本</a:t>
            </a: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运作</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222" name="矩形 221"/>
          <p:cNvSpPr/>
          <p:nvPr/>
        </p:nvSpPr>
        <p:spPr>
          <a:xfrm>
            <a:off x="1196975" y="4279265"/>
            <a:ext cx="914400" cy="321310"/>
          </a:xfrm>
          <a:prstGeom prst="rect">
            <a:avLst/>
          </a:prstGeom>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产业</a:t>
            </a: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协同</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235" name="矩形 234"/>
          <p:cNvSpPr/>
          <p:nvPr/>
        </p:nvSpPr>
        <p:spPr>
          <a:xfrm>
            <a:off x="651510" y="5714365"/>
            <a:ext cx="914400" cy="321310"/>
          </a:xfrm>
          <a:prstGeom prst="rect">
            <a:avLst/>
          </a:prstGeom>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产业</a:t>
            </a: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规划</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237" name="矩形 236"/>
          <p:cNvSpPr/>
          <p:nvPr/>
        </p:nvSpPr>
        <p:spPr>
          <a:xfrm>
            <a:off x="1719580" y="5719445"/>
            <a:ext cx="914400" cy="321310"/>
          </a:xfrm>
          <a:prstGeom prst="rect">
            <a:avLst/>
          </a:prstGeom>
          <a:ln w="9525">
            <a:solidFill>
              <a:srgbClr val="152A8C"/>
            </a:solidFill>
          </a:ln>
        </p:spPr>
        <p:style>
          <a:lnRef idx="2">
            <a:schemeClr val="accent1"/>
          </a:lnRef>
          <a:fillRef idx="1">
            <a:schemeClr val="lt1"/>
          </a:fillRef>
          <a:effectRef idx="0">
            <a:schemeClr val="accent1"/>
          </a:effectRef>
          <a:fontRef idx="minor">
            <a:schemeClr val="dk1"/>
          </a:fontRef>
        </p:style>
        <p:txBody>
          <a:bodyPr rtlCol="0" anchor="ctr"/>
          <a:lstStyle/>
          <a:p>
            <a:pPr marL="0" marR="0" indent="0" algn="ctr" defTabSz="457200" eaLnBrk="1" fontAlgn="auto" latinLnBrk="0" hangingPunct="1">
              <a:lnSpc>
                <a:spcPct val="100000"/>
              </a:lnSpc>
              <a:spcBef>
                <a:spcPts val="0"/>
              </a:spcBef>
              <a:spcAft>
                <a:spcPts val="0"/>
              </a:spcAft>
              <a:buClrTx/>
              <a:buSzTx/>
              <a:buFontTx/>
              <a:buNone/>
            </a:pP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技术</a:t>
            </a:r>
            <a:r>
              <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rPr>
              <a:t>前瞻</a:t>
            </a:r>
            <a:endParaRPr kumimoji="1" lang="zh-CN" altLang="en-US" sz="1000" b="1" i="0" u="none" strike="noStrike" kern="0" cap="none" spc="0" normalizeH="0" baseline="0" noProof="0" dirty="0">
              <a:ln>
                <a:noFill/>
              </a:ln>
              <a:solidFill>
                <a:srgbClr val="152A8C"/>
              </a:solidFill>
              <a:effectLst/>
              <a:uLnTx/>
              <a:uFillTx/>
              <a:latin typeface="微软雅黑" panose="020B0503020204020204" charset="-122"/>
              <a:ea typeface="微软雅黑" panose="020B0503020204020204" charset="-122"/>
            </a:endParaRPr>
          </a:p>
        </p:txBody>
      </p:sp>
      <p:sp>
        <p:nvSpPr>
          <p:cNvPr id="238" name="矩形 237"/>
          <p:cNvSpPr/>
          <p:nvPr/>
        </p:nvSpPr>
        <p:spPr>
          <a:xfrm>
            <a:off x="5307330" y="74295"/>
            <a:ext cx="5060950" cy="743585"/>
          </a:xfrm>
          <a:prstGeom prst="rect">
            <a:avLst/>
          </a:prstGeom>
          <a:solidFill>
            <a:srgbClr val="C0000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zh-CN" altLang="en-US" sz="12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这里用不用把集团、参股、外部的专家对应到每个领域上，建议这些领域从这里找</a:t>
            </a:r>
            <a:r>
              <a:rPr kumimoji="0" lang="en-US" altLang="zh-CN" sz="12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XXX</a:t>
            </a:r>
            <a:r>
              <a:rPr kumimoji="0" lang="zh-CN" altLang="en-US" sz="12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这类的</a:t>
            </a:r>
            <a:endParaRPr kumimoji="0" lang="zh-CN" altLang="en-US" sz="12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p:txBody>
      </p:sp>
      <p:sp>
        <p:nvSpPr>
          <p:cNvPr id="25" name="矩形 24"/>
          <p:cNvSpPr/>
          <p:nvPr/>
        </p:nvSpPr>
        <p:spPr>
          <a:xfrm>
            <a:off x="5356860" y="5509260"/>
            <a:ext cx="5060950" cy="659765"/>
          </a:xfrm>
          <a:prstGeom prst="rect">
            <a:avLst/>
          </a:prstGeom>
          <a:solidFill>
            <a:srgbClr val="C0000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1.</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邀请方式：招标怎么邀请的专家，是电话还是现场</a:t>
            </a:r>
            <a:endPar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2.</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参与动力：他们为什么愿意配合考试，是自愿还是强制</a:t>
            </a:r>
            <a:endPar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3.</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考核评价：识别负面行为，评价有没有标准什么的，怎么打分：评价行为不评价</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专业</a:t>
            </a:r>
            <a:endPar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p:txBody>
      </p:sp>
      <p:sp>
        <p:nvSpPr>
          <p:cNvPr id="57" name="矩形 56"/>
          <p:cNvSpPr/>
          <p:nvPr/>
        </p:nvSpPr>
        <p:spPr>
          <a:xfrm>
            <a:off x="5307330" y="1252220"/>
            <a:ext cx="6645275" cy="1087755"/>
          </a:xfrm>
          <a:prstGeom prst="rect">
            <a:avLst/>
          </a:prstGeom>
          <a:solidFill>
            <a:srgbClr val="C0000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1.</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人员邀请</a:t>
            </a:r>
            <a:r>
              <a:rPr kumimoji="0" 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：是否认定为兼职、费用标准（集团人力</a:t>
            </a: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集团财务</a:t>
            </a: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公司人力财务</a:t>
            </a:r>
            <a:r>
              <a:rPr kumimoji="0" 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），哪些维度正明是</a:t>
            </a:r>
            <a:r>
              <a:rPr kumimoji="0" 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可以</a:t>
            </a:r>
            <a:endParaRPr kumimoji="0" 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2.</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是否建立专家管理委员会（《管理</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办法》）</a:t>
            </a:r>
            <a:endPar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3.</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邀请函</a:t>
            </a: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邀请发出话术</a:t>
            </a: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回复</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话术</a:t>
            </a:r>
            <a:endPar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4.</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库内信息《人才信息</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表》</a:t>
            </a:r>
            <a:endPar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5.</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信息采集《信息采集</a:t>
            </a:r>
            <a:r>
              <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表》</a:t>
            </a:r>
            <a:endParaRPr kumimoji="0" lang="zh-CN" altLang="en-US" sz="10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000" b="1"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6.</a:t>
            </a:r>
            <a:r>
              <a:rPr kumimoji="0" lang="zh-CN" altLang="en-US" sz="1000" b="1"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邀约标准（参考谁</a:t>
            </a:r>
            <a:r>
              <a:rPr kumimoji="0" lang="en-US" altLang="zh-CN" sz="1000" b="1"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a:t>
            </a:r>
            <a:r>
              <a:rPr kumimoji="0" lang="zh-CN" altLang="en-US" sz="1000" b="1"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是否进行专家分级）做</a:t>
            </a:r>
            <a:r>
              <a:rPr kumimoji="0" lang="en-US" altLang="zh-CN" sz="1000" b="1"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BAckup</a:t>
            </a:r>
            <a:endParaRPr kumimoji="0" lang="en-US" altLang="zh-CN" sz="1000" b="1"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p:txBody>
      </p:sp>
      <p:sp>
        <p:nvSpPr>
          <p:cNvPr id="2" name="矩形 1"/>
          <p:cNvSpPr/>
          <p:nvPr/>
        </p:nvSpPr>
        <p:spPr>
          <a:xfrm>
            <a:off x="5081905" y="3042920"/>
            <a:ext cx="6645275" cy="873760"/>
          </a:xfrm>
          <a:prstGeom prst="rect">
            <a:avLst/>
          </a:prstGeom>
          <a:solidFill>
            <a:srgbClr val="C0000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1.</a:t>
            </a:r>
            <a:r>
              <a:rPr kumimoji="0" lang="zh-CN" altLang="en-US"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配套评价管理办法和评价标准，设计《项目完工履约验收评价表》</a:t>
            </a:r>
            <a:endParaRPr kumimoji="0" lang="zh-CN" altLang="en-US"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a:p>
            <a:pPr marL="0" marR="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2.</a:t>
            </a:r>
            <a:r>
              <a:rPr kumimoji="0" lang="zh-CN" altLang="en-US"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评价报告怎么做，要根据这个调整</a:t>
            </a:r>
            <a:r>
              <a:rPr kumimoji="0" lang="zh-CN" altLang="en-US"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标签</a:t>
            </a:r>
            <a:endParaRPr kumimoji="0" lang="zh-CN" altLang="en-US"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p:txBody>
      </p:sp>
      <p:sp>
        <p:nvSpPr>
          <p:cNvPr id="3" name="矩形 2"/>
          <p:cNvSpPr/>
          <p:nvPr/>
        </p:nvSpPr>
        <p:spPr>
          <a:xfrm>
            <a:off x="4772025" y="4336415"/>
            <a:ext cx="6645275" cy="873760"/>
          </a:xfrm>
          <a:prstGeom prst="rect">
            <a:avLst/>
          </a:prstGeom>
          <a:solidFill>
            <a:srgbClr val="C00000"/>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p:spPr>
        <p:txBody>
          <a:bodyPr vert="horz" wrap="squar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r>
              <a:rPr kumimoji="0" lang="en-US" altLang="zh-CN"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1.</a:t>
            </a:r>
            <a:r>
              <a:rPr kumimoji="0" lang="zh-CN" altLang="en-US"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rPr>
              <a:t>使用方如何评价《评价方式》、《评价管理办法》</a:t>
            </a:r>
            <a:endParaRPr kumimoji="0" lang="zh-CN" altLang="en-US" sz="1400" b="0" i="0" u="none" strike="noStrike" cap="none" normalizeH="0" baseline="0" smtClean="0">
              <a:ln>
                <a:noFill/>
              </a:ln>
              <a:solidFill>
                <a:schemeClr val="tx1"/>
              </a:solidFill>
              <a:effectLst/>
              <a:latin typeface="微软雅黑" panose="020B0503020204020204" charset="-122"/>
              <a:ea typeface="微软雅黑" panose="020B0503020204020204" charset="-122"/>
              <a:cs typeface="微软雅黑" panose="020B0503020204020204" charset="-122"/>
            </a:endParaRP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p:sp>
        <p:nvSpPr>
          <p:cNvPr id="241665" name="文本框 102"/>
          <p:cNvSpPr txBox="1"/>
          <p:nvPr/>
        </p:nvSpPr>
        <p:spPr>
          <a:xfrm>
            <a:off x="461963" y="900113"/>
            <a:ext cx="11264900" cy="619125"/>
          </a:xfrm>
          <a:prstGeom prst="rect">
            <a:avLst/>
          </a:prstGeom>
          <a:noFill/>
          <a:ln w="9525">
            <a:noFill/>
          </a:ln>
        </p:spPr>
        <p:txBody>
          <a:bodyPr anchor="t" anchorCtr="0"/>
          <a:p>
            <a:pPr marL="342900" indent="-342900">
              <a:buFont typeface="Wingdings" panose="05000000000000000000" pitchFamily="2" charset="2"/>
              <a:buChar char="p"/>
            </a:pPr>
            <a:r>
              <a:rPr lang="zh-CN" altLang="en-US"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专家人才库</a:t>
            </a:r>
            <a:r>
              <a:rPr lang="en-US" alt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4</a:t>
            </a:r>
            <a:r>
              <a:rPr lang="zh-CN" altLang="en-US"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个</a:t>
            </a:r>
            <a:r>
              <a:rPr lang="en-US" alt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L3</a:t>
            </a:r>
            <a:r>
              <a:rPr lang="zh-CN" altLang="en-US"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级流程中</a:t>
            </a:r>
            <a:r>
              <a:rPr 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涉及</a:t>
            </a:r>
            <a:r>
              <a:rPr lang="en-US" alt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16</a:t>
            </a:r>
            <a:r>
              <a:rPr 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个</a:t>
            </a:r>
            <a:r>
              <a:rPr lang="en-US" alt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L4</a:t>
            </a:r>
            <a:r>
              <a:rPr lang="zh-CN" altLang="en-US"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级流程，其中</a:t>
            </a:r>
            <a:r>
              <a:rPr lang="en-US" alt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XX</a:t>
            </a:r>
            <a:r>
              <a:rPr lang="zh-CN" altLang="en-US"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个业务单元可实现自动化，并在</a:t>
            </a:r>
            <a:r>
              <a:rPr lang="en-US" alt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X</a:t>
            </a:r>
            <a:r>
              <a:rPr lang="zh-CN" altLang="en-US"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个环节中应用</a:t>
            </a:r>
            <a:r>
              <a:rPr lang="en-US" altLang="zh-CN"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AI</a:t>
            </a:r>
            <a:r>
              <a:rPr lang="zh-CN" altLang="en-US" sz="1600" b="1" noProof="0" dirty="0">
                <a:ln>
                  <a:noFill/>
                </a:ln>
                <a:solidFill>
                  <a:srgbClr val="152A8C"/>
                </a:solidFill>
                <a:effectLst/>
                <a:highlight>
                  <a:srgbClr val="FFFF00"/>
                </a:highlight>
                <a:uLnTx/>
                <a:uFillTx/>
                <a:latin typeface="微软雅黑" panose="020B0503020204020204" charset="-122"/>
                <a:ea typeface="微软雅黑" panose="020B0503020204020204" charset="-122"/>
                <a:cs typeface="+mj-cs"/>
                <a:sym typeface="+mn-ea"/>
              </a:rPr>
              <a:t>工具</a:t>
            </a:r>
            <a:endParaRPr lang="zh-CN" altLang="en-US" sz="1600" b="1" dirty="0">
              <a:solidFill>
                <a:srgbClr val="152A8C"/>
              </a:solidFill>
              <a:highlight>
                <a:srgbClr val="FFFF00"/>
              </a:highlight>
              <a:latin typeface="微软雅黑" panose="020B0503020204020204" charset="-122"/>
              <a:ea typeface="微软雅黑" panose="020B0503020204020204" charset="-122"/>
              <a:sym typeface="+mn-ea"/>
            </a:endParaRPr>
          </a:p>
        </p:txBody>
      </p:sp>
      <p:sp>
        <p:nvSpPr>
          <p:cNvPr id="241666" name="标题 6"/>
          <p:cNvSpPr>
            <a:spLocks noGrp="1"/>
          </p:cNvSpPr>
          <p:nvPr/>
        </p:nvSpPr>
        <p:spPr>
          <a:xfrm>
            <a:off x="461963" y="307975"/>
            <a:ext cx="10272712" cy="509588"/>
          </a:xfrm>
          <a:prstGeom prst="rect">
            <a:avLst/>
          </a:prstGeom>
          <a:noFill/>
          <a:ln w="9525">
            <a:noFill/>
          </a:ln>
        </p:spPr>
        <p:txBody>
          <a:bodyPr lIns="81750" tIns="40874" rIns="81750" bIns="40874" anchor="t" anchorCtr="0"/>
          <a:p>
            <a:pPr defTabSz="844550"/>
            <a:r>
              <a:rPr lang="zh-CN" altLang="en-US" sz="2400" b="1" dirty="0">
                <a:solidFill>
                  <a:srgbClr val="152A8C"/>
                </a:solidFill>
                <a:latin typeface="微软雅黑" panose="020B0503020204020204" charset="-122"/>
                <a:ea typeface="微软雅黑" panose="020B0503020204020204" charset="-122"/>
                <a:sym typeface="+mn-ea"/>
              </a:rPr>
              <a:t>四、核心方案</a:t>
            </a:r>
            <a:r>
              <a:rPr lang="en-US" altLang="zh-CN" sz="2400" b="1" dirty="0">
                <a:solidFill>
                  <a:srgbClr val="152A8C"/>
                </a:solidFill>
                <a:latin typeface="微软雅黑" panose="020B0503020204020204" charset="-122"/>
                <a:ea typeface="微软雅黑" panose="020B0503020204020204" charset="-122"/>
                <a:sym typeface="+mn-ea"/>
              </a:rPr>
              <a:t>-</a:t>
            </a:r>
            <a:r>
              <a:rPr lang="zh-CN" altLang="en-US" b="1" dirty="0">
                <a:solidFill>
                  <a:srgbClr val="152A8C"/>
                </a:solidFill>
                <a:latin typeface="微软雅黑" panose="020B0503020204020204" charset="-122"/>
                <a:ea typeface="微软雅黑" panose="020B0503020204020204" charset="-122"/>
                <a:sym typeface="+mn-ea"/>
              </a:rPr>
              <a:t>流程</a:t>
            </a:r>
            <a:endParaRPr lang="zh-CN" altLang="en-US" b="1" dirty="0">
              <a:solidFill>
                <a:srgbClr val="152A8C"/>
              </a:solidFill>
              <a:latin typeface="微软雅黑" panose="020B0503020204020204" charset="-122"/>
              <a:ea typeface="微软雅黑" panose="020B0503020204020204" charset="-122"/>
              <a:sym typeface="+mn-ea"/>
            </a:endParaRPr>
          </a:p>
        </p:txBody>
      </p:sp>
      <p:sp>
        <p:nvSpPr>
          <p:cNvPr id="9" name="五边形 263"/>
          <p:cNvSpPr/>
          <p:nvPr/>
        </p:nvSpPr>
        <p:spPr>
          <a:xfrm>
            <a:off x="1195070" y="1351280"/>
            <a:ext cx="2804795" cy="272415"/>
          </a:xfrm>
          <a:prstGeom prst="homePlate">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lIns="72001" tIns="36001" rIns="72001" bIns="36001" rtlCol="0" anchor="ctr"/>
          <a:lstStyle/>
          <a:p>
            <a:pPr algn="ctr" defTabSz="514350"/>
            <a:r>
              <a:rPr lang="zh-CN" altLang="en-US" sz="1200" b="1" kern="0" dirty="0">
                <a:solidFill>
                  <a:srgbClr val="152A8C"/>
                </a:solidFill>
                <a:latin typeface="微软雅黑" panose="020B0503020204020204" charset="-122"/>
                <a:ea typeface="微软雅黑" panose="020B0503020204020204" charset="-122"/>
                <a:sym typeface="+mn-ea"/>
              </a:rPr>
              <a:t>入库</a:t>
            </a:r>
            <a:endParaRPr lang="zh-CN" altLang="en-US" sz="1200" b="1" kern="0" dirty="0">
              <a:solidFill>
                <a:srgbClr val="152A8C"/>
              </a:solidFill>
              <a:latin typeface="微软雅黑" panose="020B0503020204020204" charset="-122"/>
              <a:ea typeface="微软雅黑" panose="020B0503020204020204" charset="-122"/>
              <a:sym typeface="+mn-ea"/>
            </a:endParaRPr>
          </a:p>
        </p:txBody>
      </p:sp>
      <p:sp>
        <p:nvSpPr>
          <p:cNvPr id="10" name="燕尾形 265"/>
          <p:cNvSpPr/>
          <p:nvPr/>
        </p:nvSpPr>
        <p:spPr>
          <a:xfrm>
            <a:off x="9427210" y="1341755"/>
            <a:ext cx="2319655" cy="276860"/>
          </a:xfrm>
          <a:prstGeom prst="chevron">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lIns="72001" tIns="36001" rIns="72001" bIns="36001" rtlCol="0" anchor="ctr"/>
          <a:lstStyle/>
          <a:p>
            <a:pPr algn="ctr" defTabSz="514350"/>
            <a:r>
              <a:rPr lang="zh-CN" altLang="en-US" sz="1200" b="1" kern="0" dirty="0">
                <a:solidFill>
                  <a:srgbClr val="152A8C"/>
                </a:solidFill>
                <a:latin typeface="微软雅黑" panose="020B0503020204020204" charset="-122"/>
                <a:ea typeface="微软雅黑" panose="020B0503020204020204" charset="-122"/>
              </a:rPr>
              <a:t>管理</a:t>
            </a:r>
            <a:endParaRPr lang="zh-CN" altLang="en-US" sz="1200" b="1" kern="0" dirty="0">
              <a:solidFill>
                <a:srgbClr val="152A8C"/>
              </a:solidFill>
              <a:latin typeface="微软雅黑" panose="020B0503020204020204" charset="-122"/>
              <a:ea typeface="微软雅黑" panose="020B0503020204020204" charset="-122"/>
            </a:endParaRPr>
          </a:p>
        </p:txBody>
      </p:sp>
      <p:sp>
        <p:nvSpPr>
          <p:cNvPr id="11" name="燕尾形 1"/>
          <p:cNvSpPr/>
          <p:nvPr/>
        </p:nvSpPr>
        <p:spPr>
          <a:xfrm>
            <a:off x="6530975" y="1341755"/>
            <a:ext cx="2986405" cy="282575"/>
          </a:xfrm>
          <a:prstGeom prst="chevron">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lIns="72001" tIns="36001" rIns="72001" bIns="36001" rtlCol="0" anchor="ctr"/>
          <a:lstStyle/>
          <a:p>
            <a:pPr algn="ctr" defTabSz="514350"/>
            <a:r>
              <a:rPr lang="zh-CN" altLang="en-US" sz="1200" b="1" kern="0" dirty="0">
                <a:solidFill>
                  <a:srgbClr val="152A8C"/>
                </a:solidFill>
                <a:latin typeface="微软雅黑" panose="020B0503020204020204" charset="-122"/>
                <a:ea typeface="微软雅黑" panose="020B0503020204020204" charset="-122"/>
              </a:rPr>
              <a:t>评价</a:t>
            </a:r>
            <a:endParaRPr lang="zh-CN" altLang="en-US" sz="1200" b="1" kern="0" dirty="0">
              <a:solidFill>
                <a:srgbClr val="152A8C"/>
              </a:solidFill>
              <a:latin typeface="微软雅黑" panose="020B0503020204020204" charset="-122"/>
              <a:ea typeface="微软雅黑" panose="020B0503020204020204" charset="-122"/>
            </a:endParaRPr>
          </a:p>
        </p:txBody>
      </p:sp>
      <p:sp>
        <p:nvSpPr>
          <p:cNvPr id="72" name="文本框 71"/>
          <p:cNvSpPr txBox="1"/>
          <p:nvPr/>
        </p:nvSpPr>
        <p:spPr>
          <a:xfrm>
            <a:off x="374650" y="1281430"/>
            <a:ext cx="1016000" cy="398780"/>
          </a:xfrm>
          <a:prstGeom prst="rect">
            <a:avLst/>
          </a:prstGeom>
          <a:noFill/>
        </p:spPr>
        <p:txBody>
          <a:bodyPr wrap="square" anchor="t">
            <a:spAutoFit/>
          </a:bodyPr>
          <a:lstStyle/>
          <a:p>
            <a:pPr lvl="0" algn="ctr" defTabSz="514350">
              <a:spcBef>
                <a:spcPts val="0"/>
              </a:spcBef>
              <a:spcAft>
                <a:spcPts val="0"/>
              </a:spcAft>
              <a:buClrTx/>
              <a:buSzTx/>
              <a:buFontTx/>
            </a:pPr>
            <a:r>
              <a:rPr lang="en-US" altLang="zh-CN"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L3</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级流程</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（端到端）</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43" name="Rounded Rectangle 69"/>
          <p:cNvSpPr/>
          <p:nvPr/>
        </p:nvSpPr>
        <p:spPr>
          <a:xfrm>
            <a:off x="1318260" y="1680210"/>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分类</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推荐</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12" name="文本框 11"/>
          <p:cNvSpPr txBox="1"/>
          <p:nvPr/>
        </p:nvSpPr>
        <p:spPr>
          <a:xfrm>
            <a:off x="374650" y="1623695"/>
            <a:ext cx="1016000" cy="398780"/>
          </a:xfrm>
          <a:prstGeom prst="rect">
            <a:avLst/>
          </a:prstGeom>
          <a:noFill/>
        </p:spPr>
        <p:txBody>
          <a:bodyPr wrap="square" anchor="t">
            <a:spAutoFit/>
          </a:bodyPr>
          <a:lstStyle/>
          <a:p>
            <a:pPr lvl="0" algn="ctr" defTabSz="514350">
              <a:spcBef>
                <a:spcPts val="0"/>
              </a:spcBef>
              <a:spcAft>
                <a:spcPts val="0"/>
              </a:spcAft>
              <a:buClrTx/>
              <a:buSzTx/>
              <a:buFontTx/>
            </a:pPr>
            <a:r>
              <a:rPr lang="en-US" altLang="zh-CN"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L4</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级</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（子流程）</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17" name="矩形 16"/>
          <p:cNvSpPr/>
          <p:nvPr/>
        </p:nvSpPr>
        <p:spPr>
          <a:xfrm>
            <a:off x="694690" y="2045335"/>
            <a:ext cx="500380" cy="325120"/>
          </a:xfrm>
          <a:prstGeom prst="rect">
            <a:avLst/>
          </a:prstGeom>
          <a:gradFill flip="none" rotWithShape="1">
            <a:gsLst>
              <a:gs pos="0">
                <a:srgbClr val="548DD4">
                  <a:lumMod val="80000"/>
                  <a:lumOff val="20000"/>
                </a:srgbClr>
              </a:gs>
              <a:gs pos="98000">
                <a:srgbClr val="548DD4"/>
              </a:gs>
            </a:gsLst>
            <a:lin ang="0" scaled="1"/>
            <a:tileRect/>
          </a:gradFill>
          <a:ln w="12700" cap="flat" cmpd="sng" algn="ctr">
            <a:noFill/>
            <a:prstDash val="solid"/>
            <a:miter lim="800000"/>
          </a:ln>
          <a:effectLst>
            <a:outerShdw blurRad="127000" dist="88900" dir="5400000" algn="t" rotWithShape="0">
              <a:srgbClr val="548DD4">
                <a:alpha val="35000"/>
              </a:srgb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000" b="1" kern="0" dirty="0">
                <a:solidFill>
                  <a:srgbClr val="FFFFFF"/>
                </a:solidFill>
                <a:latin typeface="微软雅黑" panose="020B0503020204020204" charset="-122"/>
                <a:ea typeface="微软雅黑" panose="020B0503020204020204" charset="-122"/>
              </a:rPr>
              <a:t>投资部</a:t>
            </a:r>
            <a:endParaRPr kumimoji="1" lang="zh-CN" altLang="en-US" sz="1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18" name="矩形 17"/>
          <p:cNvSpPr/>
          <p:nvPr/>
        </p:nvSpPr>
        <p:spPr>
          <a:xfrm>
            <a:off x="693420" y="3505200"/>
            <a:ext cx="501650" cy="1385570"/>
          </a:xfrm>
          <a:prstGeom prst="rect">
            <a:avLst/>
          </a:prstGeom>
          <a:solidFill>
            <a:schemeClr val="accent6">
              <a:lumMod val="50000"/>
              <a:lumOff val="50000"/>
            </a:schemeClr>
          </a:solidFill>
          <a:ln w="12700" cap="flat" cmpd="sng" algn="ctr">
            <a:noFill/>
            <a:prstDash val="solid"/>
            <a:miter lim="800000"/>
          </a:ln>
          <a:effectLst>
            <a:outerShdw blurRad="127000" dist="88900" dir="5400000" algn="t" rotWithShape="0">
              <a:srgbClr val="548DD4">
                <a:alpha val="35000"/>
              </a:srgb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000" b="1" kern="0" dirty="0">
                <a:solidFill>
                  <a:srgbClr val="FFFFFF"/>
                </a:solidFill>
                <a:latin typeface="微软雅黑" panose="020B0503020204020204" charset="-122"/>
                <a:ea typeface="微软雅黑" panose="020B0503020204020204" charset="-122"/>
              </a:rPr>
              <a:t>专家</a:t>
            </a:r>
            <a:r>
              <a:rPr kumimoji="1" lang="zh-CN" altLang="en-US" sz="1000" b="1" kern="0" dirty="0">
                <a:solidFill>
                  <a:srgbClr val="FFFFFF"/>
                </a:solidFill>
                <a:latin typeface="微软雅黑" panose="020B0503020204020204" charset="-122"/>
                <a:ea typeface="微软雅黑" panose="020B0503020204020204" charset="-122"/>
              </a:rPr>
              <a:t>人才库</a:t>
            </a:r>
            <a:endParaRPr kumimoji="1" lang="zh-CN" altLang="en-US" sz="1000" b="1" kern="0" dirty="0">
              <a:solidFill>
                <a:srgbClr val="FFFFFF"/>
              </a:solidFill>
              <a:latin typeface="微软雅黑" panose="020B0503020204020204" charset="-122"/>
              <a:ea typeface="微软雅黑" panose="020B0503020204020204" charset="-122"/>
            </a:endParaRPr>
          </a:p>
        </p:txBody>
      </p:sp>
      <p:sp>
        <p:nvSpPr>
          <p:cNvPr id="21" name="矩形 20"/>
          <p:cNvSpPr/>
          <p:nvPr/>
        </p:nvSpPr>
        <p:spPr>
          <a:xfrm>
            <a:off x="693420" y="2491740"/>
            <a:ext cx="501650" cy="383540"/>
          </a:xfrm>
          <a:prstGeom prst="rect">
            <a:avLst/>
          </a:prstGeom>
          <a:gradFill flip="none" rotWithShape="1">
            <a:gsLst>
              <a:gs pos="0">
                <a:srgbClr val="548DD4">
                  <a:lumMod val="80000"/>
                  <a:lumOff val="20000"/>
                </a:srgbClr>
              </a:gs>
              <a:gs pos="98000">
                <a:srgbClr val="548DD4"/>
              </a:gs>
            </a:gsLst>
            <a:lin ang="0" scaled="1"/>
            <a:tileRect/>
          </a:gradFill>
          <a:ln w="12700" cap="flat" cmpd="sng" algn="ctr">
            <a:noFill/>
            <a:prstDash val="solid"/>
            <a:miter lim="800000"/>
          </a:ln>
          <a:effectLst>
            <a:outerShdw blurRad="127000" dist="88900" dir="5400000" algn="t" rotWithShape="0">
              <a:srgbClr val="548DD4">
                <a:alpha val="35000"/>
              </a:srgb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000" b="1" kern="0" dirty="0">
                <a:solidFill>
                  <a:srgbClr val="FFFFFF"/>
                </a:solidFill>
                <a:latin typeface="微软雅黑" panose="020B0503020204020204" charset="-122"/>
                <a:ea typeface="微软雅黑" panose="020B0503020204020204" charset="-122"/>
              </a:rPr>
              <a:t>股权运营部</a:t>
            </a:r>
            <a:endParaRPr kumimoji="1" lang="zh-CN" altLang="en-US" sz="1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mn-cs"/>
            </a:endParaRPr>
          </a:p>
        </p:txBody>
      </p:sp>
      <p:sp>
        <p:nvSpPr>
          <p:cNvPr id="22" name="矩形 21"/>
          <p:cNvSpPr/>
          <p:nvPr/>
        </p:nvSpPr>
        <p:spPr>
          <a:xfrm>
            <a:off x="693420" y="2984500"/>
            <a:ext cx="501650" cy="411480"/>
          </a:xfrm>
          <a:prstGeom prst="rect">
            <a:avLst/>
          </a:prstGeom>
          <a:gradFill flip="none" rotWithShape="1">
            <a:gsLst>
              <a:gs pos="0">
                <a:srgbClr val="548DD4">
                  <a:lumMod val="80000"/>
                  <a:lumOff val="20000"/>
                </a:srgbClr>
              </a:gs>
              <a:gs pos="98000">
                <a:srgbClr val="548DD4"/>
              </a:gs>
            </a:gsLst>
            <a:lin ang="0" scaled="1"/>
            <a:tileRect/>
          </a:gradFill>
          <a:ln w="12700" cap="flat" cmpd="sng" algn="ctr">
            <a:noFill/>
            <a:prstDash val="solid"/>
            <a:miter lim="800000"/>
          </a:ln>
          <a:effectLst>
            <a:outerShdw blurRad="127000" dist="88900" dir="5400000" algn="t" rotWithShape="0">
              <a:srgbClr val="548DD4">
                <a:alpha val="35000"/>
              </a:srgbClr>
            </a:outerShdw>
          </a:effectLst>
        </p:spPr>
        <p:txBody>
          <a:bodyPr lIns="0" rIns="0" rtlCol="0" anchor="ctr"/>
          <a:lstStyle/>
          <a:p>
            <a:pPr marL="0" marR="0" lvl="0" indent="0" algn="ctr" defTabSz="914400" eaLnBrk="1" fontAlgn="auto" latinLnBrk="0" hangingPunct="1">
              <a:lnSpc>
                <a:spcPct val="100000"/>
              </a:lnSpc>
              <a:spcBef>
                <a:spcPts val="0"/>
              </a:spcBef>
              <a:spcAft>
                <a:spcPts val="0"/>
              </a:spcAft>
              <a:buClrTx/>
              <a:buSzTx/>
              <a:buFontTx/>
              <a:buNone/>
              <a:defRPr/>
            </a:pPr>
            <a:r>
              <a:rPr kumimoji="1" lang="zh-CN" altLang="en-US" sz="1000" b="1" kern="0" dirty="0">
                <a:solidFill>
                  <a:srgbClr val="FFFFFF"/>
                </a:solidFill>
                <a:latin typeface="微软雅黑" panose="020B0503020204020204" charset="-122"/>
                <a:ea typeface="微软雅黑" panose="020B0503020204020204" charset="-122"/>
              </a:rPr>
              <a:t>鼎佳</a:t>
            </a:r>
            <a:r>
              <a:rPr kumimoji="1" lang="en-US" altLang="zh-CN" sz="1000" b="1" kern="0" dirty="0">
                <a:solidFill>
                  <a:srgbClr val="FFFFFF"/>
                </a:solidFill>
                <a:latin typeface="微软雅黑" panose="020B0503020204020204" charset="-122"/>
                <a:ea typeface="微软雅黑" panose="020B0503020204020204" charset="-122"/>
              </a:rPr>
              <a:t>/</a:t>
            </a:r>
            <a:r>
              <a:rPr kumimoji="1" lang="zh-CN" altLang="en-US" sz="1000" b="1" kern="0" dirty="0">
                <a:solidFill>
                  <a:srgbClr val="FFFFFF"/>
                </a:solidFill>
                <a:latin typeface="微软雅黑" panose="020B0503020204020204" charset="-122"/>
                <a:ea typeface="微软雅黑" panose="020B0503020204020204" charset="-122"/>
              </a:rPr>
              <a:t>红旗基金</a:t>
            </a:r>
            <a:endParaRPr kumimoji="1" lang="zh-CN" altLang="en-US" sz="1000" b="1" kern="0" dirty="0">
              <a:solidFill>
                <a:srgbClr val="FFFFFF"/>
              </a:solidFill>
              <a:latin typeface="微软雅黑" panose="020B0503020204020204" charset="-122"/>
              <a:ea typeface="微软雅黑" panose="020B0503020204020204" charset="-122"/>
            </a:endParaRPr>
          </a:p>
        </p:txBody>
      </p:sp>
      <p:sp>
        <p:nvSpPr>
          <p:cNvPr id="34" name="Rounded Rectangle 69"/>
          <p:cNvSpPr/>
          <p:nvPr/>
        </p:nvSpPr>
        <p:spPr>
          <a:xfrm>
            <a:off x="1318260" y="2070100"/>
            <a:ext cx="521335"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推荐</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41" name="矩形 40"/>
          <p:cNvSpPr/>
          <p:nvPr/>
        </p:nvSpPr>
        <p:spPr>
          <a:xfrm>
            <a:off x="693420" y="5842635"/>
            <a:ext cx="501650" cy="360680"/>
          </a:xfrm>
          <a:prstGeom prst="rect">
            <a:avLst/>
          </a:prstGeom>
          <a:gradFill flip="none" rotWithShape="1">
            <a:gsLst>
              <a:gs pos="0">
                <a:srgbClr val="548DD4">
                  <a:lumMod val="80000"/>
                  <a:lumOff val="20000"/>
                </a:srgbClr>
              </a:gs>
              <a:gs pos="98000">
                <a:srgbClr val="548DD4"/>
              </a:gs>
            </a:gsLst>
            <a:lin ang="0" scaled="1"/>
            <a:tileRect/>
          </a:gradFill>
          <a:ln w="12700" cap="flat" cmpd="sng" algn="ctr">
            <a:noFill/>
            <a:prstDash val="solid"/>
            <a:miter lim="800000"/>
          </a:ln>
          <a:effectLst>
            <a:outerShdw blurRad="127000" dist="88900" dir="5400000" algn="t" rotWithShape="0">
              <a:srgbClr val="548DD4">
                <a:alpha val="35000"/>
              </a:srgbClr>
            </a:outerShdw>
          </a:effectLst>
        </p:spPr>
        <p:txBody>
          <a:bodyPr lIns="0" rIns="0" rtlCol="0" anchor="ctr"/>
          <a:lstStyle/>
          <a:p>
            <a:pPr algn="ctr"/>
            <a:r>
              <a:rPr kumimoji="1" lang="zh-CN" altLang="en-US" sz="1000" b="1" kern="0" dirty="0">
                <a:solidFill>
                  <a:srgbClr val="FFFFFF"/>
                </a:solidFill>
                <a:latin typeface="微软雅黑" panose="020B0503020204020204" charset="-122"/>
                <a:ea typeface="微软雅黑" panose="020B0503020204020204" charset="-122"/>
              </a:rPr>
              <a:t>参股</a:t>
            </a:r>
            <a:endParaRPr kumimoji="1" lang="zh-CN" altLang="en-US" sz="1000" b="1" kern="0" dirty="0">
              <a:solidFill>
                <a:srgbClr val="FFFFFF"/>
              </a:solidFill>
              <a:latin typeface="微软雅黑" panose="020B0503020204020204" charset="-122"/>
              <a:ea typeface="微软雅黑" panose="020B0503020204020204" charset="-122"/>
            </a:endParaRPr>
          </a:p>
          <a:p>
            <a:pPr algn="ctr"/>
            <a:r>
              <a:rPr kumimoji="1" lang="zh-CN" altLang="en-US" sz="1000" b="1" kern="0" dirty="0">
                <a:solidFill>
                  <a:srgbClr val="FFFFFF"/>
                </a:solidFill>
                <a:latin typeface="微软雅黑" panose="020B0503020204020204" charset="-122"/>
                <a:ea typeface="微软雅黑" panose="020B0503020204020204" charset="-122"/>
              </a:rPr>
              <a:t>企业</a:t>
            </a:r>
            <a:endParaRPr kumimoji="1" lang="zh-CN" altLang="en-US" sz="1000" b="1" kern="0" dirty="0">
              <a:solidFill>
                <a:srgbClr val="FFFFFF"/>
              </a:solidFill>
              <a:latin typeface="微软雅黑" panose="020B0503020204020204" charset="-122"/>
              <a:ea typeface="微软雅黑" panose="020B0503020204020204" charset="-122"/>
            </a:endParaRPr>
          </a:p>
        </p:txBody>
      </p:sp>
      <p:sp>
        <p:nvSpPr>
          <p:cNvPr id="42" name="Rounded Rectangle 69"/>
          <p:cNvSpPr/>
          <p:nvPr/>
        </p:nvSpPr>
        <p:spPr>
          <a:xfrm>
            <a:off x="2148205" y="3493770"/>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核对附件完整性</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45" name="Rounded Rectangle 69"/>
          <p:cNvSpPr/>
          <p:nvPr/>
        </p:nvSpPr>
        <p:spPr>
          <a:xfrm>
            <a:off x="2036445" y="2070100"/>
            <a:ext cx="42291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邀约</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50" name="Rounded Rectangle 69"/>
          <p:cNvSpPr/>
          <p:nvPr/>
        </p:nvSpPr>
        <p:spPr>
          <a:xfrm>
            <a:off x="2148205" y="4244340"/>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检查公司章程条款</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52" name="Rounded Rectangle 69"/>
          <p:cNvSpPr/>
          <p:nvPr/>
        </p:nvSpPr>
        <p:spPr>
          <a:xfrm>
            <a:off x="2148205" y="461962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审核决策会议纪要</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53" name="直接箭头连接符 52"/>
          <p:cNvCxnSpPr>
            <a:stCxn id="50" idx="2"/>
            <a:endCxn id="52" idx="0"/>
          </p:cNvCxnSpPr>
          <p:nvPr/>
        </p:nvCxnSpPr>
        <p:spPr bwMode="auto">
          <a:xfrm>
            <a:off x="2459355" y="4516120"/>
            <a:ext cx="0" cy="10350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70" name="Straight Connector 170"/>
          <p:cNvCxnSpPr/>
          <p:nvPr/>
        </p:nvCxnSpPr>
        <p:spPr>
          <a:xfrm flipV="1">
            <a:off x="1195705" y="2433955"/>
            <a:ext cx="10584000" cy="5715"/>
          </a:xfrm>
          <a:prstGeom prst="line">
            <a:avLst/>
          </a:prstGeom>
          <a:solidFill>
            <a:schemeClr val="tx1">
              <a:lumMod val="95000"/>
            </a:schemeClr>
          </a:solidFill>
          <a:ln w="6350" cap="flat" cmpd="sng" algn="ctr">
            <a:solidFill>
              <a:srgbClr val="FFFFFF">
                <a:lumMod val="50000"/>
              </a:srgbClr>
            </a:solidFill>
            <a:prstDash val="dash"/>
          </a:ln>
          <a:effectLst/>
        </p:spPr>
      </p:cxnSp>
      <p:cxnSp>
        <p:nvCxnSpPr>
          <p:cNvPr id="59" name="Straight Connector 170"/>
          <p:cNvCxnSpPr/>
          <p:nvPr/>
        </p:nvCxnSpPr>
        <p:spPr>
          <a:xfrm flipV="1">
            <a:off x="1195705" y="3439795"/>
            <a:ext cx="10584000" cy="5715"/>
          </a:xfrm>
          <a:prstGeom prst="line">
            <a:avLst/>
          </a:prstGeom>
          <a:solidFill>
            <a:schemeClr val="tx1">
              <a:lumMod val="95000"/>
            </a:schemeClr>
          </a:solidFill>
          <a:ln w="6350" cap="flat" cmpd="sng" algn="ctr">
            <a:solidFill>
              <a:srgbClr val="FFFFFF">
                <a:lumMod val="50000"/>
              </a:srgbClr>
            </a:solidFill>
            <a:prstDash val="dash"/>
          </a:ln>
          <a:effectLst/>
        </p:spPr>
      </p:cxnSp>
      <p:cxnSp>
        <p:nvCxnSpPr>
          <p:cNvPr id="60" name="Straight Connector 170"/>
          <p:cNvCxnSpPr/>
          <p:nvPr/>
        </p:nvCxnSpPr>
        <p:spPr>
          <a:xfrm flipV="1">
            <a:off x="1195705" y="4947285"/>
            <a:ext cx="10584000" cy="5715"/>
          </a:xfrm>
          <a:prstGeom prst="line">
            <a:avLst/>
          </a:prstGeom>
          <a:solidFill>
            <a:schemeClr val="tx1">
              <a:lumMod val="95000"/>
            </a:schemeClr>
          </a:solidFill>
          <a:ln w="6350" cap="flat" cmpd="sng" algn="ctr">
            <a:solidFill>
              <a:srgbClr val="FFFFFF">
                <a:lumMod val="50000"/>
              </a:srgbClr>
            </a:solidFill>
            <a:prstDash val="dash"/>
          </a:ln>
          <a:effectLst/>
        </p:spPr>
      </p:cxnSp>
      <p:sp>
        <p:nvSpPr>
          <p:cNvPr id="61" name="Rounded Rectangle 69"/>
          <p:cNvSpPr/>
          <p:nvPr/>
        </p:nvSpPr>
        <p:spPr>
          <a:xfrm>
            <a:off x="3098165" y="349440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判断核算方法</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65" name="直接箭头连接符 64"/>
          <p:cNvCxnSpPr/>
          <p:nvPr/>
        </p:nvCxnSpPr>
        <p:spPr>
          <a:xfrm>
            <a:off x="1828800" y="2205990"/>
            <a:ext cx="207645" cy="0"/>
          </a:xfrm>
          <a:prstGeom prst="straightConnector1">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sp>
        <p:nvSpPr>
          <p:cNvPr id="68" name="Rounded Rectangle 69"/>
          <p:cNvSpPr/>
          <p:nvPr/>
        </p:nvSpPr>
        <p:spPr>
          <a:xfrm>
            <a:off x="3098165" y="5878195"/>
            <a:ext cx="622300" cy="271780"/>
          </a:xfrm>
          <a:prstGeom prst="rect">
            <a:avLst/>
          </a:prstGeom>
          <a:solidFill>
            <a:srgbClr val="0070C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投资款</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支付</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cxnSp>
        <p:nvCxnSpPr>
          <p:cNvPr id="69" name="直接箭头连接符 68"/>
          <p:cNvCxnSpPr>
            <a:stCxn id="62" idx="2"/>
            <a:endCxn id="68" idx="0"/>
          </p:cNvCxnSpPr>
          <p:nvPr/>
        </p:nvCxnSpPr>
        <p:spPr bwMode="auto">
          <a:xfrm>
            <a:off x="3409315" y="4135120"/>
            <a:ext cx="0" cy="1743075"/>
          </a:xfrm>
          <a:prstGeom prst="straightConnector1">
            <a:avLst/>
          </a:prstGeom>
          <a:noFill/>
          <a:ln w="6350" cap="flat" cmpd="sng" algn="ctr">
            <a:solidFill>
              <a:srgbClr val="152A8C"/>
            </a:solidFill>
            <a:prstDash val="solid"/>
            <a:miter lim="800000"/>
            <a:headEnd type="none" w="med" len="med"/>
            <a:tailEnd type="triangle"/>
          </a:ln>
          <a:effectLst/>
        </p:spPr>
      </p:cxnSp>
      <p:sp>
        <p:nvSpPr>
          <p:cNvPr id="71" name="矩形 70"/>
          <p:cNvSpPr/>
          <p:nvPr/>
        </p:nvSpPr>
        <p:spPr>
          <a:xfrm>
            <a:off x="693420" y="5015230"/>
            <a:ext cx="501650" cy="669925"/>
          </a:xfrm>
          <a:prstGeom prst="rect">
            <a:avLst/>
          </a:prstGeom>
          <a:gradFill flip="none" rotWithShape="1">
            <a:gsLst>
              <a:gs pos="0">
                <a:srgbClr val="548DD4">
                  <a:lumMod val="80000"/>
                  <a:lumOff val="20000"/>
                </a:srgbClr>
              </a:gs>
              <a:gs pos="98000">
                <a:srgbClr val="548DD4"/>
              </a:gs>
            </a:gsLst>
            <a:lin ang="0" scaled="1"/>
            <a:tileRect/>
          </a:gradFill>
          <a:ln w="12700" cap="flat" cmpd="sng" algn="ctr">
            <a:noFill/>
            <a:prstDash val="solid"/>
            <a:miter lim="800000"/>
          </a:ln>
          <a:effectLst>
            <a:outerShdw blurRad="127000" dist="88900" dir="5400000" algn="t" rotWithShape="0">
              <a:srgbClr val="548DD4">
                <a:alpha val="35000"/>
              </a:srgbClr>
            </a:outerShdw>
          </a:effectLst>
        </p:spPr>
        <p:txBody>
          <a:bodyPr lIns="0" rIns="0" rtlCol="0" anchor="ctr"/>
          <a:lstStyle/>
          <a:p>
            <a:pPr algn="ctr"/>
            <a:r>
              <a:rPr kumimoji="1" lang="zh-CN" altLang="en-US" sz="1000" b="1" kern="0" dirty="0">
                <a:solidFill>
                  <a:srgbClr val="FFFFFF"/>
                </a:solidFill>
                <a:latin typeface="微软雅黑" panose="020B0503020204020204" charset="-122"/>
                <a:ea typeface="微软雅黑" panose="020B0503020204020204" charset="-122"/>
              </a:rPr>
              <a:t>集团</a:t>
            </a:r>
            <a:endParaRPr kumimoji="1" lang="zh-CN" altLang="en-US" sz="1000" b="1" kern="0" dirty="0">
              <a:solidFill>
                <a:srgbClr val="FFFFFF"/>
              </a:solidFill>
              <a:latin typeface="微软雅黑" panose="020B0503020204020204" charset="-122"/>
              <a:ea typeface="微软雅黑" panose="020B0503020204020204" charset="-122"/>
            </a:endParaRPr>
          </a:p>
          <a:p>
            <a:pPr algn="ctr"/>
            <a:r>
              <a:rPr kumimoji="1" lang="zh-CN" altLang="en-US" sz="1000" b="1" kern="0" dirty="0">
                <a:solidFill>
                  <a:srgbClr val="FFFFFF"/>
                </a:solidFill>
                <a:latin typeface="微软雅黑" panose="020B0503020204020204" charset="-122"/>
                <a:ea typeface="微软雅黑" panose="020B0503020204020204" charset="-122"/>
              </a:rPr>
              <a:t>公司</a:t>
            </a:r>
            <a:endParaRPr kumimoji="1" lang="zh-CN" altLang="en-US" sz="1000" b="1" kern="0" dirty="0">
              <a:solidFill>
                <a:srgbClr val="FFFFFF"/>
              </a:solidFill>
              <a:latin typeface="微软雅黑" panose="020B0503020204020204" charset="-122"/>
              <a:ea typeface="微软雅黑" panose="020B0503020204020204" charset="-122"/>
            </a:endParaRPr>
          </a:p>
        </p:txBody>
      </p:sp>
      <p:cxnSp>
        <p:nvCxnSpPr>
          <p:cNvPr id="73" name="Straight Connector 170"/>
          <p:cNvCxnSpPr/>
          <p:nvPr/>
        </p:nvCxnSpPr>
        <p:spPr>
          <a:xfrm flipV="1">
            <a:off x="1177925" y="5758815"/>
            <a:ext cx="10584000" cy="5715"/>
          </a:xfrm>
          <a:prstGeom prst="line">
            <a:avLst/>
          </a:prstGeom>
          <a:solidFill>
            <a:schemeClr val="tx1">
              <a:lumMod val="95000"/>
            </a:schemeClr>
          </a:solidFill>
          <a:ln w="6350" cap="flat" cmpd="sng" algn="ctr">
            <a:solidFill>
              <a:srgbClr val="FFFFFF">
                <a:lumMod val="50000"/>
              </a:srgbClr>
            </a:solidFill>
            <a:prstDash val="dash"/>
          </a:ln>
          <a:effectLst/>
        </p:spPr>
      </p:cxnSp>
      <p:sp>
        <p:nvSpPr>
          <p:cNvPr id="74" name="Rounded Rectangle 69"/>
          <p:cNvSpPr/>
          <p:nvPr/>
        </p:nvSpPr>
        <p:spPr>
          <a:xfrm>
            <a:off x="4090035" y="2559050"/>
            <a:ext cx="62230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参股公司财报获取</a:t>
            </a:r>
            <a:endParaRPr lang="zh-CN" altLang="en-US" sz="800" b="1" kern="0" dirty="0">
              <a:solidFill>
                <a:srgbClr val="152A8C"/>
              </a:solidFill>
              <a:latin typeface="微软雅黑" panose="020B0503020204020204" charset="-122"/>
              <a:ea typeface="微软雅黑" panose="020B0503020204020204" charset="-122"/>
              <a:sym typeface="+mn-ea"/>
            </a:endParaRPr>
          </a:p>
        </p:txBody>
      </p:sp>
      <p:cxnSp>
        <p:nvCxnSpPr>
          <p:cNvPr id="75" name="Straight Connector 170"/>
          <p:cNvCxnSpPr/>
          <p:nvPr/>
        </p:nvCxnSpPr>
        <p:spPr>
          <a:xfrm flipV="1">
            <a:off x="1195705" y="2934335"/>
            <a:ext cx="10584000" cy="5715"/>
          </a:xfrm>
          <a:prstGeom prst="line">
            <a:avLst/>
          </a:prstGeom>
          <a:solidFill>
            <a:schemeClr val="tx1">
              <a:lumMod val="95000"/>
            </a:schemeClr>
          </a:solidFill>
          <a:ln w="6350" cap="flat" cmpd="sng" algn="ctr">
            <a:solidFill>
              <a:srgbClr val="FFFFFF">
                <a:lumMod val="50000"/>
              </a:srgbClr>
            </a:solidFill>
            <a:prstDash val="dash"/>
          </a:ln>
          <a:effectLst/>
        </p:spPr>
      </p:cxnSp>
      <p:sp>
        <p:nvSpPr>
          <p:cNvPr id="76" name="Rounded Rectangle 69"/>
          <p:cNvSpPr/>
          <p:nvPr/>
        </p:nvSpPr>
        <p:spPr>
          <a:xfrm>
            <a:off x="4090035" y="5015230"/>
            <a:ext cx="622300" cy="271780"/>
          </a:xfrm>
          <a:prstGeom prst="rect">
            <a:avLst/>
          </a:prstGeom>
          <a:solidFill>
            <a:srgbClr val="0070C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参股投后财务管理</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77" name="Rounded Rectangle 69"/>
          <p:cNvSpPr/>
          <p:nvPr/>
        </p:nvSpPr>
        <p:spPr>
          <a:xfrm>
            <a:off x="4090035" y="5413375"/>
            <a:ext cx="622300" cy="271780"/>
          </a:xfrm>
          <a:prstGeom prst="rect">
            <a:avLst/>
          </a:prstGeom>
          <a:solidFill>
            <a:srgbClr val="0070C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财务风险</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监测预警</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78" name="Rounded Rectangle 69"/>
          <p:cNvSpPr/>
          <p:nvPr/>
        </p:nvSpPr>
        <p:spPr>
          <a:xfrm>
            <a:off x="5955665" y="5015230"/>
            <a:ext cx="668020" cy="271780"/>
          </a:xfrm>
          <a:prstGeom prst="rect">
            <a:avLst/>
          </a:prstGeom>
          <a:solidFill>
            <a:srgbClr val="0070C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经营分析</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cxnSp>
        <p:nvCxnSpPr>
          <p:cNvPr id="79" name="直接箭头连接符 78"/>
          <p:cNvCxnSpPr>
            <a:stCxn id="76" idx="2"/>
            <a:endCxn id="77" idx="0"/>
          </p:cNvCxnSpPr>
          <p:nvPr/>
        </p:nvCxnSpPr>
        <p:spPr bwMode="auto">
          <a:xfrm>
            <a:off x="4401185" y="5287010"/>
            <a:ext cx="0" cy="12636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80" name="直接箭头连接符 79"/>
          <p:cNvCxnSpPr>
            <a:stCxn id="74" idx="2"/>
            <a:endCxn id="76" idx="0"/>
          </p:cNvCxnSpPr>
          <p:nvPr/>
        </p:nvCxnSpPr>
        <p:spPr>
          <a:xfrm>
            <a:off x="4401185" y="2830830"/>
            <a:ext cx="0" cy="2184400"/>
          </a:xfrm>
          <a:prstGeom prst="straightConnector1">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sp>
        <p:nvSpPr>
          <p:cNvPr id="82" name="Rounded Rectangle 69"/>
          <p:cNvSpPr/>
          <p:nvPr/>
        </p:nvSpPr>
        <p:spPr>
          <a:xfrm>
            <a:off x="4911090" y="3493135"/>
            <a:ext cx="668655"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识别投资收益金额</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84" name="Rounded Rectangle 69"/>
          <p:cNvSpPr/>
          <p:nvPr/>
        </p:nvSpPr>
        <p:spPr>
          <a:xfrm>
            <a:off x="4911090" y="4240530"/>
            <a:ext cx="668655"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识别所有者权益变动</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85" name="Rounded Rectangle 69"/>
          <p:cNvSpPr/>
          <p:nvPr/>
        </p:nvSpPr>
        <p:spPr>
          <a:xfrm>
            <a:off x="4911090" y="4618990"/>
            <a:ext cx="668655"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编制</a:t>
            </a:r>
            <a:endParaRPr lang="zh-CN" altLang="en-US" sz="800" kern="0" dirty="0">
              <a:solidFill>
                <a:schemeClr val="bg1"/>
              </a:solidFill>
              <a:latin typeface="微软雅黑" panose="020B0503020204020204" charset="-122"/>
              <a:ea typeface="微软雅黑" panose="020B0503020204020204" charset="-122"/>
              <a:sym typeface="+mn-ea"/>
            </a:endParaRPr>
          </a:p>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会计分录</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87" name="肘形连接符 32"/>
          <p:cNvCxnSpPr>
            <a:stCxn id="74" idx="2"/>
            <a:endCxn id="82" idx="1"/>
          </p:cNvCxnSpPr>
          <p:nvPr/>
        </p:nvCxnSpPr>
        <p:spPr bwMode="auto">
          <a:xfrm rot="5400000" flipV="1">
            <a:off x="4257040" y="2974340"/>
            <a:ext cx="798195" cy="509905"/>
          </a:xfrm>
          <a:prstGeom prst="bentConnector2">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cxnSp>
        <p:nvCxnSpPr>
          <p:cNvPr id="90" name="直接箭头连接符 89"/>
          <p:cNvCxnSpPr>
            <a:stCxn id="84" idx="2"/>
            <a:endCxn id="85" idx="0"/>
          </p:cNvCxnSpPr>
          <p:nvPr/>
        </p:nvCxnSpPr>
        <p:spPr bwMode="auto">
          <a:xfrm>
            <a:off x="5245735" y="4512310"/>
            <a:ext cx="0" cy="106680"/>
          </a:xfrm>
          <a:prstGeom prst="straightConnector1">
            <a:avLst/>
          </a:prstGeom>
          <a:noFill/>
          <a:ln w="6350" cap="flat" cmpd="sng" algn="ctr">
            <a:solidFill>
              <a:srgbClr val="152A8C"/>
            </a:solidFill>
            <a:prstDash val="solid"/>
            <a:miter lim="800000"/>
            <a:headEnd type="none" w="med" len="med"/>
            <a:tailEnd type="triangle"/>
          </a:ln>
          <a:effectLst/>
        </p:spPr>
      </p:cxnSp>
      <p:sp>
        <p:nvSpPr>
          <p:cNvPr id="92" name="Rounded Rectangle 69"/>
          <p:cNvSpPr/>
          <p:nvPr/>
        </p:nvSpPr>
        <p:spPr>
          <a:xfrm>
            <a:off x="5981065" y="2559050"/>
            <a:ext cx="62230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分红决议</a:t>
            </a:r>
            <a:r>
              <a:rPr lang="en-US" altLang="zh-CN" sz="800" b="1" kern="0" dirty="0">
                <a:solidFill>
                  <a:srgbClr val="152A8C"/>
                </a:solidFill>
                <a:latin typeface="微软雅黑" panose="020B0503020204020204" charset="-122"/>
                <a:ea typeface="微软雅黑" panose="020B0503020204020204" charset="-122"/>
                <a:sym typeface="+mn-ea"/>
              </a:rPr>
              <a:t>/</a:t>
            </a:r>
            <a:r>
              <a:rPr lang="zh-CN" altLang="en-US" sz="800" b="1" kern="0" dirty="0">
                <a:solidFill>
                  <a:srgbClr val="152A8C"/>
                </a:solidFill>
                <a:latin typeface="微软雅黑" panose="020B0503020204020204" charset="-122"/>
                <a:ea typeface="微软雅黑" panose="020B0503020204020204" charset="-122"/>
                <a:sym typeface="+mn-ea"/>
              </a:rPr>
              <a:t>公告获取</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93" name="Rounded Rectangle 69"/>
          <p:cNvSpPr/>
          <p:nvPr/>
        </p:nvSpPr>
        <p:spPr>
          <a:xfrm>
            <a:off x="7774940" y="2559050"/>
            <a:ext cx="62230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议题审核</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97" name="Rounded Rectangle 69"/>
          <p:cNvSpPr/>
          <p:nvPr/>
        </p:nvSpPr>
        <p:spPr>
          <a:xfrm>
            <a:off x="5981065" y="349313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判断核算方法</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98" name="Rounded Rectangle 69"/>
          <p:cNvSpPr/>
          <p:nvPr/>
        </p:nvSpPr>
        <p:spPr>
          <a:xfrm>
            <a:off x="5981065" y="387159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应收股利分录编制</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100" name="直接箭头连接符 99"/>
          <p:cNvCxnSpPr>
            <a:stCxn id="92" idx="2"/>
            <a:endCxn id="97" idx="0"/>
          </p:cNvCxnSpPr>
          <p:nvPr/>
        </p:nvCxnSpPr>
        <p:spPr>
          <a:xfrm>
            <a:off x="6292215" y="2830830"/>
            <a:ext cx="0" cy="662305"/>
          </a:xfrm>
          <a:prstGeom prst="straightConnector1">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sp>
        <p:nvSpPr>
          <p:cNvPr id="102" name="Rounded Rectangle 69"/>
          <p:cNvSpPr/>
          <p:nvPr/>
        </p:nvSpPr>
        <p:spPr>
          <a:xfrm>
            <a:off x="6858000" y="387159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分红收款分录编制</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105" name="肘形连接符 32"/>
          <p:cNvCxnSpPr>
            <a:stCxn id="97" idx="3"/>
            <a:endCxn id="102" idx="1"/>
          </p:cNvCxnSpPr>
          <p:nvPr/>
        </p:nvCxnSpPr>
        <p:spPr bwMode="auto">
          <a:xfrm>
            <a:off x="6603365" y="3629025"/>
            <a:ext cx="254635" cy="378460"/>
          </a:xfrm>
          <a:prstGeom prst="bentConnector3">
            <a:avLst>
              <a:gd name="adj1" fmla="val 50125"/>
            </a:avLst>
          </a:prstGeom>
          <a:noFill/>
          <a:ln w="6350" cap="flat" cmpd="sng" algn="ctr">
            <a:solidFill>
              <a:srgbClr val="152A8C"/>
            </a:solidFill>
            <a:prstDash val="solid"/>
            <a:miter lim="800000"/>
            <a:headEnd type="none" w="med" len="med"/>
            <a:tailEnd type="triangle"/>
          </a:ln>
          <a:effectLst/>
        </p:spPr>
      </p:cxnSp>
      <p:sp>
        <p:nvSpPr>
          <p:cNvPr id="106" name="Rounded Rectangle 69"/>
          <p:cNvSpPr/>
          <p:nvPr/>
        </p:nvSpPr>
        <p:spPr>
          <a:xfrm>
            <a:off x="8571230" y="2559050"/>
            <a:ext cx="62230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变动决策</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108" name="Rounded Rectangle 69"/>
          <p:cNvSpPr/>
          <p:nvPr/>
        </p:nvSpPr>
        <p:spPr>
          <a:xfrm>
            <a:off x="8571230" y="349313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股比减少判断</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109" name="Rounded Rectangle 69"/>
          <p:cNvSpPr/>
          <p:nvPr/>
        </p:nvSpPr>
        <p:spPr>
          <a:xfrm>
            <a:off x="8571230" y="386905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科目转换判断</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110" name="Rounded Rectangle 69"/>
          <p:cNvSpPr/>
          <p:nvPr/>
        </p:nvSpPr>
        <p:spPr>
          <a:xfrm>
            <a:off x="8571230" y="4240530"/>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核算方法变动判断</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112" name="直接箭头连接符 111"/>
          <p:cNvCxnSpPr>
            <a:stCxn id="93" idx="3"/>
            <a:endCxn id="106" idx="1"/>
          </p:cNvCxnSpPr>
          <p:nvPr/>
        </p:nvCxnSpPr>
        <p:spPr>
          <a:xfrm>
            <a:off x="8397240" y="2694940"/>
            <a:ext cx="173990" cy="0"/>
          </a:xfrm>
          <a:prstGeom prst="straightConnector1">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cxnSp>
        <p:nvCxnSpPr>
          <p:cNvPr id="113" name="直接箭头连接符 112"/>
          <p:cNvCxnSpPr>
            <a:stCxn id="106" idx="2"/>
            <a:endCxn id="108" idx="0"/>
          </p:cNvCxnSpPr>
          <p:nvPr/>
        </p:nvCxnSpPr>
        <p:spPr>
          <a:xfrm>
            <a:off x="8882380" y="2830830"/>
            <a:ext cx="0" cy="662305"/>
          </a:xfrm>
          <a:prstGeom prst="straightConnector1">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cxnSp>
        <p:nvCxnSpPr>
          <p:cNvPr id="114" name="直接箭头连接符 113"/>
          <p:cNvCxnSpPr>
            <a:stCxn id="108" idx="2"/>
            <a:endCxn id="109" idx="0"/>
          </p:cNvCxnSpPr>
          <p:nvPr/>
        </p:nvCxnSpPr>
        <p:spPr bwMode="auto">
          <a:xfrm>
            <a:off x="8882380" y="3764915"/>
            <a:ext cx="0" cy="104140"/>
          </a:xfrm>
          <a:prstGeom prst="straightConnector1">
            <a:avLst/>
          </a:prstGeom>
          <a:noFill/>
          <a:ln w="6350" cap="flat" cmpd="sng" algn="ctr">
            <a:solidFill>
              <a:srgbClr val="152A8C"/>
            </a:solidFill>
            <a:prstDash val="solid"/>
            <a:miter lim="800000"/>
            <a:headEnd type="none" w="med" len="med"/>
            <a:tailEnd type="triangle"/>
          </a:ln>
          <a:effectLst/>
        </p:spPr>
      </p:cxnSp>
      <p:sp>
        <p:nvSpPr>
          <p:cNvPr id="115" name="Rounded Rectangle 69"/>
          <p:cNvSpPr/>
          <p:nvPr/>
        </p:nvSpPr>
        <p:spPr>
          <a:xfrm>
            <a:off x="8571230" y="4619625"/>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编制</a:t>
            </a:r>
            <a:endParaRPr lang="zh-CN" altLang="en-US" sz="800" kern="0" dirty="0">
              <a:solidFill>
                <a:schemeClr val="bg1"/>
              </a:solidFill>
              <a:latin typeface="微软雅黑" panose="020B0503020204020204" charset="-122"/>
              <a:ea typeface="微软雅黑" panose="020B0503020204020204" charset="-122"/>
              <a:sym typeface="+mn-ea"/>
            </a:endParaRPr>
          </a:p>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会计分录</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116" name="直接箭头连接符 115"/>
          <p:cNvCxnSpPr>
            <a:stCxn id="109" idx="2"/>
            <a:endCxn id="110" idx="0"/>
          </p:cNvCxnSpPr>
          <p:nvPr/>
        </p:nvCxnSpPr>
        <p:spPr bwMode="auto">
          <a:xfrm>
            <a:off x="8882380" y="4140835"/>
            <a:ext cx="0" cy="9969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117" name="直接箭头连接符 116"/>
          <p:cNvCxnSpPr>
            <a:stCxn id="110" idx="2"/>
            <a:endCxn id="115" idx="0"/>
          </p:cNvCxnSpPr>
          <p:nvPr/>
        </p:nvCxnSpPr>
        <p:spPr bwMode="auto">
          <a:xfrm>
            <a:off x="8882380" y="4512310"/>
            <a:ext cx="0" cy="10731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119" name="肘形连接符 32"/>
          <p:cNvCxnSpPr>
            <a:stCxn id="85" idx="2"/>
            <a:endCxn id="78" idx="1"/>
          </p:cNvCxnSpPr>
          <p:nvPr/>
        </p:nvCxnSpPr>
        <p:spPr bwMode="auto">
          <a:xfrm rot="5400000" flipV="1">
            <a:off x="5470525" y="4665980"/>
            <a:ext cx="260350" cy="709930"/>
          </a:xfrm>
          <a:prstGeom prst="bentConnector2">
            <a:avLst/>
          </a:prstGeom>
          <a:noFill/>
          <a:ln w="6350" cap="flat" cmpd="sng" algn="ctr">
            <a:solidFill>
              <a:srgbClr val="152A8C"/>
            </a:solidFill>
            <a:prstDash val="solid"/>
            <a:miter lim="800000"/>
            <a:headEnd type="none" w="med" len="med"/>
            <a:tailEnd type="triangle"/>
          </a:ln>
          <a:effectLst/>
        </p:spPr>
      </p:cxnSp>
      <p:cxnSp>
        <p:nvCxnSpPr>
          <p:cNvPr id="121" name="肘形连接符 32"/>
          <p:cNvCxnSpPr>
            <a:stCxn id="115" idx="2"/>
            <a:endCxn id="78" idx="3"/>
          </p:cNvCxnSpPr>
          <p:nvPr/>
        </p:nvCxnSpPr>
        <p:spPr bwMode="auto">
          <a:xfrm rot="5400000">
            <a:off x="7623175" y="3891915"/>
            <a:ext cx="259715" cy="2258695"/>
          </a:xfrm>
          <a:prstGeom prst="bentConnector2">
            <a:avLst/>
          </a:prstGeom>
          <a:noFill/>
          <a:ln w="6350" cap="flat" cmpd="sng" algn="ctr">
            <a:solidFill>
              <a:srgbClr val="152A8C"/>
            </a:solidFill>
            <a:prstDash val="solid"/>
            <a:miter lim="800000"/>
            <a:headEnd type="none" w="med" len="med"/>
            <a:tailEnd type="triangle"/>
          </a:ln>
          <a:effectLst/>
        </p:spPr>
      </p:cxnSp>
      <p:sp>
        <p:nvSpPr>
          <p:cNvPr id="122" name="Rounded Rectangle 69"/>
          <p:cNvSpPr/>
          <p:nvPr/>
        </p:nvSpPr>
        <p:spPr>
          <a:xfrm>
            <a:off x="5955665" y="5414010"/>
            <a:ext cx="668020" cy="271780"/>
          </a:xfrm>
          <a:prstGeom prst="rect">
            <a:avLst/>
          </a:prstGeom>
          <a:solidFill>
            <a:srgbClr val="0070C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滚动预测</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cxnSp>
        <p:nvCxnSpPr>
          <p:cNvPr id="123" name="直接箭头连接符 122"/>
          <p:cNvCxnSpPr>
            <a:stCxn id="78" idx="2"/>
            <a:endCxn id="122" idx="0"/>
          </p:cNvCxnSpPr>
          <p:nvPr/>
        </p:nvCxnSpPr>
        <p:spPr bwMode="auto">
          <a:xfrm>
            <a:off x="6289675" y="5287010"/>
            <a:ext cx="0" cy="127000"/>
          </a:xfrm>
          <a:prstGeom prst="straightConnector1">
            <a:avLst/>
          </a:prstGeom>
          <a:noFill/>
          <a:ln w="6350" cap="flat" cmpd="sng" algn="ctr">
            <a:solidFill>
              <a:srgbClr val="152A8C"/>
            </a:solidFill>
            <a:prstDash val="solid"/>
            <a:miter lim="800000"/>
            <a:headEnd type="none" w="med" len="med"/>
            <a:tailEnd type="triangle"/>
          </a:ln>
          <a:effectLst/>
        </p:spPr>
      </p:cxnSp>
      <p:sp>
        <p:nvSpPr>
          <p:cNvPr id="124" name="Rounded Rectangle 69"/>
          <p:cNvSpPr/>
          <p:nvPr/>
        </p:nvSpPr>
        <p:spPr>
          <a:xfrm>
            <a:off x="9728200" y="2558415"/>
            <a:ext cx="62230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退出决策</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125" name="Rounded Rectangle 69"/>
          <p:cNvSpPr/>
          <p:nvPr/>
        </p:nvSpPr>
        <p:spPr>
          <a:xfrm>
            <a:off x="9679305" y="5878195"/>
            <a:ext cx="706755" cy="271780"/>
          </a:xfrm>
          <a:prstGeom prst="rect">
            <a:avLst/>
          </a:prstGeom>
          <a:solidFill>
            <a:srgbClr val="0070C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处置款</a:t>
            </a:r>
            <a:r>
              <a:rPr lang="en-US" altLang="zh-CN" sz="800" kern="0" noProof="0" dirty="0">
                <a:ln>
                  <a:noFill/>
                </a:ln>
                <a:solidFill>
                  <a:schemeClr val="bg1"/>
                </a:solidFill>
                <a:effectLst/>
                <a:uLnTx/>
                <a:uFillTx/>
                <a:latin typeface="微软雅黑" panose="020B0503020204020204" charset="-122"/>
                <a:ea typeface="微软雅黑" panose="020B0503020204020204" charset="-122"/>
                <a:sym typeface="+mn-ea"/>
              </a:rPr>
              <a:t>/</a:t>
            </a:r>
            <a:r>
              <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rPr>
              <a:t>资产收取</a:t>
            </a:r>
            <a:endParaRPr lang="zh-CN" altLang="en-US" sz="800"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sp>
        <p:nvSpPr>
          <p:cNvPr id="126" name="Rounded Rectangle 69"/>
          <p:cNvSpPr/>
          <p:nvPr/>
        </p:nvSpPr>
        <p:spPr>
          <a:xfrm>
            <a:off x="11022965" y="3868420"/>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账面价值计算</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127" name="Rounded Rectangle 69"/>
          <p:cNvSpPr/>
          <p:nvPr/>
        </p:nvSpPr>
        <p:spPr>
          <a:xfrm>
            <a:off x="11022965" y="4244340"/>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编制</a:t>
            </a:r>
            <a:endParaRPr lang="zh-CN" altLang="en-US" sz="800" kern="0" dirty="0">
              <a:solidFill>
                <a:schemeClr val="bg1"/>
              </a:solidFill>
              <a:latin typeface="微软雅黑" panose="020B0503020204020204" charset="-122"/>
              <a:ea typeface="微软雅黑" panose="020B0503020204020204" charset="-122"/>
              <a:sym typeface="+mn-ea"/>
            </a:endParaRPr>
          </a:p>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会计分录</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128" name="Rounded Rectangle 69"/>
          <p:cNvSpPr/>
          <p:nvPr/>
        </p:nvSpPr>
        <p:spPr>
          <a:xfrm>
            <a:off x="10197465" y="3487420"/>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核对附件完整性</a:t>
            </a:r>
            <a:endParaRPr lang="zh-CN" altLang="en-US" sz="800" kern="0" dirty="0">
              <a:solidFill>
                <a:schemeClr val="bg1"/>
              </a:solidFill>
              <a:latin typeface="微软雅黑" panose="020B0503020204020204" charset="-122"/>
              <a:ea typeface="微软雅黑" panose="020B0503020204020204" charset="-122"/>
              <a:sym typeface="+mn-ea"/>
            </a:endParaRPr>
          </a:p>
        </p:txBody>
      </p:sp>
      <p:sp>
        <p:nvSpPr>
          <p:cNvPr id="129" name="Rounded Rectangle 69"/>
          <p:cNvSpPr/>
          <p:nvPr/>
        </p:nvSpPr>
        <p:spPr>
          <a:xfrm>
            <a:off x="10197465" y="3868420"/>
            <a:ext cx="622300" cy="271780"/>
          </a:xfrm>
          <a:prstGeom prst="rect">
            <a:avLst/>
          </a:prstGeom>
          <a:solidFill>
            <a:srgbClr val="00B05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buClrTx/>
              <a:buSzTx/>
              <a:buFontTx/>
            </a:pPr>
            <a:r>
              <a:rPr lang="zh-CN" altLang="en-US" sz="800" kern="0" dirty="0">
                <a:solidFill>
                  <a:schemeClr val="bg1"/>
                </a:solidFill>
                <a:latin typeface="微软雅黑" panose="020B0503020204020204" charset="-122"/>
                <a:ea typeface="微软雅黑" panose="020B0503020204020204" charset="-122"/>
                <a:sym typeface="+mn-ea"/>
              </a:rPr>
              <a:t>相关附件审核</a:t>
            </a:r>
            <a:endParaRPr lang="zh-CN" altLang="en-US" sz="800" kern="0" dirty="0">
              <a:solidFill>
                <a:schemeClr val="bg1"/>
              </a:solidFill>
              <a:latin typeface="微软雅黑" panose="020B0503020204020204" charset="-122"/>
              <a:ea typeface="微软雅黑" panose="020B0503020204020204" charset="-122"/>
              <a:sym typeface="+mn-ea"/>
            </a:endParaRPr>
          </a:p>
        </p:txBody>
      </p:sp>
      <p:cxnSp>
        <p:nvCxnSpPr>
          <p:cNvPr id="130" name="肘形连接符 32"/>
          <p:cNvCxnSpPr>
            <a:stCxn id="124" idx="2"/>
            <a:endCxn id="128" idx="1"/>
          </p:cNvCxnSpPr>
          <p:nvPr/>
        </p:nvCxnSpPr>
        <p:spPr bwMode="auto">
          <a:xfrm rot="5400000" flipV="1">
            <a:off x="9721850" y="3147695"/>
            <a:ext cx="793115" cy="158115"/>
          </a:xfrm>
          <a:prstGeom prst="bentConnector2">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cxnSp>
        <p:nvCxnSpPr>
          <p:cNvPr id="131" name="直接箭头连接符 130"/>
          <p:cNvCxnSpPr>
            <a:stCxn id="128" idx="2"/>
            <a:endCxn id="129" idx="0"/>
          </p:cNvCxnSpPr>
          <p:nvPr/>
        </p:nvCxnSpPr>
        <p:spPr bwMode="auto">
          <a:xfrm>
            <a:off x="10508615" y="3759200"/>
            <a:ext cx="0" cy="109220"/>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132" name="直接箭头连接符 131"/>
          <p:cNvCxnSpPr>
            <a:stCxn id="129" idx="3"/>
            <a:endCxn id="126" idx="1"/>
          </p:cNvCxnSpPr>
          <p:nvPr/>
        </p:nvCxnSpPr>
        <p:spPr bwMode="auto">
          <a:xfrm>
            <a:off x="10819765" y="4004310"/>
            <a:ext cx="203200" cy="0"/>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133" name="直接箭头连接符 132"/>
          <p:cNvCxnSpPr>
            <a:stCxn id="126" idx="2"/>
            <a:endCxn id="127" idx="0"/>
          </p:cNvCxnSpPr>
          <p:nvPr/>
        </p:nvCxnSpPr>
        <p:spPr bwMode="auto">
          <a:xfrm>
            <a:off x="11334115" y="4140200"/>
            <a:ext cx="0" cy="104140"/>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134" name="肘形连接符 32"/>
          <p:cNvCxnSpPr>
            <a:stCxn id="125" idx="3"/>
            <a:endCxn id="127" idx="3"/>
          </p:cNvCxnSpPr>
          <p:nvPr/>
        </p:nvCxnSpPr>
        <p:spPr bwMode="auto">
          <a:xfrm flipV="1">
            <a:off x="10386060" y="4380230"/>
            <a:ext cx="1259205" cy="1633855"/>
          </a:xfrm>
          <a:prstGeom prst="bentConnector3">
            <a:avLst>
              <a:gd name="adj1" fmla="val 110741"/>
            </a:avLst>
          </a:prstGeom>
          <a:noFill/>
          <a:ln w="6350" cap="flat" cmpd="sng" algn="ctr">
            <a:solidFill>
              <a:srgbClr val="152A8C"/>
            </a:solidFill>
            <a:prstDash val="solid"/>
            <a:miter lim="800000"/>
            <a:headEnd type="none" w="med" len="med"/>
            <a:tailEnd type="triangle"/>
          </a:ln>
          <a:effectLst/>
        </p:spPr>
      </p:cxnSp>
      <p:cxnSp>
        <p:nvCxnSpPr>
          <p:cNvPr id="135" name="肘形连接符 32"/>
          <p:cNvCxnSpPr>
            <a:stCxn id="127" idx="2"/>
            <a:endCxn id="78" idx="3"/>
          </p:cNvCxnSpPr>
          <p:nvPr/>
        </p:nvCxnSpPr>
        <p:spPr bwMode="auto">
          <a:xfrm rot="5400000">
            <a:off x="8661400" y="2478405"/>
            <a:ext cx="635000" cy="4710430"/>
          </a:xfrm>
          <a:prstGeom prst="bentConnector2">
            <a:avLst/>
          </a:prstGeom>
          <a:noFill/>
          <a:ln w="6350" cap="flat" cmpd="sng" algn="ctr">
            <a:solidFill>
              <a:srgbClr val="152A8C"/>
            </a:solidFill>
            <a:prstDash val="solid"/>
            <a:miter lim="800000"/>
            <a:headEnd type="none" w="med" len="med"/>
            <a:tailEnd type="triangle"/>
          </a:ln>
          <a:effectLst/>
        </p:spPr>
      </p:cxnSp>
      <p:sp>
        <p:nvSpPr>
          <p:cNvPr id="136" name="Rounded Rectangle 69"/>
          <p:cNvSpPr/>
          <p:nvPr/>
        </p:nvSpPr>
        <p:spPr>
          <a:xfrm>
            <a:off x="6858000" y="5878195"/>
            <a:ext cx="622300" cy="271780"/>
          </a:xfrm>
          <a:prstGeom prst="rect">
            <a:avLst/>
          </a:prstGeom>
          <a:solidFill>
            <a:srgbClr val="0070C0"/>
          </a:solidFill>
          <a:ln w="6350"/>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sz="800" kern="0" noProof="0" dirty="0">
                <a:ln>
                  <a:noFill/>
                </a:ln>
                <a:solidFill>
                  <a:schemeClr val="bg1"/>
                </a:solidFill>
                <a:effectLst/>
                <a:uLnTx/>
                <a:uFillTx/>
                <a:latin typeface="微软雅黑" panose="020B0503020204020204" charset="-122"/>
                <a:ea typeface="微软雅黑" panose="020B0503020204020204" charset="-122"/>
                <a:sym typeface="+mn-ea"/>
              </a:rPr>
              <a:t>分红收款</a:t>
            </a:r>
            <a:endParaRPr lang="zh-CN" sz="800" kern="0" noProof="0" dirty="0">
              <a:ln>
                <a:noFill/>
              </a:ln>
              <a:solidFill>
                <a:schemeClr val="bg1"/>
              </a:solidFill>
              <a:effectLst/>
              <a:uLnTx/>
              <a:uFillTx/>
              <a:latin typeface="微软雅黑" panose="020B0503020204020204" charset="-122"/>
              <a:ea typeface="微软雅黑" panose="020B0503020204020204" charset="-122"/>
              <a:sym typeface="+mn-ea"/>
            </a:endParaRPr>
          </a:p>
        </p:txBody>
      </p:sp>
      <p:cxnSp>
        <p:nvCxnSpPr>
          <p:cNvPr id="137" name="直接箭头连接符 136"/>
          <p:cNvCxnSpPr>
            <a:stCxn id="98" idx="2"/>
            <a:endCxn id="78" idx="0"/>
          </p:cNvCxnSpPr>
          <p:nvPr/>
        </p:nvCxnSpPr>
        <p:spPr bwMode="auto">
          <a:xfrm flipH="1">
            <a:off x="6289675" y="4143375"/>
            <a:ext cx="2540" cy="871855"/>
          </a:xfrm>
          <a:prstGeom prst="straightConnector1">
            <a:avLst/>
          </a:prstGeom>
          <a:noFill/>
          <a:ln w="6350" cap="flat" cmpd="sng" algn="ctr">
            <a:solidFill>
              <a:srgbClr val="152A8C"/>
            </a:solidFill>
            <a:prstDash val="solid"/>
            <a:miter lim="800000"/>
            <a:headEnd type="none" w="med" len="med"/>
            <a:tailEnd type="triangle"/>
          </a:ln>
          <a:effectLst/>
        </p:spPr>
      </p:cxnSp>
      <p:cxnSp>
        <p:nvCxnSpPr>
          <p:cNvPr id="139" name="直接箭头连接符 138"/>
          <p:cNvCxnSpPr>
            <a:stCxn id="136" idx="0"/>
            <a:endCxn id="102" idx="2"/>
          </p:cNvCxnSpPr>
          <p:nvPr/>
        </p:nvCxnSpPr>
        <p:spPr bwMode="auto">
          <a:xfrm flipV="1">
            <a:off x="7169150" y="4143375"/>
            <a:ext cx="0" cy="1734820"/>
          </a:xfrm>
          <a:prstGeom prst="straightConnector1">
            <a:avLst/>
          </a:prstGeom>
          <a:noFill/>
          <a:ln w="6350" cap="flat" cmpd="sng" algn="ctr">
            <a:solidFill>
              <a:srgbClr val="152A8C"/>
            </a:solidFill>
            <a:prstDash val="solid"/>
            <a:miter lim="800000"/>
            <a:headEnd type="none" w="med" len="med"/>
            <a:tailEnd type="triangle"/>
          </a:ln>
          <a:effectLst/>
        </p:spPr>
      </p:cxn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881632" y="4265023"/>
            <a:ext cx="277904" cy="216444"/>
          </a:xfrm>
          <a:prstGeom prst="rect">
            <a:avLst/>
          </a:prstGeom>
        </p:spPr>
      </p:pic>
      <p:pic>
        <p:nvPicPr>
          <p:cNvPr id="16" name="图片 1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316595" y="3513909"/>
            <a:ext cx="277904" cy="216444"/>
          </a:xfrm>
          <a:prstGeom prst="rect">
            <a:avLst/>
          </a:prstGeom>
        </p:spPr>
      </p:pic>
      <p:sp>
        <p:nvSpPr>
          <p:cNvPr id="4" name="燕尾形 1"/>
          <p:cNvSpPr/>
          <p:nvPr/>
        </p:nvSpPr>
        <p:spPr>
          <a:xfrm>
            <a:off x="3972560" y="1351280"/>
            <a:ext cx="2631440" cy="267335"/>
          </a:xfrm>
          <a:prstGeom prst="chevron">
            <a:avLst/>
          </a:prstGeom>
          <a:solidFill>
            <a:schemeClr val="accent1">
              <a:lumMod val="40000"/>
              <a:lumOff val="60000"/>
            </a:schemeClr>
          </a:solidFill>
          <a:ln>
            <a:noFill/>
          </a:ln>
        </p:spPr>
        <p:style>
          <a:lnRef idx="2">
            <a:schemeClr val="dk1"/>
          </a:lnRef>
          <a:fillRef idx="1">
            <a:schemeClr val="lt1"/>
          </a:fillRef>
          <a:effectRef idx="0">
            <a:schemeClr val="dk1"/>
          </a:effectRef>
          <a:fontRef idx="minor">
            <a:schemeClr val="dk1"/>
          </a:fontRef>
        </p:style>
        <p:txBody>
          <a:bodyPr lIns="72001" tIns="36001" rIns="72001" bIns="36001" rtlCol="0" anchor="ctr"/>
          <a:lstStyle/>
          <a:p>
            <a:pPr algn="ctr" defTabSz="514350"/>
            <a:r>
              <a:rPr lang="zh-CN" altLang="en-US" sz="1200" b="1" kern="0" dirty="0">
                <a:solidFill>
                  <a:srgbClr val="152A8C"/>
                </a:solidFill>
                <a:latin typeface="微软雅黑" panose="020B0503020204020204" charset="-122"/>
                <a:ea typeface="微软雅黑" panose="020B0503020204020204" charset="-122"/>
              </a:rPr>
              <a:t>调用</a:t>
            </a:r>
            <a:endParaRPr lang="zh-CN" altLang="en-US" sz="1200" b="1" kern="0" dirty="0">
              <a:solidFill>
                <a:srgbClr val="152A8C"/>
              </a:solidFill>
              <a:latin typeface="微软雅黑" panose="020B0503020204020204" charset="-122"/>
              <a:ea typeface="微软雅黑" panose="020B0503020204020204" charset="-122"/>
            </a:endParaRPr>
          </a:p>
        </p:txBody>
      </p:sp>
      <p:sp>
        <p:nvSpPr>
          <p:cNvPr id="23" name="Rounded Rectangle 69"/>
          <p:cNvSpPr/>
          <p:nvPr/>
        </p:nvSpPr>
        <p:spPr>
          <a:xfrm>
            <a:off x="1940560" y="1680210"/>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发起邀约</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24" name="Rounded Rectangle 69"/>
          <p:cNvSpPr/>
          <p:nvPr/>
        </p:nvSpPr>
        <p:spPr>
          <a:xfrm>
            <a:off x="2575560" y="1679575"/>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信息</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采集</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25" name="Rounded Rectangle 69"/>
          <p:cNvSpPr/>
          <p:nvPr/>
        </p:nvSpPr>
        <p:spPr>
          <a:xfrm>
            <a:off x="3193415" y="1679575"/>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完成</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入库</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26" name="Rounded Rectangle 69"/>
          <p:cNvSpPr/>
          <p:nvPr/>
        </p:nvSpPr>
        <p:spPr>
          <a:xfrm>
            <a:off x="3979545" y="1679575"/>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需求</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提报</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27" name="Rounded Rectangle 69"/>
          <p:cNvSpPr/>
          <p:nvPr/>
        </p:nvSpPr>
        <p:spPr>
          <a:xfrm>
            <a:off x="4601845" y="1679575"/>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智能</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匹配</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28" name="Rounded Rectangle 69"/>
          <p:cNvSpPr/>
          <p:nvPr/>
        </p:nvSpPr>
        <p:spPr>
          <a:xfrm>
            <a:off x="5236845" y="1678940"/>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交付</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办结</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29" name="Rounded Rectangle 69"/>
          <p:cNvSpPr/>
          <p:nvPr/>
        </p:nvSpPr>
        <p:spPr>
          <a:xfrm>
            <a:off x="5854700" y="1678940"/>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费用</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结算</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0" name="Rounded Rectangle 69"/>
          <p:cNvSpPr/>
          <p:nvPr/>
        </p:nvSpPr>
        <p:spPr>
          <a:xfrm>
            <a:off x="6619240" y="1680845"/>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履约</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评价</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1" name="Rounded Rectangle 69"/>
          <p:cNvSpPr/>
          <p:nvPr/>
        </p:nvSpPr>
        <p:spPr>
          <a:xfrm>
            <a:off x="7241540" y="1680845"/>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标签</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优化</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2" name="Rounded Rectangle 69"/>
          <p:cNvSpPr/>
          <p:nvPr/>
        </p:nvSpPr>
        <p:spPr>
          <a:xfrm>
            <a:off x="7876540" y="1680210"/>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项目</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校验</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3" name="Rounded Rectangle 69"/>
          <p:cNvSpPr/>
          <p:nvPr/>
        </p:nvSpPr>
        <p:spPr>
          <a:xfrm>
            <a:off x="8494395" y="1680210"/>
            <a:ext cx="718185" cy="298450"/>
          </a:xfrm>
          <a:prstGeom prst="chevron">
            <a:avLst>
              <a:gd name="adj" fmla="val 45628"/>
            </a:avLst>
          </a:prstGeom>
          <a:ln w="19050">
            <a:solidFill>
              <a:schemeClr val="accent4">
                <a:lumMod val="60000"/>
                <a:lumOff val="40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知识</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沉淀</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5" name="Rounded Rectangle 69"/>
          <p:cNvSpPr/>
          <p:nvPr/>
        </p:nvSpPr>
        <p:spPr>
          <a:xfrm>
            <a:off x="9251315" y="1681480"/>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信息</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更新</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6" name="Rounded Rectangle 69"/>
          <p:cNvSpPr/>
          <p:nvPr/>
        </p:nvSpPr>
        <p:spPr>
          <a:xfrm>
            <a:off x="9873615" y="1681480"/>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均衡</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轮换</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7" name="Rounded Rectangle 69"/>
          <p:cNvSpPr/>
          <p:nvPr/>
        </p:nvSpPr>
        <p:spPr>
          <a:xfrm>
            <a:off x="10508615" y="1680845"/>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服务</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支撑</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38" name="Rounded Rectangle 69"/>
          <p:cNvSpPr/>
          <p:nvPr/>
        </p:nvSpPr>
        <p:spPr>
          <a:xfrm>
            <a:off x="11126470" y="1680845"/>
            <a:ext cx="718185" cy="298450"/>
          </a:xfrm>
          <a:prstGeom prst="chevron">
            <a:avLst>
              <a:gd name="adj" fmla="val 45628"/>
            </a:avLst>
          </a:prstGeom>
          <a:ln w="19050">
            <a:solidFill>
              <a:schemeClr val="tx2">
                <a:lumMod val="75000"/>
              </a:schemeClr>
            </a:solidFill>
          </a:ln>
        </p:spPr>
        <p:style>
          <a:lnRef idx="3">
            <a:schemeClr val="accent1"/>
          </a:lnRef>
          <a:fillRef idx="0">
            <a:srgbClr val="FFFFFF"/>
          </a:fillRef>
          <a:effectRef idx="0">
            <a:srgbClr val="FFFFFF"/>
          </a:effectRef>
          <a:fontRef idx="minor">
            <a:schemeClr val="tx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出库</a:t>
            </a:r>
            <a:r>
              <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rPr>
              <a:t>调整</a:t>
            </a:r>
            <a:endParaRPr lang="zh-CN" altLang="en-US" sz="1000" b="1" kern="0" dirty="0">
              <a:solidFill>
                <a:srgbClr val="152A8C"/>
              </a:solidFill>
              <a:latin typeface="微软雅黑" panose="020B0503020204020204" charset="-122"/>
              <a:ea typeface="微软雅黑" panose="020B0503020204020204" charset="-122"/>
              <a:cs typeface="微软雅黑" panose="020B0503020204020204" charset="-122"/>
              <a:sym typeface="+mn-ea"/>
            </a:endParaRPr>
          </a:p>
        </p:txBody>
      </p:sp>
      <p:sp>
        <p:nvSpPr>
          <p:cNvPr id="94" name="Rounded Rectangle 69"/>
          <p:cNvSpPr/>
          <p:nvPr/>
        </p:nvSpPr>
        <p:spPr>
          <a:xfrm>
            <a:off x="1318260" y="2558415"/>
            <a:ext cx="521335"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推荐</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95" name="Rounded Rectangle 69"/>
          <p:cNvSpPr/>
          <p:nvPr/>
        </p:nvSpPr>
        <p:spPr>
          <a:xfrm>
            <a:off x="1318260" y="3054350"/>
            <a:ext cx="521335"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推荐</a:t>
            </a:r>
            <a:endParaRPr lang="zh-CN" altLang="en-US" sz="800" b="1" kern="0" dirty="0">
              <a:solidFill>
                <a:srgbClr val="152A8C"/>
              </a:solidFill>
              <a:latin typeface="微软雅黑" panose="020B0503020204020204" charset="-122"/>
              <a:ea typeface="微软雅黑" panose="020B0503020204020204" charset="-122"/>
              <a:sym typeface="+mn-ea"/>
            </a:endParaRPr>
          </a:p>
        </p:txBody>
      </p:sp>
      <p:sp>
        <p:nvSpPr>
          <p:cNvPr id="96" name="Rounded Rectangle 69"/>
          <p:cNvSpPr/>
          <p:nvPr/>
        </p:nvSpPr>
        <p:spPr>
          <a:xfrm>
            <a:off x="2036445" y="2558415"/>
            <a:ext cx="42291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邀约</a:t>
            </a:r>
            <a:endParaRPr lang="zh-CN" altLang="en-US" sz="800" b="1" kern="0" dirty="0">
              <a:solidFill>
                <a:srgbClr val="152A8C"/>
              </a:solidFill>
              <a:latin typeface="微软雅黑" panose="020B0503020204020204" charset="-122"/>
              <a:ea typeface="微软雅黑" panose="020B0503020204020204" charset="-122"/>
              <a:sym typeface="+mn-ea"/>
            </a:endParaRPr>
          </a:p>
        </p:txBody>
      </p:sp>
      <p:cxnSp>
        <p:nvCxnSpPr>
          <p:cNvPr id="99" name="直接箭头连接符 98"/>
          <p:cNvCxnSpPr/>
          <p:nvPr/>
        </p:nvCxnSpPr>
        <p:spPr>
          <a:xfrm>
            <a:off x="1828800" y="2694305"/>
            <a:ext cx="207645" cy="0"/>
          </a:xfrm>
          <a:prstGeom prst="straightConnector1">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sp>
        <p:nvSpPr>
          <p:cNvPr id="103" name="Rounded Rectangle 69"/>
          <p:cNvSpPr/>
          <p:nvPr/>
        </p:nvSpPr>
        <p:spPr>
          <a:xfrm>
            <a:off x="2036445" y="3054350"/>
            <a:ext cx="422910" cy="271780"/>
          </a:xfrm>
          <a:prstGeom prst="rect">
            <a:avLst/>
          </a:prstGeom>
          <a:solidFill>
            <a:schemeClr val="bg1">
              <a:lumMod val="85000"/>
            </a:schemeClr>
          </a:solidFill>
          <a:ln w="9525"/>
        </p:spPr>
        <p:style>
          <a:lnRef idx="2">
            <a:schemeClr val="accent1"/>
          </a:lnRef>
          <a:fillRef idx="1">
            <a:schemeClr val="lt1"/>
          </a:fillRef>
          <a:effectRef idx="0">
            <a:schemeClr val="accent1"/>
          </a:effectRef>
          <a:fontRef idx="minor">
            <a:schemeClr val="dk1"/>
          </a:fontRef>
        </p:style>
        <p:txBody>
          <a:bodyPr vertOverflow="overflow" horzOverflow="overflow" vert="horz" wrap="square" lIns="72001" tIns="36001" rIns="72001" bIns="36001" numCol="1" spcCol="0" rtlCol="0" fromWordArt="0" anchor="ctr" anchorCtr="0" forceAA="0" compatLnSpc="1">
            <a:noAutofit/>
          </a:bodyPr>
          <a:lstStyle/>
          <a:p>
            <a:pPr lvl="0" algn="ctr" defTabSz="514350">
              <a:spcBef>
                <a:spcPts val="0"/>
              </a:spcBef>
              <a:spcAft>
                <a:spcPts val="0"/>
              </a:spcAft>
              <a:buClrTx/>
              <a:buSzTx/>
              <a:buFontTx/>
            </a:pPr>
            <a:r>
              <a:rPr lang="zh-CN" altLang="en-US" sz="800" b="1" kern="0" dirty="0">
                <a:solidFill>
                  <a:srgbClr val="152A8C"/>
                </a:solidFill>
                <a:latin typeface="微软雅黑" panose="020B0503020204020204" charset="-122"/>
                <a:ea typeface="微软雅黑" panose="020B0503020204020204" charset="-122"/>
                <a:sym typeface="+mn-ea"/>
              </a:rPr>
              <a:t>邀约</a:t>
            </a:r>
            <a:endParaRPr lang="zh-CN" altLang="en-US" sz="800" b="1" kern="0" dirty="0">
              <a:solidFill>
                <a:srgbClr val="152A8C"/>
              </a:solidFill>
              <a:latin typeface="微软雅黑" panose="020B0503020204020204" charset="-122"/>
              <a:ea typeface="微软雅黑" panose="020B0503020204020204" charset="-122"/>
              <a:sym typeface="+mn-ea"/>
            </a:endParaRPr>
          </a:p>
        </p:txBody>
      </p:sp>
      <p:cxnSp>
        <p:nvCxnSpPr>
          <p:cNvPr id="104" name="直接箭头连接符 103"/>
          <p:cNvCxnSpPr/>
          <p:nvPr/>
        </p:nvCxnSpPr>
        <p:spPr>
          <a:xfrm>
            <a:off x="1828800" y="3190240"/>
            <a:ext cx="207645" cy="0"/>
          </a:xfrm>
          <a:prstGeom prst="straightConnector1">
            <a:avLst/>
          </a:prstGeom>
          <a:ln w="9525">
            <a:solidFill>
              <a:schemeClr val="tx2">
                <a:lumMod val="60000"/>
                <a:lumOff val="40000"/>
              </a:schemeClr>
            </a:solidFill>
            <a:headEnd type="none" w="med" len="med"/>
            <a:tailEnd type="arrow" w="sm" len="med"/>
          </a:ln>
        </p:spPr>
        <p:style>
          <a:lnRef idx="2">
            <a:schemeClr val="accent1"/>
          </a:lnRef>
          <a:fillRef idx="0">
            <a:srgbClr val="FFFFFF"/>
          </a:fillRef>
          <a:effectRef idx="0">
            <a:srgbClr val="FFFFFF"/>
          </a:effectRef>
          <a:fontRef idx="minor">
            <a:schemeClr val="tx1"/>
          </a:fontRef>
        </p:style>
      </p:cxnSp>
    </p:spTree>
  </p:cSld>
  <p:clrMapOvr>
    <a:overrideClrMapping bg1="lt1" tx1="dk1" bg2="lt2" tx2="dk2" accent1="accent1" accent2="accent2" accent3="accent3" accent4="accent4" accent5="accent5" accent6="accent6" hlink="hlink" folHlink="folHlink"/>
  </p:clrMapOvr>
  <p:transition/>
</p:sld>
</file>

<file path=ppt/tags/tag1.xml><?xml version="1.0" encoding="utf-8"?>
<p:tagLst xmlns:p="http://schemas.openxmlformats.org/presentationml/2006/main">
  <p:tag name="KSO_WM_DIAGRAM_VIRTUALLY_FRAME" val="{&quot;height&quot;:284.4251181102362,&quot;left&quot;:41.0040157480315,&quot;top&quot;:217.57488188976376,&quot;width&quot;:890.805590551181}"/>
</p:tagLst>
</file>

<file path=ppt/tags/tag2.xml><?xml version="1.0" encoding="utf-8"?>
<p:tagLst xmlns:p="http://schemas.openxmlformats.org/presentationml/2006/main">
  <p:tag name="KSO_WM_DIAGRAM_VIRTUALLY_FRAME" val="{&quot;height&quot;:284.4251181102362,&quot;left&quot;:41.0040157480315,&quot;top&quot;:217.57488188976376,&quot;width&quot;:890.805590551181}"/>
</p:tagLst>
</file>

<file path=ppt/tags/tag3.xml><?xml version="1.0" encoding="utf-8"?>
<p:tagLst xmlns:p="http://schemas.openxmlformats.org/presentationml/2006/main">
  <p:tag name="KSO_WM_DIAGRAM_VIRTUALLY_FRAME" val="{&quot;height&quot;:284.4251181102362,&quot;left&quot;:41.0040157480315,&quot;top&quot;:217.57488188976376,&quot;width&quot;:890.805590551181}"/>
</p:tagLst>
</file>

<file path=ppt/tags/tag4.xml><?xml version="1.0" encoding="utf-8"?>
<p:tagLst xmlns:p="http://schemas.openxmlformats.org/presentationml/2006/main">
  <p:tag name="TABLE_ENDDRAG_ORIGIN_RECT" val="878*336"/>
  <p:tag name="TABLE_ENDDRAG_RECT" val="34*143*878*336"/>
</p:tagLst>
</file>

<file path=ppt/tags/tag5.xml><?xml version="1.0" encoding="utf-8"?>
<p:tagLst xmlns:p="http://schemas.openxmlformats.org/presentationml/2006/main">
  <p:tag name="TABLE_ENDDRAG_ORIGIN_RECT" val="473*288"/>
  <p:tag name="TABLE_ENDDRAG_RECT" val="293*321*473*288"/>
</p:tagLst>
</file>

<file path=ppt/tags/tag6.xml><?xml version="1.0" encoding="utf-8"?>
<p:tagLst xmlns:p="http://schemas.openxmlformats.org/presentationml/2006/main">
  <p:tag name="TABLE_ENDDRAG_ORIGIN_RECT" val="435*136"/>
  <p:tag name="TABLE_ENDDRAG_RECT" val="311*181*435*136"/>
</p:tagLst>
</file>

<file path=ppt/tags/tag7.xml><?xml version="1.0" encoding="utf-8"?>
<p:tagLst xmlns:p="http://schemas.openxmlformats.org/presentationml/2006/main">
  <p:tag name="TABLE_ENDDRAG_ORIGIN_RECT" val="867*388"/>
  <p:tag name="TABLE_ENDDRAG_RECT" val="35*110*867*388"/>
</p:tagLst>
</file>

<file path=ppt/tags/tag8.xml><?xml version="1.0" encoding="utf-8"?>
<p:tagLst xmlns:p="http://schemas.openxmlformats.org/presentationml/2006/main">
  <p:tag name="TABLE_ENDDRAG_ORIGIN_RECT" val="867*388"/>
  <p:tag name="TABLE_ENDDRAG_RECT" val="35*110*867*388"/>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TABLE_ENDDRAG_ORIGIN_RECT" val="910*487"/>
  <p:tag name="TABLE_ENDDRAG_RECT" val="30*101*911*487"/>
</p:tagLst>
</file>

<file path=ppt/tags/tag11.xml><?xml version="1.0" encoding="utf-8"?>
<p:tagLst xmlns:p="http://schemas.openxmlformats.org/presentationml/2006/main">
  <p:tag name="TABLE_ENDDRAG_ORIGIN_RECT" val="500*457"/>
  <p:tag name="TABLE_ENDDRAG_RECT" val="40*104*500*457"/>
</p:tagLst>
</file>

<file path=ppt/tags/tag12.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13.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14.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15.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16.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17.xml><?xml version="1.0" encoding="utf-8"?>
<p:tagLst xmlns:p="http://schemas.openxmlformats.org/presentationml/2006/main">
  <p:tag name="KSO_WM_AICARD_INVALID" val="Invalid"/>
</p:tagLst>
</file>

<file path=ppt/tags/tag18.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19.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20.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21.xml><?xml version="1.0" encoding="utf-8"?>
<p:tagLst xmlns:p="http://schemas.openxmlformats.org/presentationml/2006/main">
  <p:tag name="KSO_WM_AICARD_INVALID" val="Invalid"/>
</p:tagLst>
</file>

<file path=ppt/tags/tag22.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23.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24.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25.xml><?xml version="1.0" encoding="utf-8"?>
<p:tagLst xmlns:p="http://schemas.openxmlformats.org/presentationml/2006/main">
  <p:tag name="KSO_WM_DIAGRAM_VIRTUALLY_FRAME" val="{&quot;height&quot;:456.7134645669292,&quot;left&quot;:37.626692913385824,&quot;top&quot;:57.586535433070864,&quot;width&quot;:1302.6794488188975}"/>
</p:tagLst>
</file>

<file path=ppt/tags/tag26.xml><?xml version="1.0" encoding="utf-8"?>
<p:tagLst xmlns:p="http://schemas.openxmlformats.org/presentationml/2006/main">
  <p:tag name="TABLE_ENDDRAG_ORIGIN_RECT" val="396*150"/>
  <p:tag name="TABLE_ENDDRAG_RECT" val="491*359*396*150"/>
</p:tagLst>
</file>

<file path=ppt/tags/tag27.xml><?xml version="1.0" encoding="utf-8"?>
<p:tagLst xmlns:p="http://schemas.openxmlformats.org/presentationml/2006/main">
  <p:tag name="KSO_WM_AICARD_INVALID" val="Invalid"/>
</p:tagLst>
</file>

<file path=ppt/tags/tag28.xml><?xml version="1.0" encoding="utf-8"?>
<p:tagLst xmlns:p="http://schemas.openxmlformats.org/presentationml/2006/main">
  <p:tag name="KSO_WM_AICARD_INVALID" val="Invalid"/>
</p:tagLst>
</file>

<file path=ppt/theme/theme1.xml><?xml version="1.0" encoding="utf-8"?>
<a:theme xmlns:a="http://schemas.openxmlformats.org/drawingml/2006/main" name="1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rgbClr val="152A8C"/>
            </a:solidFill>
            <a:effectLst/>
            <a:latin typeface="微软雅黑" panose="020B0503020204020204" charset="-122"/>
            <a:ea typeface="微软雅黑" panose="020B050302020402020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bodyPr lIns="81750" tIns="40874" rIns="81750" bIns="40874"/>
      <a:lstStyle>
        <a:defPPr marL="0" indent="0" algn="ctr">
          <a:lnSpc>
            <a:spcPct val="120000"/>
          </a:lnSpc>
          <a:buNone/>
          <a:defRPr lang="zh-CN" altLang="en-US" kern="0" dirty="0">
            <a:solidFill>
              <a:srgbClr val="152A8C"/>
            </a:solidFill>
            <a:latin typeface="微软雅黑" panose="020B0503020204020204" charset="-122"/>
            <a:ea typeface="微软雅黑" panose="020B0503020204020204" charset="-122"/>
          </a:defRPr>
        </a:defPPr>
      </a:lstStyle>
    </a:txDef>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rgbClr val="152A8C"/>
            </a:solidFill>
            <a:effectLst/>
            <a:latin typeface="微软雅黑" panose="020B0503020204020204" charset="-122"/>
            <a:ea typeface="微软雅黑" panose="020B0503020204020204" charset="-122"/>
          </a:defRPr>
        </a:defPPr>
      </a:lstStyle>
    </a:spDef>
    <a:lnDef>
      <a:spPr bwMode="auto">
        <a:noFill/>
        <a:ln w="9525" cap="flat" cmpd="sng" algn="ctr">
          <a:solidFill>
            <a:srgbClr val="002060"/>
          </a:solidFill>
          <a:prstDash val="solid"/>
          <a:headEnd type="none" w="med" len="med"/>
          <a:tailEnd type="triangle"/>
        </a:ln>
      </a:spPr>
      <a:bodyPr/>
      <a:lstStyle/>
    </a:lnDef>
    <a:txDef>
      <a:spPr>
        <a:noFill/>
      </a:spPr>
      <a:bodyPr wrap="square" rtlCol="0" anchor="ctr" anchorCtr="0">
        <a:noAutofit/>
      </a:bodyPr>
      <a:lstStyle>
        <a:defPPr algn="l">
          <a:defRPr lang="zh-CN" altLang="en-US" dirty="0" smtClean="0">
            <a:solidFill>
              <a:srgbClr val="152A8C"/>
            </a:solidFill>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alpha val="0"/>
          </a:srgbClr>
        </a:solid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chemeClr val="tx1"/>
            </a:solidFill>
            <a:effectLst/>
            <a:latin typeface="微软雅黑" panose="020B0503020204020204" charset="-122"/>
            <a:ea typeface="微软雅黑" panose="020B050302020402020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lang="zh-CN" altLang="en-US" dirty="0" smtClean="0">
            <a:solidFill>
              <a:srgbClr val="152A8C"/>
            </a:solidFill>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4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rgbClr val="152A8C"/>
            </a:solidFill>
            <a:effectLst/>
            <a:latin typeface="微软雅黑" panose="020B0503020204020204" charset="-122"/>
            <a:ea typeface="微软雅黑" panose="020B050302020402020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lang="zh-CN" altLang="en-US" dirty="0" smtClean="0">
            <a:solidFill>
              <a:srgbClr val="152A8C"/>
            </a:solidFill>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spPr>
      <a:bodyPr wrap="square">
        <a:noAutofit/>
      </a:bodyPr>
      <a:lstStyle>
        <a:defPPr algn="ctr">
          <a:defRPr sz="1100" dirty="0" smtClean="0">
            <a:solidFill>
              <a:srgbClr val="202020"/>
            </a:solidFill>
            <a:latin typeface="微软雅黑" panose="020B0503020204020204" charset="-122"/>
            <a:ea typeface="微软雅黑" panose="020B0503020204020204"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solidFill>
          <a:schemeClr val="bg1"/>
        </a:solidFill>
        <a:ln w="9525">
          <a:solidFill>
            <a:schemeClr val="tx1">
              <a:lumMod val="50000"/>
            </a:schemeClr>
          </a:solidFill>
        </a:ln>
      </a:spPr>
      <a:bodyPr wrap="square" lIns="0" tIns="0" rIns="0" bIns="0" rtlCol="0" anchor="ctr">
        <a:noAutofit/>
      </a:bodyPr>
      <a:lstStyle>
        <a:defPPr marL="171450" indent="-171450" algn="ctr" defTabSz="685165">
          <a:buFont typeface="Arial" panose="020B0604020202020204" pitchFamily="34" charset="0"/>
          <a:buChar char="•"/>
          <a:defRPr kumimoji="0" sz="1100" b="0" i="0" u="none" strike="noStrike" kern="1200" cap="none" spc="0" normalizeH="0" baseline="0" noProof="0" dirty="0" smtClean="0">
            <a:ln>
              <a:noFill/>
            </a:ln>
            <a:solidFill>
              <a:srgbClr val="E7E6E6">
                <a:lumMod val="10000"/>
              </a:srgbClr>
            </a:solidFill>
            <a:effectLst/>
            <a:uLnTx/>
            <a:uFillTx/>
            <a:latin typeface="微软雅黑" panose="020B0503020204020204" charset="-122"/>
            <a:ea typeface="微软雅黑" panose="020B0503020204020204" charset="-122"/>
            <a:cs typeface="+mn-cs"/>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主题">
  <a:themeElements>
    <a:clrScheme name="1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fontScheme name="1_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rgbClr val="152A8C"/>
            </a:solidFill>
            <a:effectLst/>
            <a:latin typeface="微软雅黑" panose="020B0503020204020204" charset="-122"/>
            <a:ea typeface="微软雅黑" panose="020B0503020204020204" charset="-122"/>
          </a:defRPr>
        </a:defPPr>
      </a:lstStyle>
    </a:spDef>
    <a:lnDef>
      <a:spPr bwMode="auto">
        <a:noFill/>
        <a:ln w="9525" cap="flat" cmpd="sng" algn="ctr">
          <a:solidFill>
            <a:srgbClr val="002060"/>
          </a:solidFill>
          <a:prstDash val="solid"/>
          <a:headEnd type="none" w="med" len="med"/>
          <a:tailEnd type="triangle"/>
        </a:ln>
      </a:spPr>
      <a:bodyPr/>
      <a:lstStyle/>
    </a:lnDef>
    <a:txDef>
      <a:spPr>
        <a:noFill/>
      </a:spPr>
      <a:bodyPr wrap="square" rtlCol="0" anchor="ctr" anchorCtr="0">
        <a:noAutofit/>
      </a:bodyPr>
      <a:lstStyle>
        <a:defPPr algn="l">
          <a:defRPr lang="zh-CN" altLang="en-US" dirty="0" smtClean="0">
            <a:solidFill>
              <a:srgbClr val="152A8C"/>
            </a:solidFill>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3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rgbClr val="152A8C"/>
            </a:solidFill>
            <a:effectLst/>
            <a:latin typeface="微软雅黑" panose="020B0503020204020204" charset="-122"/>
            <a:ea typeface="微软雅黑" panose="020B0503020204020204" charset="-122"/>
          </a:defRPr>
        </a:defPPr>
      </a:lstStyle>
    </a:spDef>
    <a:lnDef>
      <a:spPr bwMode="auto">
        <a:noFill/>
        <a:ln w="9525" cap="flat" cmpd="sng" algn="ctr">
          <a:solidFill>
            <a:srgbClr val="002060"/>
          </a:solidFill>
          <a:prstDash val="solid"/>
          <a:headEnd type="none" w="med" len="med"/>
          <a:tailEnd type="triangle"/>
        </a:ln>
      </a:spPr>
      <a:bodyPr/>
      <a:lstStyle/>
    </a:lnDef>
    <a:txDef>
      <a:spPr>
        <a:noFill/>
      </a:spPr>
      <a:bodyPr wrap="square" rtlCol="0" anchor="ctr" anchorCtr="0">
        <a:noAutofit/>
      </a:bodyPr>
      <a:lstStyle>
        <a:defPPr algn="l">
          <a:defRPr lang="zh-CN" altLang="en-US" dirty="0" smtClean="0">
            <a:solidFill>
              <a:srgbClr val="152A8C"/>
            </a:solidFill>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4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rgbClr val="152A8C"/>
            </a:solidFill>
            <a:effectLst/>
            <a:latin typeface="微软雅黑" panose="020B0503020204020204" charset="-122"/>
            <a:ea typeface="微软雅黑" panose="020B0503020204020204" charset="-122"/>
          </a:defRPr>
        </a:defPPr>
      </a:lstStyle>
    </a:spDef>
    <a:lnDef>
      <a:spPr bwMode="auto">
        <a:noFill/>
        <a:ln w="9525" cap="flat" cmpd="sng" algn="ctr">
          <a:solidFill>
            <a:srgbClr val="002060"/>
          </a:solidFill>
          <a:prstDash val="solid"/>
          <a:headEnd type="none" w="med" len="med"/>
          <a:tailEnd type="triangle"/>
        </a:ln>
      </a:spPr>
      <a:bodyPr/>
      <a:lstStyle/>
    </a:lnDef>
    <a:txDef>
      <a:spPr>
        <a:noFill/>
      </a:spPr>
      <a:bodyPr wrap="square" rtlCol="0" anchor="ctr" anchorCtr="0">
        <a:noAutofit/>
      </a:bodyPr>
      <a:lstStyle>
        <a:defPPr algn="l">
          <a:defRPr lang="zh-CN" altLang="en-US" dirty="0" smtClean="0">
            <a:solidFill>
              <a:srgbClr val="152A8C"/>
            </a:solidFill>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Office 主题">
  <a:themeElements>
    <a:clrScheme name="K">
      <a:dk1>
        <a:srgbClr val="000000"/>
      </a:dk1>
      <a:lt1>
        <a:srgbClr val="FFFFFF"/>
      </a:lt1>
      <a:dk2>
        <a:srgbClr val="152A8C"/>
      </a:dk2>
      <a:lt2>
        <a:srgbClr val="EDEDED"/>
      </a:lt2>
      <a:accent1>
        <a:srgbClr val="8DB3E2"/>
      </a:accent1>
      <a:accent2>
        <a:srgbClr val="2796D4"/>
      </a:accent2>
      <a:accent3>
        <a:srgbClr val="FFC000"/>
      </a:accent3>
      <a:accent4>
        <a:srgbClr val="92D050"/>
      </a:accent4>
      <a:accent5>
        <a:srgbClr val="B10011"/>
      </a:accent5>
      <a:accent6>
        <a:srgbClr val="7F7F7F"/>
      </a:accent6>
      <a:hlink>
        <a:srgbClr val="152A8C"/>
      </a:hlink>
      <a:folHlink>
        <a:srgbClr val="7F7F7F"/>
      </a:folHlink>
    </a:clrScheme>
    <a:fontScheme name="通用">
      <a:majorFont>
        <a:latin typeface="Arial Black"/>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cap="flat" cmpd="sng" algn="ctr">
          <a:solidFill>
            <a:srgbClr val="152A8C"/>
          </a:solidFill>
          <a:prstDash val="solid"/>
          <a:round/>
          <a:headEnd type="none" w="med" len="med"/>
          <a:tailEnd type="none" w="med" len="med"/>
        </a:ln>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altLang="en-US" sz="1600" b="0" i="0" u="none" strike="noStrike" cap="none" normalizeH="0" baseline="0" smtClean="0">
            <a:ln>
              <a:noFill/>
            </a:ln>
            <a:solidFill>
              <a:srgbClr val="152A8C"/>
            </a:solidFill>
            <a:effectLst/>
            <a:latin typeface="微软雅黑" panose="020B0503020204020204" charset="-122"/>
            <a:ea typeface="微软雅黑" panose="020B0503020204020204" charset="-122"/>
          </a:defRPr>
        </a:defPPr>
      </a:lstStyle>
    </a:spDef>
    <a:lnDef>
      <a:spPr bwMode="auto">
        <a:noFill/>
        <a:ln w="9525" cap="flat" cmpd="sng" algn="ctr">
          <a:solidFill>
            <a:srgbClr val="002060"/>
          </a:solidFill>
          <a:prstDash val="solid"/>
          <a:headEnd type="none" w="med" len="med"/>
          <a:tailEnd type="triangle"/>
        </a:ln>
      </a:spPr>
      <a:bodyPr/>
      <a:lstStyle/>
    </a:lnDef>
    <a:txDef>
      <a:spPr>
        <a:noFill/>
      </a:spPr>
      <a:bodyPr wrap="square" rtlCol="0" anchor="ctr" anchorCtr="0">
        <a:noAutofit/>
      </a:bodyPr>
      <a:lstStyle>
        <a:defPPr algn="l">
          <a:defRPr lang="zh-CN" altLang="en-US" dirty="0" smtClean="0">
            <a:solidFill>
              <a:srgbClr val="152A8C"/>
            </a:solidFill>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20_Office 主题">
  <a:themeElements>
    <a:clrScheme name="1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fontScheme name="1_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1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3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4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4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5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5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5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5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5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5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5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5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5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5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6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6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2.xml><?xml version="1.0" encoding="utf-8"?>
<a:theme xmlns:a="http://schemas.openxmlformats.org/drawingml/2006/main" name="6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3.xml><?xml version="1.0" encoding="utf-8"?>
<a:theme xmlns:a="http://schemas.openxmlformats.org/drawingml/2006/main" name="6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4.xml><?xml version="1.0" encoding="utf-8"?>
<a:theme xmlns:a="http://schemas.openxmlformats.org/drawingml/2006/main" name="6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5.xml><?xml version="1.0" encoding="utf-8"?>
<a:theme xmlns:a="http://schemas.openxmlformats.org/drawingml/2006/main" name="6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6.xml><?xml version="1.0" encoding="utf-8"?>
<a:theme xmlns:a="http://schemas.openxmlformats.org/drawingml/2006/main" name="6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7.xml><?xml version="1.0" encoding="utf-8"?>
<a:theme xmlns:a="http://schemas.openxmlformats.org/drawingml/2006/main" name="6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8.xml><?xml version="1.0" encoding="utf-8"?>
<a:theme xmlns:a="http://schemas.openxmlformats.org/drawingml/2006/main" name="6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9.xml><?xml version="1.0" encoding="utf-8"?>
<a:theme xmlns:a="http://schemas.openxmlformats.org/drawingml/2006/main" name="6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0.xml><?xml version="1.0" encoding="utf-8"?>
<a:theme xmlns:a="http://schemas.openxmlformats.org/drawingml/2006/main" name="7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1.xml><?xml version="1.0" encoding="utf-8"?>
<a:theme xmlns:a="http://schemas.openxmlformats.org/drawingml/2006/main" name="7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2.xml><?xml version="1.0" encoding="utf-8"?>
<a:theme xmlns:a="http://schemas.openxmlformats.org/drawingml/2006/main" name="7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3.xml><?xml version="1.0" encoding="utf-8"?>
<a:theme xmlns:a="http://schemas.openxmlformats.org/drawingml/2006/main" name="7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4.xml><?xml version="1.0" encoding="utf-8"?>
<a:theme xmlns:a="http://schemas.openxmlformats.org/drawingml/2006/main" name="7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5.xml><?xml version="1.0" encoding="utf-8"?>
<a:theme xmlns:a="http://schemas.openxmlformats.org/drawingml/2006/main" name="7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6.xml><?xml version="1.0" encoding="utf-8"?>
<a:theme xmlns:a="http://schemas.openxmlformats.org/drawingml/2006/main" name="7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7.xml><?xml version="1.0" encoding="utf-8"?>
<a:theme xmlns:a="http://schemas.openxmlformats.org/drawingml/2006/main" name="7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8.xml><?xml version="1.0" encoding="utf-8"?>
<a:theme xmlns:a="http://schemas.openxmlformats.org/drawingml/2006/main" name="7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9.xml><?xml version="1.0" encoding="utf-8"?>
<a:theme xmlns:a="http://schemas.openxmlformats.org/drawingml/2006/main" name="7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0.xml><?xml version="1.0" encoding="utf-8"?>
<a:theme xmlns:a="http://schemas.openxmlformats.org/drawingml/2006/main" name="8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1.xml><?xml version="1.0" encoding="utf-8"?>
<a:theme xmlns:a="http://schemas.openxmlformats.org/drawingml/2006/main" name="8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2.xml><?xml version="1.0" encoding="utf-8"?>
<a:theme xmlns:a="http://schemas.openxmlformats.org/drawingml/2006/main" name="8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3.xml><?xml version="1.0" encoding="utf-8"?>
<a:theme xmlns:a="http://schemas.openxmlformats.org/drawingml/2006/main" name="8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4.xml><?xml version="1.0" encoding="utf-8"?>
<a:theme xmlns:a="http://schemas.openxmlformats.org/drawingml/2006/main" name="8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5.xml><?xml version="1.0" encoding="utf-8"?>
<a:theme xmlns:a="http://schemas.openxmlformats.org/drawingml/2006/main" name="8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6.xml><?xml version="1.0" encoding="utf-8"?>
<a:theme xmlns:a="http://schemas.openxmlformats.org/drawingml/2006/main" name="8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7.xml><?xml version="1.0" encoding="utf-8"?>
<a:theme xmlns:a="http://schemas.openxmlformats.org/drawingml/2006/main" name="8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8.xml><?xml version="1.0" encoding="utf-8"?>
<a:theme xmlns:a="http://schemas.openxmlformats.org/drawingml/2006/main" name="8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9.xml><?xml version="1.0" encoding="utf-8"?>
<a:theme xmlns:a="http://schemas.openxmlformats.org/drawingml/2006/main" name="8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0.xml><?xml version="1.0" encoding="utf-8"?>
<a:theme xmlns:a="http://schemas.openxmlformats.org/drawingml/2006/main" name="9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1.xml><?xml version="1.0" encoding="utf-8"?>
<a:theme xmlns:a="http://schemas.openxmlformats.org/drawingml/2006/main" name="9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2.xml><?xml version="1.0" encoding="utf-8"?>
<a:theme xmlns:a="http://schemas.openxmlformats.org/drawingml/2006/main" name="9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3.xml><?xml version="1.0" encoding="utf-8"?>
<a:theme xmlns:a="http://schemas.openxmlformats.org/drawingml/2006/main" name="9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4.xml><?xml version="1.0" encoding="utf-8"?>
<a:theme xmlns:a="http://schemas.openxmlformats.org/drawingml/2006/main" name="9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5.xml><?xml version="1.0" encoding="utf-8"?>
<a:theme xmlns:a="http://schemas.openxmlformats.org/drawingml/2006/main" name="9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6.xml><?xml version="1.0" encoding="utf-8"?>
<a:theme xmlns:a="http://schemas.openxmlformats.org/drawingml/2006/main" name="9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7.xml><?xml version="1.0" encoding="utf-8"?>
<a:theme xmlns:a="http://schemas.openxmlformats.org/drawingml/2006/main" name="9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8.xml><?xml version="1.0" encoding="utf-8"?>
<a:theme xmlns:a="http://schemas.openxmlformats.org/drawingml/2006/main" name="9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9.xml><?xml version="1.0" encoding="utf-8"?>
<a:theme xmlns:a="http://schemas.openxmlformats.org/drawingml/2006/main" name="9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0.xml><?xml version="1.0" encoding="utf-8"?>
<a:theme xmlns:a="http://schemas.openxmlformats.org/drawingml/2006/main" name="10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1.xml><?xml version="1.0" encoding="utf-8"?>
<a:theme xmlns:a="http://schemas.openxmlformats.org/drawingml/2006/main" name="10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2.xml><?xml version="1.0" encoding="utf-8"?>
<a:theme xmlns:a="http://schemas.openxmlformats.org/drawingml/2006/main" name="10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3.xml><?xml version="1.0" encoding="utf-8"?>
<a:theme xmlns:a="http://schemas.openxmlformats.org/drawingml/2006/main" name="10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4.xml><?xml version="1.0" encoding="utf-8"?>
<a:theme xmlns:a="http://schemas.openxmlformats.org/drawingml/2006/main" name="10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5.xml><?xml version="1.0" encoding="utf-8"?>
<a:theme xmlns:a="http://schemas.openxmlformats.org/drawingml/2006/main" name="10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6.xml><?xml version="1.0" encoding="utf-8"?>
<a:theme xmlns:a="http://schemas.openxmlformats.org/drawingml/2006/main" name="10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7.xml><?xml version="1.0" encoding="utf-8"?>
<a:theme xmlns:a="http://schemas.openxmlformats.org/drawingml/2006/main" name="10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8.xml><?xml version="1.0" encoding="utf-8"?>
<a:theme xmlns:a="http://schemas.openxmlformats.org/drawingml/2006/main" name="10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9.xml><?xml version="1.0" encoding="utf-8"?>
<a:theme xmlns:a="http://schemas.openxmlformats.org/drawingml/2006/main" name="10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0.xml><?xml version="1.0" encoding="utf-8"?>
<a:theme xmlns:a="http://schemas.openxmlformats.org/drawingml/2006/main" name="11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1.xml><?xml version="1.0" encoding="utf-8"?>
<a:theme xmlns:a="http://schemas.openxmlformats.org/drawingml/2006/main" name="11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2.xml><?xml version="1.0" encoding="utf-8"?>
<a:theme xmlns:a="http://schemas.openxmlformats.org/drawingml/2006/main" name="11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3.xml><?xml version="1.0" encoding="utf-8"?>
<a:theme xmlns:a="http://schemas.openxmlformats.org/drawingml/2006/main" name="11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4.xml><?xml version="1.0" encoding="utf-8"?>
<a:theme xmlns:a="http://schemas.openxmlformats.org/drawingml/2006/main" name="11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5.xml><?xml version="1.0" encoding="utf-8"?>
<a:theme xmlns:a="http://schemas.openxmlformats.org/drawingml/2006/main" name="11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6.xml><?xml version="1.0" encoding="utf-8"?>
<a:theme xmlns:a="http://schemas.openxmlformats.org/drawingml/2006/main" name="11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7.xml><?xml version="1.0" encoding="utf-8"?>
<a:theme xmlns:a="http://schemas.openxmlformats.org/drawingml/2006/main" name="11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8.xml><?xml version="1.0" encoding="utf-8"?>
<a:theme xmlns:a="http://schemas.openxmlformats.org/drawingml/2006/main" name="11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19.xml><?xml version="1.0" encoding="utf-8"?>
<a:theme xmlns:a="http://schemas.openxmlformats.org/drawingml/2006/main" name="11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0.xml><?xml version="1.0" encoding="utf-8"?>
<a:theme xmlns:a="http://schemas.openxmlformats.org/drawingml/2006/main" name="12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1.xml><?xml version="1.0" encoding="utf-8"?>
<a:theme xmlns:a="http://schemas.openxmlformats.org/drawingml/2006/main" name="12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2.xml><?xml version="1.0" encoding="utf-8"?>
<a:theme xmlns:a="http://schemas.openxmlformats.org/drawingml/2006/main" name="12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3.xml><?xml version="1.0" encoding="utf-8"?>
<a:theme xmlns:a="http://schemas.openxmlformats.org/drawingml/2006/main" name="12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4.xml><?xml version="1.0" encoding="utf-8"?>
<a:theme xmlns:a="http://schemas.openxmlformats.org/drawingml/2006/main" name="12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5.xml><?xml version="1.0" encoding="utf-8"?>
<a:theme xmlns:a="http://schemas.openxmlformats.org/drawingml/2006/main" name="12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6.xml><?xml version="1.0" encoding="utf-8"?>
<a:theme xmlns:a="http://schemas.openxmlformats.org/drawingml/2006/main" name="12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7.xml><?xml version="1.0" encoding="utf-8"?>
<a:theme xmlns:a="http://schemas.openxmlformats.org/drawingml/2006/main" name="12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8.xml><?xml version="1.0" encoding="utf-8"?>
<a:theme xmlns:a="http://schemas.openxmlformats.org/drawingml/2006/main" name="12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29.xml><?xml version="1.0" encoding="utf-8"?>
<a:theme xmlns:a="http://schemas.openxmlformats.org/drawingml/2006/main" name="12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0.xml><?xml version="1.0" encoding="utf-8"?>
<a:theme xmlns:a="http://schemas.openxmlformats.org/drawingml/2006/main" name="13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1.xml><?xml version="1.0" encoding="utf-8"?>
<a:theme xmlns:a="http://schemas.openxmlformats.org/drawingml/2006/main" name="13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2.xml><?xml version="1.0" encoding="utf-8"?>
<a:theme xmlns:a="http://schemas.openxmlformats.org/drawingml/2006/main" name="13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3.xml><?xml version="1.0" encoding="utf-8"?>
<a:theme xmlns:a="http://schemas.openxmlformats.org/drawingml/2006/main" name="13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4.xml><?xml version="1.0" encoding="utf-8"?>
<a:theme xmlns:a="http://schemas.openxmlformats.org/drawingml/2006/main" name="13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5.xml><?xml version="1.0" encoding="utf-8"?>
<a:theme xmlns:a="http://schemas.openxmlformats.org/drawingml/2006/main" name="13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6.xml><?xml version="1.0" encoding="utf-8"?>
<a:theme xmlns:a="http://schemas.openxmlformats.org/drawingml/2006/main" name="13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7.xml><?xml version="1.0" encoding="utf-8"?>
<a:theme xmlns:a="http://schemas.openxmlformats.org/drawingml/2006/main" name="13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8.xml><?xml version="1.0" encoding="utf-8"?>
<a:theme xmlns:a="http://schemas.openxmlformats.org/drawingml/2006/main" name="13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39.xml><?xml version="1.0" encoding="utf-8"?>
<a:theme xmlns:a="http://schemas.openxmlformats.org/drawingml/2006/main" name="13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0.xml><?xml version="1.0" encoding="utf-8"?>
<a:theme xmlns:a="http://schemas.openxmlformats.org/drawingml/2006/main" name="14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1.xml><?xml version="1.0" encoding="utf-8"?>
<a:theme xmlns:a="http://schemas.openxmlformats.org/drawingml/2006/main" name="14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2.xml><?xml version="1.0" encoding="utf-8"?>
<a:theme xmlns:a="http://schemas.openxmlformats.org/drawingml/2006/main" name="14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3.xml><?xml version="1.0" encoding="utf-8"?>
<a:theme xmlns:a="http://schemas.openxmlformats.org/drawingml/2006/main" name="14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4.xml><?xml version="1.0" encoding="utf-8"?>
<a:theme xmlns:a="http://schemas.openxmlformats.org/drawingml/2006/main" name="14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5.xml><?xml version="1.0" encoding="utf-8"?>
<a:theme xmlns:a="http://schemas.openxmlformats.org/drawingml/2006/main" name="14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6.xml><?xml version="1.0" encoding="utf-8"?>
<a:theme xmlns:a="http://schemas.openxmlformats.org/drawingml/2006/main" name="14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7.xml><?xml version="1.0" encoding="utf-8"?>
<a:theme xmlns:a="http://schemas.openxmlformats.org/drawingml/2006/main" name="14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8.xml><?xml version="1.0" encoding="utf-8"?>
<a:theme xmlns:a="http://schemas.openxmlformats.org/drawingml/2006/main" name="14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49.xml><?xml version="1.0" encoding="utf-8"?>
<a:theme xmlns:a="http://schemas.openxmlformats.org/drawingml/2006/main" name="14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0.xml><?xml version="1.0" encoding="utf-8"?>
<a:theme xmlns:a="http://schemas.openxmlformats.org/drawingml/2006/main" name="15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1.xml><?xml version="1.0" encoding="utf-8"?>
<a:theme xmlns:a="http://schemas.openxmlformats.org/drawingml/2006/main" name="15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2.xml><?xml version="1.0" encoding="utf-8"?>
<a:theme xmlns:a="http://schemas.openxmlformats.org/drawingml/2006/main" name="15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3.xml><?xml version="1.0" encoding="utf-8"?>
<a:theme xmlns:a="http://schemas.openxmlformats.org/drawingml/2006/main" name="15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4.xml><?xml version="1.0" encoding="utf-8"?>
<a:theme xmlns:a="http://schemas.openxmlformats.org/drawingml/2006/main" name="15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5.xml><?xml version="1.0" encoding="utf-8"?>
<a:theme xmlns:a="http://schemas.openxmlformats.org/drawingml/2006/main" name="15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6.xml><?xml version="1.0" encoding="utf-8"?>
<a:theme xmlns:a="http://schemas.openxmlformats.org/drawingml/2006/main" name="15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7.xml><?xml version="1.0" encoding="utf-8"?>
<a:theme xmlns:a="http://schemas.openxmlformats.org/drawingml/2006/main" name="15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8.xml><?xml version="1.0" encoding="utf-8"?>
<a:theme xmlns:a="http://schemas.openxmlformats.org/drawingml/2006/main" name="15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59.xml><?xml version="1.0" encoding="utf-8"?>
<a:theme xmlns:a="http://schemas.openxmlformats.org/drawingml/2006/main" name="15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0.xml><?xml version="1.0" encoding="utf-8"?>
<a:theme xmlns:a="http://schemas.openxmlformats.org/drawingml/2006/main" name="16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1.xml><?xml version="1.0" encoding="utf-8"?>
<a:theme xmlns:a="http://schemas.openxmlformats.org/drawingml/2006/main" name="16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2.xml><?xml version="1.0" encoding="utf-8"?>
<a:theme xmlns:a="http://schemas.openxmlformats.org/drawingml/2006/main" name="16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3.xml><?xml version="1.0" encoding="utf-8"?>
<a:theme xmlns:a="http://schemas.openxmlformats.org/drawingml/2006/main" name="16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4.xml><?xml version="1.0" encoding="utf-8"?>
<a:theme xmlns:a="http://schemas.openxmlformats.org/drawingml/2006/main" name="164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5.xml><?xml version="1.0" encoding="utf-8"?>
<a:theme xmlns:a="http://schemas.openxmlformats.org/drawingml/2006/main" name="165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6.xml><?xml version="1.0" encoding="utf-8"?>
<a:theme xmlns:a="http://schemas.openxmlformats.org/drawingml/2006/main" name="166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7.xml><?xml version="1.0" encoding="utf-8"?>
<a:theme xmlns:a="http://schemas.openxmlformats.org/drawingml/2006/main" name="167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8.xml><?xml version="1.0" encoding="utf-8"?>
<a:theme xmlns:a="http://schemas.openxmlformats.org/drawingml/2006/main" name="168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69.xml><?xml version="1.0" encoding="utf-8"?>
<a:theme xmlns:a="http://schemas.openxmlformats.org/drawingml/2006/main" name="169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0.xml><?xml version="1.0" encoding="utf-8"?>
<a:theme xmlns:a="http://schemas.openxmlformats.org/drawingml/2006/main" name="170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1.xml><?xml version="1.0" encoding="utf-8"?>
<a:theme xmlns:a="http://schemas.openxmlformats.org/drawingml/2006/main" name="171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2.xml><?xml version="1.0" encoding="utf-8"?>
<a:theme xmlns:a="http://schemas.openxmlformats.org/drawingml/2006/main" name="172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3.xml><?xml version="1.0" encoding="utf-8"?>
<a:theme xmlns:a="http://schemas.openxmlformats.org/drawingml/2006/main" name="173_Office 主题">
  <a:themeElements>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0" lang="zh-CN" sz="16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txDef>
      <a:spPr>
        <a:noFill/>
      </a:spPr>
      <a:bodyPr wrap="square" rtlCol="0" anchor="ctr" anchorCtr="0">
        <a:noAutofit/>
      </a:bodyPr>
      <a:lstStyle>
        <a:defPPr algn="l">
          <a:defRPr b="1" dirty="0" smtClean="0">
            <a:latin typeface="微软雅黑" panose="020B0503020204020204" charset="-122"/>
            <a:ea typeface="微软雅黑" panose="020B0503020204020204" charset="-122"/>
          </a:defRPr>
        </a:defPPr>
      </a:lstStyle>
    </a:txDef>
  </a:objectDefaults>
  <a:extraClrSchemeLst>
    <a:extraClrScheme>
      <a:clrScheme name="3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2">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800080"/>
        </a:folHlink>
      </a:clrScheme>
      <a:clrMap bg1="lt1" tx1="dk1" bg2="lt2" tx2="dk2" accent1="accent1" accent2="accent2" accent3="accent3" accent4="accent4" accent5="accent5" accent6="accent6" hlink="hlink" folHlink="folHlink"/>
    </a:extraClrScheme>
    <a:extraClrScheme>
      <a:clrScheme name="3_Office 主题 3">
        <a:dk1>
          <a:srgbClr val="000000"/>
        </a:dk1>
        <a:lt1>
          <a:srgbClr val="FFFFFF"/>
        </a:lt1>
        <a:dk2>
          <a:srgbClr val="1F497D"/>
        </a:dk2>
        <a:lt2>
          <a:srgbClr val="EEECE1"/>
        </a:lt2>
        <a:accent1>
          <a:srgbClr val="4F81BD"/>
        </a:accent1>
        <a:accent2>
          <a:srgbClr val="FF0000"/>
        </a:accent2>
        <a:accent3>
          <a:srgbClr val="FFFFFF"/>
        </a:accent3>
        <a:accent4>
          <a:srgbClr val="000000"/>
        </a:accent4>
        <a:accent5>
          <a:srgbClr val="B2C1DB"/>
        </a:accent5>
        <a:accent6>
          <a:srgbClr val="E70000"/>
        </a:accent6>
        <a:hlink>
          <a:srgbClr val="0000FF"/>
        </a:hlink>
        <a:folHlink>
          <a:srgbClr val="FF00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7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themeOverride>
</file>

<file path=ppt/theme/themeOverride2.xml><?xml version="1.0" encoding="utf-8"?>
<a:themeOverride xmlns:a="http://schemas.openxmlformats.org/drawingml/2006/main">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themeOverride>
</file>

<file path=ppt/theme/themeOverride3.xml><?xml version="1.0" encoding="utf-8"?>
<a:themeOverride xmlns:a="http://schemas.openxmlformats.org/drawingml/2006/main">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themeOverride>
</file>

<file path=ppt/theme/themeOverride4.xml><?xml version="1.0" encoding="utf-8"?>
<a:themeOverride xmlns:a="http://schemas.openxmlformats.org/drawingml/2006/main">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themeOverride>
</file>

<file path=ppt/theme/themeOverride5.xml><?xml version="1.0" encoding="utf-8"?>
<a:themeOverride xmlns:a="http://schemas.openxmlformats.org/drawingml/2006/main">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themeOverride>
</file>

<file path=ppt/theme/themeOverride6.xml><?xml version="1.0" encoding="utf-8"?>
<a:themeOverride xmlns:a="http://schemas.openxmlformats.org/drawingml/2006/main">
  <a:clrScheme name="中国一汽">
    <a:dk1>
      <a:srgbClr val="FFFFFF"/>
    </a:dk1>
    <a:lt1>
      <a:srgbClr val="FFFFFF"/>
    </a:lt1>
    <a:dk2>
      <a:srgbClr val="7F7F7F"/>
    </a:dk2>
    <a:lt2>
      <a:srgbClr val="1F497D"/>
    </a:lt2>
    <a:accent1>
      <a:srgbClr val="8DB3E2"/>
    </a:accent1>
    <a:accent2>
      <a:srgbClr val="548DD4"/>
    </a:accent2>
    <a:accent3>
      <a:srgbClr val="17365D"/>
    </a:accent3>
    <a:accent4>
      <a:srgbClr val="1F497D"/>
    </a:accent4>
    <a:accent5>
      <a:srgbClr val="FF0000"/>
    </a:accent5>
    <a:accent6>
      <a:srgbClr val="002060"/>
    </a:accent6>
    <a:hlink>
      <a:srgbClr val="1F497D"/>
    </a:hlink>
    <a:folHlink>
      <a:srgbClr val="7F7F7F"/>
    </a:folHlink>
  </a:clrScheme>
</a:themeOverride>
</file>

<file path=docProps/app.xml><?xml version="1.0" encoding="utf-8"?>
<Properties xmlns="http://schemas.openxmlformats.org/officeDocument/2006/extended-properties" xmlns:vt="http://schemas.openxmlformats.org/officeDocument/2006/docPropsVTypes">
  <TotalTime>0</TotalTime>
  <Words>12554</Words>
  <Application>WPS 演示</Application>
  <PresentationFormat>宽屏</PresentationFormat>
  <Paragraphs>2176</Paragraphs>
  <Slides>25</Slides>
  <Notes>5</Notes>
  <HiddenSlides>0</HiddenSlides>
  <MMClips>0</MMClips>
  <ScaleCrop>false</ScaleCrop>
  <HeadingPairs>
    <vt:vector size="6" baseType="variant">
      <vt:variant>
        <vt:lpstr>已用的字体</vt:lpstr>
      </vt:variant>
      <vt:variant>
        <vt:i4>24</vt:i4>
      </vt:variant>
      <vt:variant>
        <vt:lpstr>主题</vt:lpstr>
      </vt:variant>
      <vt:variant>
        <vt:i4>173</vt:i4>
      </vt:variant>
      <vt:variant>
        <vt:lpstr>幻灯片标题</vt:lpstr>
      </vt:variant>
      <vt:variant>
        <vt:i4>25</vt:i4>
      </vt:variant>
    </vt:vector>
  </HeadingPairs>
  <TitlesOfParts>
    <vt:vector size="222" baseType="lpstr">
      <vt:lpstr>Arial</vt:lpstr>
      <vt:lpstr>宋体</vt:lpstr>
      <vt:lpstr>Wingdings</vt:lpstr>
      <vt:lpstr>微软雅黑</vt:lpstr>
      <vt:lpstr>黑体</vt:lpstr>
      <vt:lpstr>Calibri</vt:lpstr>
      <vt:lpstr>Arial</vt:lpstr>
      <vt:lpstr>Calibri</vt:lpstr>
      <vt:lpstr>.AppleSystemUIFont</vt:lpstr>
      <vt:lpstr>Segoe Print</vt:lpstr>
      <vt:lpstr>Source Han Sans CN</vt:lpstr>
      <vt:lpstr>Myriad Pro</vt:lpstr>
      <vt:lpstr>Wingdings</vt:lpstr>
      <vt:lpstr>Arial Unicode MS</vt:lpstr>
      <vt:lpstr>等线</vt:lpstr>
      <vt:lpstr>微软雅黑</vt:lpstr>
      <vt:lpstr>RB Office</vt:lpstr>
      <vt:lpstr>Segoe UI</vt:lpstr>
      <vt:lpstr>MS PGothic</vt:lpstr>
      <vt:lpstr>Arial Black</vt:lpstr>
      <vt:lpstr>等线 Light</vt:lpstr>
      <vt:lpstr>Segoe UI</vt:lpstr>
      <vt:lpstr>Source Han Sans CN</vt:lpstr>
      <vt:lpstr>仿宋_GB2312</vt:lpstr>
      <vt:lpstr>1_Office 主题</vt:lpstr>
      <vt:lpstr>2_Office 主题</vt:lpstr>
      <vt:lpstr>3_Office 主题</vt:lpstr>
      <vt:lpstr>4_Office 主题</vt:lpstr>
      <vt:lpstr>11_Office 主题</vt:lpstr>
      <vt:lpstr>5_Office 主题</vt:lpstr>
      <vt:lpstr>6_Office 主题</vt:lpstr>
      <vt:lpstr>7_Office 主题</vt:lpstr>
      <vt:lpstr>8_Office 主题</vt:lpstr>
      <vt:lpstr>9_Office 主题</vt:lpstr>
      <vt:lpstr>10_Office 主题</vt:lpstr>
      <vt:lpstr>12_Office 主题</vt:lpstr>
      <vt:lpstr>13_Office 主题</vt:lpstr>
      <vt:lpstr>14_Office 主题</vt:lpstr>
      <vt:lpstr>15_Office 主题</vt:lpstr>
      <vt:lpstr>16_Office 主题</vt:lpstr>
      <vt:lpstr>17_Office 主题</vt:lpstr>
      <vt:lpstr>18_Office 主题</vt:lpstr>
      <vt:lpstr>19_Office 主题</vt:lpstr>
      <vt:lpstr>20_Office 主题</vt:lpstr>
      <vt:lpstr>21_Office 主题</vt:lpstr>
      <vt:lpstr>22_Office 主题</vt:lpstr>
      <vt:lpstr>23_Office 主题</vt:lpstr>
      <vt:lpstr>24_Office 主题</vt:lpstr>
      <vt:lpstr>25_Office 主题</vt:lpstr>
      <vt:lpstr>26_Office 主题</vt:lpstr>
      <vt:lpstr>27_Office 主题</vt:lpstr>
      <vt:lpstr>28_Office 主题</vt:lpstr>
      <vt:lpstr>29_Office 主题</vt:lpstr>
      <vt:lpstr>30_Office 主题</vt:lpstr>
      <vt:lpstr>31_Office 主题</vt:lpstr>
      <vt:lpstr>32_Office 主题</vt:lpstr>
      <vt:lpstr>33_Office 主题</vt:lpstr>
      <vt:lpstr>34_Office 主题</vt:lpstr>
      <vt:lpstr>35_Office 主题</vt:lpstr>
      <vt:lpstr>36_Office 主题</vt:lpstr>
      <vt:lpstr>37_Office 主题</vt:lpstr>
      <vt:lpstr>38_Office 主题</vt:lpstr>
      <vt:lpstr>39_Office 主题</vt:lpstr>
      <vt:lpstr>40_Office 主题</vt:lpstr>
      <vt:lpstr>41_Office 主题</vt:lpstr>
      <vt:lpstr>42_Office 主题</vt:lpstr>
      <vt:lpstr>43_Office 主题</vt:lpstr>
      <vt:lpstr>44_Office 主题</vt:lpstr>
      <vt:lpstr>45_Office 主题</vt:lpstr>
      <vt:lpstr>46_Office 主题</vt:lpstr>
      <vt:lpstr>47_Office 主题</vt:lpstr>
      <vt:lpstr>48_Office 主题</vt:lpstr>
      <vt:lpstr>49_Office 主题</vt:lpstr>
      <vt:lpstr>50_Office 主题</vt:lpstr>
      <vt:lpstr>51_Office 主题</vt:lpstr>
      <vt:lpstr>52_Office 主题</vt:lpstr>
      <vt:lpstr>53_Office 主题</vt:lpstr>
      <vt:lpstr>54_Office 主题</vt:lpstr>
      <vt:lpstr>55_Office 主题</vt:lpstr>
      <vt:lpstr>56_Office 主题</vt:lpstr>
      <vt:lpstr>57_Office 主题</vt:lpstr>
      <vt:lpstr>58_Office 主题</vt:lpstr>
      <vt:lpstr>59_Office 主题</vt:lpstr>
      <vt:lpstr>60_Office 主题</vt:lpstr>
      <vt:lpstr>61_Office 主题</vt:lpstr>
      <vt:lpstr>62_Office 主题</vt:lpstr>
      <vt:lpstr>63_Office 主题</vt:lpstr>
      <vt:lpstr>64_Office 主题</vt:lpstr>
      <vt:lpstr>65_Office 主题</vt:lpstr>
      <vt:lpstr>66_Office 主题</vt:lpstr>
      <vt:lpstr>67_Office 主题</vt:lpstr>
      <vt:lpstr>68_Office 主题</vt:lpstr>
      <vt:lpstr>69_Office 主题</vt:lpstr>
      <vt:lpstr>70_Office 主题</vt:lpstr>
      <vt:lpstr>71_Office 主题</vt:lpstr>
      <vt:lpstr>72_Office 主题</vt:lpstr>
      <vt:lpstr>73_Office 主题</vt:lpstr>
      <vt:lpstr>74_Office 主题</vt:lpstr>
      <vt:lpstr>75_Office 主题</vt:lpstr>
      <vt:lpstr>76_Office 主题</vt:lpstr>
      <vt:lpstr>77_Office 主题</vt:lpstr>
      <vt:lpstr>78_Office 主题</vt:lpstr>
      <vt:lpstr>79_Office 主题</vt:lpstr>
      <vt:lpstr>80_Office 主题</vt:lpstr>
      <vt:lpstr>81_Office 主题</vt:lpstr>
      <vt:lpstr>82_Office 主题</vt:lpstr>
      <vt:lpstr>83_Office 主题</vt:lpstr>
      <vt:lpstr>84_Office 主题</vt:lpstr>
      <vt:lpstr>85_Office 主题</vt:lpstr>
      <vt:lpstr>86_Office 主题</vt:lpstr>
      <vt:lpstr>87_Office 主题</vt:lpstr>
      <vt:lpstr>88_Office 主题</vt:lpstr>
      <vt:lpstr>89_Office 主题</vt:lpstr>
      <vt:lpstr>90_Office 主题</vt:lpstr>
      <vt:lpstr>91_Office 主题</vt:lpstr>
      <vt:lpstr>92_Office 主题</vt:lpstr>
      <vt:lpstr>93_Office 主题</vt:lpstr>
      <vt:lpstr>94_Office 主题</vt:lpstr>
      <vt:lpstr>95_Office 主题</vt:lpstr>
      <vt:lpstr>96_Office 主题</vt:lpstr>
      <vt:lpstr>97_Office 主题</vt:lpstr>
      <vt:lpstr>98_Office 主题</vt:lpstr>
      <vt:lpstr>99_Office 主题</vt:lpstr>
      <vt:lpstr>100_Office 主题</vt:lpstr>
      <vt:lpstr>101_Office 主题</vt:lpstr>
      <vt:lpstr>102_Office 主题</vt:lpstr>
      <vt:lpstr>103_Office 主题</vt:lpstr>
      <vt:lpstr>104_Office 主题</vt:lpstr>
      <vt:lpstr>105_Office 主题</vt:lpstr>
      <vt:lpstr>106_Office 主题</vt:lpstr>
      <vt:lpstr>107_Office 主题</vt:lpstr>
      <vt:lpstr>108_Office 主题</vt:lpstr>
      <vt:lpstr>109_Office 主题</vt:lpstr>
      <vt:lpstr>110_Office 主题</vt:lpstr>
      <vt:lpstr>111_Office 主题</vt:lpstr>
      <vt:lpstr>112_Office 主题</vt:lpstr>
      <vt:lpstr>113_Office 主题</vt:lpstr>
      <vt:lpstr>114_Office 主题</vt:lpstr>
      <vt:lpstr>115_Office 主题</vt:lpstr>
      <vt:lpstr>116_Office 主题</vt:lpstr>
      <vt:lpstr>117_Office 主题</vt:lpstr>
      <vt:lpstr>118_Office 主题</vt:lpstr>
      <vt:lpstr>119_Office 主题</vt:lpstr>
      <vt:lpstr>120_Office 主题</vt:lpstr>
      <vt:lpstr>121_Office 主题</vt:lpstr>
      <vt:lpstr>122_Office 主题</vt:lpstr>
      <vt:lpstr>123_Office 主题</vt:lpstr>
      <vt:lpstr>124_Office 主题</vt:lpstr>
      <vt:lpstr>125_Office 主题</vt:lpstr>
      <vt:lpstr>126_Office 主题</vt:lpstr>
      <vt:lpstr>127_Office 主题</vt:lpstr>
      <vt:lpstr>128_Office 主题</vt:lpstr>
      <vt:lpstr>129_Office 主题</vt:lpstr>
      <vt:lpstr>130_Office 主题</vt:lpstr>
      <vt:lpstr>131_Office 主题</vt:lpstr>
      <vt:lpstr>132_Office 主题</vt:lpstr>
      <vt:lpstr>133_Office 主题</vt:lpstr>
      <vt:lpstr>134_Office 主题</vt:lpstr>
      <vt:lpstr>135_Office 主题</vt:lpstr>
      <vt:lpstr>136_Office 主题</vt:lpstr>
      <vt:lpstr>137_Office 主题</vt:lpstr>
      <vt:lpstr>138_Office 主题</vt:lpstr>
      <vt:lpstr>139_Office 主题</vt:lpstr>
      <vt:lpstr>140_Office 主题</vt:lpstr>
      <vt:lpstr>141_Office 主题</vt:lpstr>
      <vt:lpstr>142_Office 主题</vt:lpstr>
      <vt:lpstr>143_Office 主题</vt:lpstr>
      <vt:lpstr>144_Office 主题</vt:lpstr>
      <vt:lpstr>145_Office 主题</vt:lpstr>
      <vt:lpstr>146_Office 主题</vt:lpstr>
      <vt:lpstr>147_Office 主题</vt:lpstr>
      <vt:lpstr>148_Office 主题</vt:lpstr>
      <vt:lpstr>149_Office 主题</vt:lpstr>
      <vt:lpstr>150_Office 主题</vt:lpstr>
      <vt:lpstr>151_Office 主题</vt:lpstr>
      <vt:lpstr>152_Office 主题</vt:lpstr>
      <vt:lpstr>153_Office 主题</vt:lpstr>
      <vt:lpstr>154_Office 主题</vt:lpstr>
      <vt:lpstr>155_Office 主题</vt:lpstr>
      <vt:lpstr>156_Office 主题</vt:lpstr>
      <vt:lpstr>157_Office 主题</vt:lpstr>
      <vt:lpstr>158_Office 主题</vt:lpstr>
      <vt:lpstr>159_Office 主题</vt:lpstr>
      <vt:lpstr>160_Office 主题</vt:lpstr>
      <vt:lpstr>161_Office 主题</vt:lpstr>
      <vt:lpstr>162_Office 主题</vt:lpstr>
      <vt:lpstr>163_Office 主题</vt:lpstr>
      <vt:lpstr>164_Office 主题</vt:lpstr>
      <vt:lpstr>165_Office 主题</vt:lpstr>
      <vt:lpstr>166_Office 主题</vt:lpstr>
      <vt:lpstr>167_Office 主题</vt:lpstr>
      <vt:lpstr>168_Office 主题</vt:lpstr>
      <vt:lpstr>169_Office 主题</vt:lpstr>
      <vt:lpstr>170_Office 主题</vt:lpstr>
      <vt:lpstr>171_Office 主题</vt:lpstr>
      <vt:lpstr>172_Office 主题</vt:lpstr>
      <vt:lpstr>173_Office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Backup-拟邀请专家名单</vt:lpstr>
      <vt:lpstr>Backup-拟邀请专家名单</vt:lpstr>
      <vt:lpstr>Backup-入库相关表单（2/3）</vt:lpstr>
      <vt:lpstr>Backup-入库相关表单（3/3）</vt:lpstr>
      <vt:lpstr>Backup-调用相关表单（1/2）</vt:lpstr>
      <vt:lpstr>Backup-调用相关表单（2/2）</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中国一汽品牌焕新方案汇报</dc:title>
  <dc:creator>AutoBVT</dc:creator>
  <cp:lastModifiedBy>豆包里的豆nani</cp:lastModifiedBy>
  <cp:revision>1556</cp:revision>
  <cp:lastPrinted>2024-05-20T10:10:00Z</cp:lastPrinted>
  <dcterms:created xsi:type="dcterms:W3CDTF">2024-05-20T10:10:00Z</dcterms:created>
  <dcterms:modified xsi:type="dcterms:W3CDTF">2026-09-03T07:57:30Z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0BCA5D0C99A54DCD9E84AFF8E42948CC_13</vt:lpwstr>
  </property>
</Properties>
</file>